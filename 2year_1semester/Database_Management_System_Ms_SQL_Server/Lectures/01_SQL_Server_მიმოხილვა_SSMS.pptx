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8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4961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SQL Server-ის მიმოხილვა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და SQL Server Management Studio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კვირა I • ინსტალაცია, კონფიგურაცია და სამუშაო გარემო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მონაცემთა ბაზების მართვის სისტემა • Microsoft SQL Server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რა არის Microsoft SQL Server?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859536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არის რელაციური მონაცემთა ბაზების მართვის სისტემა (RDBMS), რომელიც Microsoft-ის მიერ არის შემუშავებული და ფართოდ გამოიყენება საწარმოო და საგანმანათლებლო გარემოში.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იგი უზრუნველყოფს მონაცემთა შენახვას, მოთხოვნების შესრულებას, უსაფრთხოებას, სარეზერვო ასლს, აღდგენას და მაღალ ხელმისაწვდომობას.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მუშაობს Windows და Linux გარემოში; არსებობს აგრეთვე ღრუბლოვანი ვარიანტი — Azure SQL Database.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მოთხოვნების ენაა Transact-SQL (T-SQL) — სტანდარტული SQL-ის გაფართოება პროცედურული კონსტრუქციებით.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ძირითადი კომპონენტები: Database Engine, SSMS, SQL Server Agent, Integration Services (SSIS), Analysis Services (SSAS), Reporting Services (SSRS).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სერვერის და კლიენტის არქიტექტურა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859536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სერვერის მხარეზე მუშაობს Database Engine — სერვისი, რომელიც იღებს მოთხოვნებს, ამუშავებს ტრანზაქციებს, ინახავს მონაცემებს და მართავს ბლოკირებებს.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კლიენტის მხარეზე: SSMS (გრაფიკული გარემო), Azure Data Studio, sqlcmd (ბრძანების სტრიქონი), აპლიკაციის დრაივერები (ADO.NET, ODBC, JDBC).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შეერთება ხდება TCP/IP-ით (ნაგულისხმევი პორტი 1433) ან Shared Memory-ით ლოკალურად.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აუთენტიფიკაცია: Windows Authentication (რეკომენდებული) ან SQL Server Authentication (Login/პაროლი). Mixed Mode ორივეს იძლევა.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პროდუქციაში უპირატესობა ენიჭება Windows Authentication-ს უსაფრთხოებისა და Single Sign-On-ის გამო.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Server Management Studio (SSMS)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859536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SSMS არის ოფიციალური ინტეგრირებული გარემო SQL Server-ის ადმინისტრირებისა და T-SQL მოთხოვნებისთვის.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Explorer აჩვენებს სერვერის ობიექტების იერარქიას: ბაზები, ცხრილები, პროცედურები, უსაფრთხოება, Agent Job-ები.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Editor — T-SQL სკრიპტების წერა და შესრულება (Ctrl+N ახალი ფანჯარა, F5 — შესრულება).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ხელმისაწვდომია ვიზარდები: Backup/Restore, Import/Export, დიაგრამები, Activity Monitor, Execution Plan.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Servers ეხმარება რამდენიმე სერვერის ერთდროულ მართვას.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ინსტალაციის ეტაპები და კონფიგურაცია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859536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ინსტალაციამდე შეამოწმეთ აპარატურული მოთხოვნები (RAM, დისკი, OS) და Firewall.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გამოცემა: Express (უფასო, შეზღუდული), Developer (უფასო განვითარებისთვის), Standard, Enterprise.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ინსტანცია: Default (MSSQLSERVER) ან Named Instance — როცა ერთ მანქანაზე რამდენიმე ინსტანცია გჭირდებათ.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Collation — სიმბოლოების შედარებისა და დალაგების წესები; ქართული/Unicode-ისთვის მნიშვნელოვანია სწორი არჩევანი.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Mode: Windows only ან Mixed Mode. Mixed Mode-ში დააყენეთ ძლიერი პაროლი sa-სთვის.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ინსტალაციის შემდეგ დააინსტალირეთ Cumulative Update-ები და შეამოწმეთ სერვისები Configuration Manager-ით.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პირველი შეერთება და სერვერის შემოწმება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SSMS-ში ახალი Query ფანჯარა იხსნება Ctrl+N-ით. ქვემოთ მოცემული ბრძანებები ამოწმებს სერვერის ვერსიას, გამოცემას და არსებულ ბაზებს.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@@VERSION აბრუნებს სრულ ინფორმაციას; SERVERPROPERTY — ცალკეულ თვისებებს. sys.databases — სისტემური კატალოგი.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481328"/>
            <a:ext cx="8686800" cy="3456432"/>
          </a:xfrm>
          <a:prstGeom prst="roundRect">
            <a:avLst>
              <a:gd name="adj" fmla="val 1323"/>
            </a:avLst>
          </a:prstGeom>
          <a:solidFill>
            <a:srgbClr val="E8EEF4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7" name="Text 5"/>
          <p:cNvSpPr/>
          <p:nvPr/>
        </p:nvSpPr>
        <p:spPr>
          <a:xfrm>
            <a:off x="411480" y="1591056"/>
            <a:ext cx="8321040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@@VERSION AS FullVersion;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SERVERPROPERTY('ProductVersion') AS Version,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SERVERPROPERTY('Edition') AS Edition,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SERVERPROPERTY('ProductLevel') AS CU_Level;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database_id, create_date, recovery_model_desc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sys.databases ORDER BY name;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პრაქტიკული რეკომენდაციები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859536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გაუშვით SQL Server და SQL Server Agent სერვისები; Startup Type — Automatic.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შექმენით სატესტო ბაზა და შეასრულეთ მარტივი SELECT, რათა დარწმუნდეთ, რომ ყველაფერი მუშაობს.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არ გამოიყენოთ sa ყოველდღიურად; შეზღუდეთ დისტანციური წვდომა Firewall-ით.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გაეცანით Object Explorer-ის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კონტექსტურ მენიუს.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შეინახეთ შეერთების ინფორმაცია უსაფრთხოდ.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568</Words>
  <Application>Microsoft Office PowerPoint</Application>
  <PresentationFormat>On-screen Show (16:9)</PresentationFormat>
  <Paragraphs>51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Soso Kartvelishvili</cp:lastModifiedBy>
  <cp:revision>3</cp:revision>
  <dcterms:created xsi:type="dcterms:W3CDTF">2026-08-31T08:03:35Z</dcterms:created>
  <dcterms:modified xsi:type="dcterms:W3CDTF">2026-08-31T08:06:33Z</dcterms:modified>
</cp:coreProperties>
</file>