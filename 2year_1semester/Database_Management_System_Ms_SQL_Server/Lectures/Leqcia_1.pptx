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61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6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24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ECAD6-4D00-46A6-8B82-1748FFBDB7A3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61C88-8000-4D62-85CF-C286DA51345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3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1B7786-12EA-4848-8B84-B5DA6E6E29C2}" type="slidenum">
              <a:rPr lang="ru-RU"/>
              <a:pPr/>
              <a:t>3</a:t>
            </a:fld>
            <a:endParaRPr lang="ru-RU"/>
          </a:p>
        </p:txBody>
      </p:sp>
      <p:sp>
        <p:nvSpPr>
          <p:cNvPr id="1781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00A52BD-11AA-401C-A515-BFE5D4AFFD2F}" type="slidenum">
              <a:rPr lang="ru-RU" sz="1200">
                <a:latin typeface="Arial" charset="0"/>
              </a:rPr>
              <a:pPr algn="r"/>
              <a:t>3</a:t>
            </a:fld>
            <a:endParaRPr lang="ru-RU" sz="1200">
              <a:latin typeface="Arial" charset="0"/>
            </a:endParaRPr>
          </a:p>
        </p:txBody>
      </p:sp>
      <p:sp>
        <p:nvSpPr>
          <p:cNvPr id="178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916953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C13A77-F8AA-4E60-899A-61B716448AFC}" type="slidenum">
              <a:rPr lang="ru-RU"/>
              <a:pPr/>
              <a:t>4</a:t>
            </a:fld>
            <a:endParaRPr lang="ru-RU"/>
          </a:p>
        </p:txBody>
      </p:sp>
      <p:sp>
        <p:nvSpPr>
          <p:cNvPr id="1792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9558E59-DB07-4A40-8C72-79638520C620}" type="slidenum">
              <a:rPr lang="ru-RU" sz="1200">
                <a:latin typeface="Arial" charset="0"/>
              </a:rPr>
              <a:pPr algn="r"/>
              <a:t>4</a:t>
            </a:fld>
            <a:endParaRPr lang="ru-RU" sz="1200">
              <a:latin typeface="Arial" charset="0"/>
            </a:endParaRPr>
          </a:p>
        </p:txBody>
      </p:sp>
      <p:sp>
        <p:nvSpPr>
          <p:cNvPr id="179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633968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410B5-BAA2-44A1-81B5-FD805E4D497C}" type="slidenum">
              <a:rPr lang="ru-RU"/>
              <a:pPr/>
              <a:t>5</a:t>
            </a:fld>
            <a:endParaRPr lang="ru-RU"/>
          </a:p>
        </p:txBody>
      </p:sp>
      <p:sp>
        <p:nvSpPr>
          <p:cNvPr id="18022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8D078C9-A12A-40E7-B642-AD23458D81EE}" type="slidenum">
              <a:rPr lang="ru-RU" sz="1200">
                <a:latin typeface="Arial" charset="0"/>
              </a:rPr>
              <a:pPr algn="r"/>
              <a:t>5</a:t>
            </a:fld>
            <a:endParaRPr lang="ru-RU" sz="1200">
              <a:latin typeface="Arial" charset="0"/>
            </a:endParaRPr>
          </a:p>
        </p:txBody>
      </p:sp>
      <p:sp>
        <p:nvSpPr>
          <p:cNvPr id="180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028324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2B446A-4511-4F6A-84E8-7C2CE8B9512C}" type="slidenum">
              <a:rPr lang="ru-RU"/>
              <a:pPr/>
              <a:t>6</a:t>
            </a:fld>
            <a:endParaRPr lang="ru-RU"/>
          </a:p>
        </p:txBody>
      </p:sp>
      <p:sp>
        <p:nvSpPr>
          <p:cNvPr id="1812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F8FACBA-5BE3-4DEB-9073-47E3241E4776}" type="slidenum">
              <a:rPr lang="ru-RU" sz="1200">
                <a:latin typeface="Arial" charset="0"/>
              </a:rPr>
              <a:pPr algn="r"/>
              <a:t>6</a:t>
            </a:fld>
            <a:endParaRPr lang="ru-RU" sz="1200">
              <a:latin typeface="Arial" charset="0"/>
            </a:endParaRPr>
          </a:p>
        </p:txBody>
      </p:sp>
      <p:sp>
        <p:nvSpPr>
          <p:cNvPr id="181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96385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7FAC8F-1843-47D1-9187-C14FAA014ED7}" type="slidenum">
              <a:rPr lang="ru-RU"/>
              <a:pPr/>
              <a:t>7</a:t>
            </a:fld>
            <a:endParaRPr lang="ru-RU"/>
          </a:p>
        </p:txBody>
      </p:sp>
      <p:sp>
        <p:nvSpPr>
          <p:cNvPr id="1822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D5B4A5D-D52E-4257-AEF2-891E681DA88F}" type="slidenum">
              <a:rPr lang="ru-RU" sz="1200">
                <a:latin typeface="Arial" charset="0"/>
              </a:rPr>
              <a:pPr algn="r"/>
              <a:t>7</a:t>
            </a:fld>
            <a:endParaRPr lang="ru-RU" sz="1200">
              <a:latin typeface="Arial" charset="0"/>
            </a:endParaRPr>
          </a:p>
        </p:txBody>
      </p:sp>
      <p:sp>
        <p:nvSpPr>
          <p:cNvPr id="182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942201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3C2DF9-19E9-4AC2-AC31-AE9A88E6D373}" type="slidenum">
              <a:rPr lang="ru-RU"/>
              <a:pPr/>
              <a:t>9</a:t>
            </a:fld>
            <a:endParaRPr lang="ru-RU"/>
          </a:p>
        </p:txBody>
      </p:sp>
      <p:sp>
        <p:nvSpPr>
          <p:cNvPr id="18329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80B8BDF-CECF-48F3-BFBE-B58388C47916}" type="slidenum">
              <a:rPr lang="ru-RU" sz="1200">
                <a:latin typeface="Arial" charset="0"/>
              </a:rPr>
              <a:pPr algn="r"/>
              <a:t>9</a:t>
            </a:fld>
            <a:endParaRPr lang="ru-RU" sz="1200">
              <a:latin typeface="Arial" charset="0"/>
            </a:endParaRPr>
          </a:p>
        </p:txBody>
      </p:sp>
      <p:sp>
        <p:nvSpPr>
          <p:cNvPr id="183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29856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5118E1-EF74-4BAB-B446-1CDF6921E24A}" type="slidenum">
              <a:rPr lang="ru-RU"/>
              <a:pPr/>
              <a:t>10</a:t>
            </a:fld>
            <a:endParaRPr lang="ru-RU"/>
          </a:p>
        </p:txBody>
      </p:sp>
      <p:sp>
        <p:nvSpPr>
          <p:cNvPr id="18432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BEB59EB-B09D-4082-9C90-0F48F3640987}" type="slidenum">
              <a:rPr lang="ru-RU" sz="1200">
                <a:latin typeface="Arial" charset="0"/>
              </a:rPr>
              <a:pPr algn="r"/>
              <a:t>10</a:t>
            </a:fld>
            <a:endParaRPr lang="ru-RU" sz="1200">
              <a:latin typeface="Arial" charset="0"/>
            </a:endParaRPr>
          </a:p>
        </p:txBody>
      </p:sp>
      <p:sp>
        <p:nvSpPr>
          <p:cNvPr id="184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334022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6E54C8-3334-41DE-83B3-F0CBADBC41CE}" type="slidenum">
              <a:rPr lang="ru-RU"/>
              <a:pPr/>
              <a:t>11</a:t>
            </a:fld>
            <a:endParaRPr lang="ru-RU"/>
          </a:p>
        </p:txBody>
      </p:sp>
      <p:sp>
        <p:nvSpPr>
          <p:cNvPr id="18534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F4758AB-F839-41EA-8E01-79F24AFB1963}" type="slidenum">
              <a:rPr lang="ru-RU" sz="1200">
                <a:latin typeface="Arial" charset="0"/>
              </a:rPr>
              <a:pPr algn="r"/>
              <a:t>11</a:t>
            </a:fld>
            <a:endParaRPr lang="ru-RU" sz="1200">
              <a:latin typeface="Arial" charset="0"/>
            </a:endParaRPr>
          </a:p>
        </p:txBody>
      </p:sp>
      <p:sp>
        <p:nvSpPr>
          <p:cNvPr id="185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42245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9C2B74-F8B2-4480-ABEB-8DAF9FF99301}" type="slidenum">
              <a:rPr lang="ru-RU"/>
              <a:pPr/>
              <a:t>12</a:t>
            </a:fld>
            <a:endParaRPr lang="ru-RU"/>
          </a:p>
        </p:txBody>
      </p:sp>
      <p:sp>
        <p:nvSpPr>
          <p:cNvPr id="18637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32E9369-F56A-4F0A-875B-272B359729B6}" type="slidenum">
              <a:rPr lang="ru-RU" sz="1200">
                <a:latin typeface="Arial" charset="0"/>
              </a:rPr>
              <a:pPr algn="r"/>
              <a:t>12</a:t>
            </a:fld>
            <a:endParaRPr lang="ru-RU" sz="1200">
              <a:latin typeface="Arial" charset="0"/>
            </a:endParaRPr>
          </a:p>
        </p:txBody>
      </p:sp>
      <p:sp>
        <p:nvSpPr>
          <p:cNvPr id="186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166549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8A376E-7E56-44F5-89CE-5A71A48B5219}" type="slidenum">
              <a:rPr lang="ru-RU"/>
              <a:pPr/>
              <a:t>13</a:t>
            </a:fld>
            <a:endParaRPr lang="ru-RU"/>
          </a:p>
        </p:txBody>
      </p:sp>
      <p:sp>
        <p:nvSpPr>
          <p:cNvPr id="1873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D060FF2-A9C4-4AF8-9BF2-A8B19FA7D052}" type="slidenum">
              <a:rPr lang="ru-RU" sz="1200">
                <a:latin typeface="Arial" charset="0"/>
              </a:rPr>
              <a:pPr algn="r"/>
              <a:t>13</a:t>
            </a:fld>
            <a:endParaRPr lang="ru-RU" sz="1200">
              <a:latin typeface="Arial" charset="0"/>
            </a:endParaRPr>
          </a:p>
        </p:txBody>
      </p:sp>
      <p:sp>
        <p:nvSpPr>
          <p:cNvPr id="187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9438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15FE4B-37C4-4587-91AC-445C2AAB17BB}" type="slidenum">
              <a:rPr lang="ru-RU"/>
              <a:pPr/>
              <a:t>14</a:t>
            </a:fld>
            <a:endParaRPr lang="ru-RU"/>
          </a:p>
        </p:txBody>
      </p:sp>
      <p:sp>
        <p:nvSpPr>
          <p:cNvPr id="18841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59606FA-B9E8-47AC-8678-6859B1A2D1FA}" type="slidenum">
              <a:rPr lang="ru-RU" sz="1200">
                <a:latin typeface="Arial" charset="0"/>
              </a:rPr>
              <a:pPr algn="r"/>
              <a:t>14</a:t>
            </a:fld>
            <a:endParaRPr lang="ru-RU" sz="1200">
              <a:latin typeface="Arial" charset="0"/>
            </a:endParaRPr>
          </a:p>
        </p:txBody>
      </p:sp>
      <p:sp>
        <p:nvSpPr>
          <p:cNvPr id="188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691094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3ECB86-9B0A-42BA-8BD5-22B11C8620D8}" type="slidenum">
              <a:rPr lang="ru-RU"/>
              <a:pPr/>
              <a:t>15</a:t>
            </a:fld>
            <a:endParaRPr lang="ru-RU"/>
          </a:p>
        </p:txBody>
      </p:sp>
      <p:sp>
        <p:nvSpPr>
          <p:cNvPr id="18944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E1B4C91-BD82-4881-9DBB-D065C2D17A50}" type="slidenum">
              <a:rPr lang="ru-RU" sz="1200">
                <a:latin typeface="Arial" charset="0"/>
              </a:rPr>
              <a:pPr algn="r"/>
              <a:t>15</a:t>
            </a:fld>
            <a:endParaRPr lang="ru-RU" sz="1200">
              <a:latin typeface="Arial" charset="0"/>
            </a:endParaRPr>
          </a:p>
        </p:txBody>
      </p:sp>
      <p:sp>
        <p:nvSpPr>
          <p:cNvPr id="189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20576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ubtitle 2"/>
          <p:cNvSpPr>
            <a:spLocks noGrp="1"/>
          </p:cNvSpPr>
          <p:nvPr>
            <p:ph type="subTitle" idx="1"/>
          </p:nvPr>
        </p:nvSpPr>
        <p:spPr>
          <a:xfrm>
            <a:off x="5033963" y="2698750"/>
            <a:ext cx="3362325" cy="1460500"/>
          </a:xfrm>
        </p:spPr>
        <p:txBody>
          <a:bodyPr lIns="91431" tIns="45716" rIns="91431" bIns="45716"/>
          <a:lstStyle/>
          <a:p>
            <a:pPr>
              <a:defRPr/>
            </a:pPr>
            <a:endParaRPr smtClean="0">
              <a:latin typeface="Kolkheti Mtavruli"/>
            </a:endParaRPr>
          </a:p>
        </p:txBody>
      </p:sp>
      <p:pic>
        <p:nvPicPr>
          <p:cNvPr id="1945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691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0" y="2590800"/>
            <a:ext cx="6553200" cy="1524000"/>
          </a:xfrm>
        </p:spPr>
        <p:txBody>
          <a:bodyPr anchor="b">
            <a:normAutofit/>
          </a:bodyPr>
          <a:lstStyle/>
          <a:p>
            <a:pPr marL="0" indent="0"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ka-GE" sz="4000" b="1" smtClean="0">
                <a:solidFill>
                  <a:srgbClr val="443329"/>
                </a:solidFill>
              </a:rPr>
              <a:t>ლექცია 1</a:t>
            </a:r>
            <a:endParaRPr lang="en-US" sz="4000" b="1" smtClean="0">
              <a:solidFill>
                <a:srgbClr val="443329"/>
              </a:solidFill>
            </a:endParaRPr>
          </a:p>
          <a:p>
            <a:pPr marL="0" indent="0"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ka-GE" sz="4000" b="1" smtClean="0">
                <a:solidFill>
                  <a:srgbClr val="443329"/>
                </a:solidFill>
              </a:rPr>
              <a:t> საინფორმაციო სისტემები</a:t>
            </a:r>
            <a:endParaRPr lang="ru-RU" sz="4000" b="1" smtClean="0">
              <a:solidFill>
                <a:srgbClr val="44332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93A25EA3-CF78-4AD7-BC56-B5E8B631C89C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3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512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განსაზღვრებები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414338" y="892175"/>
            <a:ext cx="8450262" cy="468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0850" indent="-450850" eaLnBrk="0" hangingPunct="0">
              <a:spcBef>
                <a:spcPct val="50000"/>
              </a:spcBef>
              <a:buFont typeface="Wingdings" pitchFamily="2" charset="2"/>
              <a:buNone/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მონაცემთა ბაზები (მბ)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</a:t>
            </a:r>
            <a:r>
              <a:rPr lang="ka-GE" sz="2000">
                <a:latin typeface="Arial" charset="0"/>
              </a:rPr>
              <a:t>რაიმე საგნობრივი სფეროს შესახებ მონაცემების საცავი, რომელიც ორგანიზებულია სპეციალური სტრუქტურის სახით</a:t>
            </a:r>
            <a:r>
              <a:rPr lang="ru-RU" sz="2000">
                <a:latin typeface="Arial" charset="0"/>
              </a:rPr>
              <a:t>. </a:t>
            </a:r>
          </a:p>
          <a:p>
            <a:pPr marL="450850" indent="-450850" eaLnBrk="0" hangingPunct="0">
              <a:spcBef>
                <a:spcPct val="20000"/>
              </a:spcBef>
              <a:buFont typeface="Wingdings" pitchFamily="2" charset="2"/>
              <a:buNone/>
            </a:pPr>
            <a:r>
              <a:rPr lang="ru-RU" sz="2000">
                <a:latin typeface="Arial" charset="0"/>
              </a:rPr>
              <a:t>	</a:t>
            </a:r>
            <a:r>
              <a:rPr lang="ka-GE" sz="2000">
                <a:latin typeface="Arial" charset="0"/>
              </a:rPr>
              <a:t>მნიშვნელოვანია</a:t>
            </a:r>
            <a:r>
              <a:rPr lang="ru-RU" sz="2000">
                <a:latin typeface="Arial" charset="0"/>
              </a:rPr>
              <a:t>:</a:t>
            </a: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მონაცემები, რაიმე სფეროს შესახებ (არა ყველაფრის შესახებ)</a:t>
            </a:r>
            <a:endParaRPr lang="ru-RU" sz="2000">
              <a:latin typeface="Arial" charset="0"/>
            </a:endParaRP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მოწესრიგებული</a:t>
            </a:r>
            <a:endParaRPr lang="ru-RU" sz="2000">
              <a:latin typeface="Arial" charset="0"/>
            </a:endParaRPr>
          </a:p>
          <a:p>
            <a:pPr marL="450850" indent="-450850" eaLnBrk="0" hangingPunct="0">
              <a:spcBef>
                <a:spcPct val="50000"/>
              </a:spcBef>
              <a:buFont typeface="Wingdings" pitchFamily="2" charset="2"/>
              <a:buNone/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მონაცემთა ბაზების მართვის სისტემა (მბმს)</a:t>
            </a:r>
            <a:r>
              <a:rPr lang="ru-RU" sz="2000">
                <a:latin typeface="Arial" charset="0"/>
              </a:rPr>
              <a:t> –</a:t>
            </a:r>
            <a:r>
              <a:rPr lang="ka-GE" sz="2000">
                <a:latin typeface="Arial" charset="0"/>
              </a:rPr>
              <a:t> ეს არის მონაცემთა ბაზებთან სამუშაო პროგრამული უზრუნველყოფა.</a:t>
            </a:r>
            <a:r>
              <a:rPr lang="ru-RU" sz="2000">
                <a:latin typeface="Arial" charset="0"/>
              </a:rPr>
              <a:t> </a:t>
            </a:r>
          </a:p>
          <a:p>
            <a:pPr marL="450850" indent="-450850" eaLnBrk="0" hangingPunct="0">
              <a:spcBef>
                <a:spcPct val="20000"/>
              </a:spcBef>
              <a:buFont typeface="Wingdings" pitchFamily="2" charset="2"/>
              <a:buNone/>
            </a:pPr>
            <a:r>
              <a:rPr lang="ru-RU" sz="2000">
                <a:latin typeface="Arial" charset="0"/>
              </a:rPr>
              <a:t>	</a:t>
            </a:r>
            <a:r>
              <a:rPr lang="ka-GE" sz="2000">
                <a:latin typeface="Arial" charset="0"/>
              </a:rPr>
              <a:t>ფუნქციები</a:t>
            </a:r>
            <a:r>
              <a:rPr lang="ru-RU" sz="2000">
                <a:latin typeface="Arial" charset="0"/>
              </a:rPr>
              <a:t>:</a:t>
            </a: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მბ-ში ინფორმაციის მოძებნა</a:t>
            </a:r>
            <a:endParaRPr lang="ru-RU" sz="2000">
              <a:latin typeface="Arial" charset="0"/>
            </a:endParaRP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მარტივი გამოთვლების შესრულება</a:t>
            </a:r>
            <a:endParaRPr lang="ru-RU" sz="2000">
              <a:latin typeface="Arial" charset="0"/>
            </a:endParaRP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ანგარიშების გამოტანა ბეჭდვაზე</a:t>
            </a:r>
            <a:endParaRPr lang="ru-RU" sz="2000">
              <a:latin typeface="Arial" charset="0"/>
            </a:endParaRPr>
          </a:p>
          <a:p>
            <a:pPr marL="990600" lvl="1" indent="-360363" eaLnBrk="0" hangingPunct="0">
              <a:spcBef>
                <a:spcPct val="20000"/>
              </a:spcBef>
              <a:buFont typeface="Wingdings" pitchFamily="2" charset="2"/>
              <a:buChar char="q"/>
            </a:pPr>
            <a:r>
              <a:rPr lang="ka-GE" sz="2000">
                <a:latin typeface="Arial" charset="0"/>
              </a:rPr>
              <a:t>მბ-ის რედაქტირება</a:t>
            </a:r>
            <a:endParaRPr lang="ru-RU" sz="2000">
              <a:latin typeface="Arial" charset="0"/>
            </a:endParaRPr>
          </a:p>
        </p:txBody>
      </p:sp>
      <p:sp>
        <p:nvSpPr>
          <p:cNvPr id="218123" name="AutoShape 11"/>
          <p:cNvSpPr>
            <a:spLocks noChangeArrowheads="1"/>
          </p:cNvSpPr>
          <p:nvPr/>
        </p:nvSpPr>
        <p:spPr bwMode="auto">
          <a:xfrm>
            <a:off x="1576388" y="5978525"/>
            <a:ext cx="6042025" cy="614363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2700">
            <a:noFill/>
            <a:round/>
            <a:headEnd/>
            <a:tailEnd type="none" w="lg" len="lg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a-GE" sz="2000" b="1">
                <a:solidFill>
                  <a:schemeClr val="accent2"/>
                </a:solidFill>
                <a:latin typeface="Arial" charset="0"/>
              </a:rPr>
              <a:t>საინფორმაციო სისტემა</a:t>
            </a:r>
            <a:r>
              <a:rPr lang="ru-RU" sz="2000">
                <a:latin typeface="Arial" charset="0"/>
              </a:rPr>
              <a:t> –</a:t>
            </a:r>
            <a:r>
              <a:rPr lang="ka-GE" sz="2000">
                <a:latin typeface="Arial" charset="0"/>
              </a:rPr>
              <a:t>ეს არის   მბ</a:t>
            </a:r>
            <a:r>
              <a:rPr lang="ru-RU" sz="2000">
                <a:latin typeface="Arial" charset="0"/>
              </a:rPr>
              <a:t>+</a:t>
            </a:r>
            <a:r>
              <a:rPr lang="ka-GE" sz="2000">
                <a:latin typeface="Arial" charset="0"/>
              </a:rPr>
              <a:t>მბმს</a:t>
            </a:r>
            <a:r>
              <a:rPr lang="ru-RU" sz="2000">
                <a:latin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8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8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8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8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8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8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8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8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8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0" grpId="0" build="p" bldLvl="2" autoUpdateAnimBg="0"/>
      <p:bldP spid="2181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E1496178-5A20-4B51-AE28-0A2029838765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4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6147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საინფორმაციო სისტემების ტიპები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67268" name="Rectangle 4"/>
          <p:cNvSpPr>
            <a:spLocks noChangeArrowheads="1"/>
          </p:cNvSpPr>
          <p:nvPr/>
        </p:nvSpPr>
        <p:spPr bwMode="auto">
          <a:xfrm>
            <a:off x="385763" y="889000"/>
            <a:ext cx="8404225" cy="579120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263525" indent="-263525" algn="ctr">
              <a:buFontTx/>
              <a:buChar char="•"/>
            </a:pPr>
            <a:r>
              <a:rPr lang="ka-GE" sz="2400" b="1" dirty="0">
                <a:solidFill>
                  <a:srgbClr val="FF0000"/>
                </a:solidFill>
                <a:latin typeface="Arial" charset="0"/>
              </a:rPr>
              <a:t>ლოკალური საინფორმაციო სისტემები</a:t>
            </a:r>
            <a:r>
              <a:rPr lang="ru-RU" sz="2400" dirty="0">
                <a:solidFill>
                  <a:srgbClr val="FF0000"/>
                </a:solidFill>
                <a:latin typeface="Arial" charset="0"/>
              </a:rPr>
              <a:t> </a:t>
            </a:r>
            <a:br>
              <a:rPr lang="ru-RU" sz="2400" dirty="0">
                <a:solidFill>
                  <a:srgbClr val="FF0000"/>
                </a:solidFill>
                <a:latin typeface="Arial" charset="0"/>
              </a:rPr>
            </a:br>
            <a:r>
              <a:rPr lang="ru-RU" sz="2400" dirty="0">
                <a:latin typeface="Arial" charset="0"/>
              </a:rPr>
              <a:t>   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</a:t>
            </a:r>
            <a:r>
              <a:rPr lang="ka-GE" sz="2400" dirty="0">
                <a:latin typeface="Arial" charset="0"/>
              </a:rPr>
              <a:t> და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მბმს </a:t>
            </a:r>
            <a:r>
              <a:rPr lang="ka-GE" sz="2400" dirty="0">
                <a:latin typeface="Arial" charset="0"/>
              </a:rPr>
              <a:t>განთავსებულია ერთსა და იმავე კომპიუტერზე</a:t>
            </a:r>
            <a:r>
              <a:rPr lang="ru-RU" sz="2400" dirty="0">
                <a:latin typeface="Arial" charset="0"/>
              </a:rPr>
              <a:t>.</a:t>
            </a:r>
            <a:endParaRPr lang="ka-GE" sz="2400" dirty="0">
              <a:latin typeface="Arial" charset="0"/>
            </a:endParaRPr>
          </a:p>
          <a:p>
            <a:pPr marL="263525" indent="-263525" algn="ctr">
              <a:buFontTx/>
              <a:buChar char="•"/>
            </a:pPr>
            <a:endParaRPr lang="ru-RU" sz="2400" dirty="0">
              <a:latin typeface="Arial" charset="0"/>
            </a:endParaRPr>
          </a:p>
          <a:p>
            <a:pPr marL="263525" indent="-263525" algn="ctr">
              <a:spcBef>
                <a:spcPct val="50000"/>
              </a:spcBef>
              <a:buFontTx/>
              <a:buChar char="•"/>
            </a:pPr>
            <a:r>
              <a:rPr lang="ka-GE" sz="2400" b="1" dirty="0">
                <a:solidFill>
                  <a:srgbClr val="FF0000"/>
                </a:solidFill>
                <a:latin typeface="Arial" charset="0"/>
              </a:rPr>
              <a:t>ფაილ-სერვერული</a:t>
            </a:r>
            <a:r>
              <a:rPr lang="ru-RU" sz="2400" dirty="0">
                <a:solidFill>
                  <a:srgbClr val="FF0000"/>
                </a:solidFill>
                <a:latin typeface="Arial" charset="0"/>
              </a:rPr>
              <a:t/>
            </a:r>
            <a:br>
              <a:rPr lang="ru-RU" sz="2400" dirty="0">
                <a:solidFill>
                  <a:srgbClr val="FF0000"/>
                </a:solidFill>
                <a:latin typeface="Arial" charset="0"/>
              </a:rPr>
            </a:br>
            <a:r>
              <a:rPr lang="ru-RU" sz="2400" dirty="0">
                <a:latin typeface="Arial" charset="0"/>
              </a:rPr>
              <a:t>   </a:t>
            </a:r>
            <a:r>
              <a:rPr lang="ru-RU" sz="2400" dirty="0">
                <a:solidFill>
                  <a:srgbClr val="FF6699"/>
                </a:solidFill>
                <a:latin typeface="Arial" charset="0"/>
              </a:rPr>
              <a:t>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</a:t>
            </a:r>
            <a:r>
              <a:rPr lang="ka-GE" sz="2400" dirty="0">
                <a:latin typeface="Arial" charset="0"/>
              </a:rPr>
              <a:t> განთავსებულია ქსელის სერვერზე (ფაილურ სერვერზე), ხოლო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მბმს</a:t>
            </a:r>
            <a:r>
              <a:rPr lang="ka-GE" sz="2400" dirty="0">
                <a:latin typeface="Arial" charset="0"/>
              </a:rPr>
              <a:t> მომხმარებლის კომპიუტერზე</a:t>
            </a:r>
            <a:r>
              <a:rPr lang="ru-RU" sz="2400" dirty="0">
                <a:latin typeface="Arial" charset="0"/>
              </a:rPr>
              <a:t>.</a:t>
            </a:r>
            <a:endParaRPr lang="ka-GE" sz="2400" dirty="0">
              <a:latin typeface="Arial" charset="0"/>
            </a:endParaRPr>
          </a:p>
          <a:p>
            <a:pPr marL="263525" indent="-263525" algn="ctr">
              <a:spcBef>
                <a:spcPct val="50000"/>
              </a:spcBef>
              <a:buFontTx/>
              <a:buChar char="•"/>
            </a:pPr>
            <a:endParaRPr lang="ru-RU" sz="2400" dirty="0">
              <a:latin typeface="Arial" charset="0"/>
            </a:endParaRPr>
          </a:p>
          <a:p>
            <a:pPr marL="263525" indent="-263525" algn="ctr">
              <a:spcBef>
                <a:spcPct val="50000"/>
              </a:spcBef>
              <a:buFontTx/>
              <a:buChar char="•"/>
            </a:pPr>
            <a:r>
              <a:rPr lang="ka-GE" sz="2400" b="1" dirty="0">
                <a:solidFill>
                  <a:srgbClr val="FF0000"/>
                </a:solidFill>
                <a:latin typeface="Arial" charset="0"/>
              </a:rPr>
              <a:t>კლიენტ-სერვერული</a:t>
            </a:r>
            <a:r>
              <a:rPr lang="ru-RU" sz="2400" b="1" dirty="0">
                <a:solidFill>
                  <a:srgbClr val="FF0000"/>
                </a:solidFill>
                <a:latin typeface="Arial" charset="0"/>
              </a:rPr>
              <a:t/>
            </a:r>
            <a:br>
              <a:rPr lang="ru-RU" sz="2400" b="1" dirty="0">
                <a:solidFill>
                  <a:srgbClr val="FF0000"/>
                </a:solidFill>
                <a:latin typeface="Arial" charset="0"/>
              </a:rPr>
            </a:br>
            <a:r>
              <a:rPr lang="ru-RU" sz="2400" dirty="0">
                <a:latin typeface="Arial" charset="0"/>
              </a:rPr>
              <a:t>   </a:t>
            </a:r>
            <a:r>
              <a:rPr lang="ru-RU" sz="2400" dirty="0">
                <a:solidFill>
                  <a:srgbClr val="FF6699"/>
                </a:solidFill>
                <a:latin typeface="Arial" charset="0"/>
              </a:rPr>
              <a:t>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 </a:t>
            </a:r>
            <a:r>
              <a:rPr lang="ka-GE" sz="2400" dirty="0">
                <a:latin typeface="Arial" charset="0"/>
              </a:rPr>
              <a:t>და ძირითადი </a:t>
            </a:r>
            <a:r>
              <a:rPr lang="ka-GE" sz="2400" dirty="0">
                <a:solidFill>
                  <a:srgbClr val="FF6699"/>
                </a:solidFill>
                <a:latin typeface="Arial" charset="0"/>
              </a:rPr>
              <a:t>მბმს</a:t>
            </a:r>
            <a:r>
              <a:rPr lang="ka-GE" sz="2400" dirty="0">
                <a:latin typeface="Arial" charset="0"/>
              </a:rPr>
              <a:t> განთავსებულია სერვერზე, ხოლო კლიენტური მბმს</a:t>
            </a:r>
            <a:r>
              <a:rPr lang="ru-RU" sz="2400" dirty="0">
                <a:latin typeface="Arial" charset="0"/>
              </a:rPr>
              <a:t> </a:t>
            </a:r>
            <a:r>
              <a:rPr lang="ka-GE" sz="2400" dirty="0">
                <a:latin typeface="Arial" charset="0"/>
              </a:rPr>
              <a:t>განთავსებულია სამუშაო სადგურზე,რომელიც უგზავნის მოთხოვნას სერვერს და ეკრანზე გამოყავს შედეგები</a:t>
            </a:r>
            <a:r>
              <a:rPr lang="ka-GE" sz="2800" dirty="0">
                <a:latin typeface="Arial" charset="0"/>
              </a:rPr>
              <a:t>.</a:t>
            </a:r>
            <a:endParaRPr lang="ru-RU" sz="2800" dirty="0">
              <a:latin typeface="Arial" charset="0"/>
            </a:endParaRPr>
          </a:p>
          <a:p>
            <a:pPr marL="263525" indent="-263525">
              <a:buFontTx/>
              <a:buChar char="•"/>
            </a:pPr>
            <a:endParaRPr lang="ru-RU" sz="28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7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8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EF2FBD5B-9ECE-40C0-B44E-C70BF04FEDE9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5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7171" name="Line 2"/>
          <p:cNvSpPr>
            <a:spLocks noChangeShapeType="1"/>
          </p:cNvSpPr>
          <p:nvPr/>
        </p:nvSpPr>
        <p:spPr bwMode="auto">
          <a:xfrm>
            <a:off x="350838" y="898525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ლოკალური საინფორაციო სისტემა (ლსს)</a:t>
            </a:r>
            <a:endParaRPr lang="ru-RU" sz="3000" b="1">
              <a:latin typeface="Arial" charset="0"/>
            </a:endParaRPr>
          </a:p>
        </p:txBody>
      </p:sp>
      <p:grpSp>
        <p:nvGrpSpPr>
          <p:cNvPr id="2" name="Group 162"/>
          <p:cNvGrpSpPr>
            <a:grpSpLocks/>
          </p:cNvGrpSpPr>
          <p:nvPr/>
        </p:nvGrpSpPr>
        <p:grpSpPr bwMode="auto">
          <a:xfrm>
            <a:off x="1963738" y="984250"/>
            <a:ext cx="3930650" cy="1484313"/>
            <a:chOff x="1237" y="620"/>
            <a:chExt cx="2476" cy="935"/>
          </a:xfrm>
        </p:grpSpPr>
        <p:sp>
          <p:nvSpPr>
            <p:cNvPr id="7185" name="Freeform 148"/>
            <p:cNvSpPr>
              <a:spLocks/>
            </p:cNvSpPr>
            <p:nvPr/>
          </p:nvSpPr>
          <p:spPr bwMode="auto">
            <a:xfrm>
              <a:off x="2118" y="1377"/>
              <a:ext cx="489" cy="46"/>
            </a:xfrm>
            <a:custGeom>
              <a:avLst/>
              <a:gdLst>
                <a:gd name="T0" fmla="*/ 0 w 489"/>
                <a:gd name="T1" fmla="*/ 46 h 46"/>
                <a:gd name="T2" fmla="*/ 131 w 489"/>
                <a:gd name="T3" fmla="*/ 10 h 46"/>
                <a:gd name="T4" fmla="*/ 287 w 489"/>
                <a:gd name="T5" fmla="*/ 41 h 46"/>
                <a:gd name="T6" fmla="*/ 489 w 48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9"/>
                <a:gd name="T13" fmla="*/ 0 h 46"/>
                <a:gd name="T14" fmla="*/ 489 w 489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9" h="46">
                  <a:moveTo>
                    <a:pt x="0" y="46"/>
                  </a:moveTo>
                  <a:cubicBezTo>
                    <a:pt x="41" y="38"/>
                    <a:pt x="83" y="11"/>
                    <a:pt x="131" y="10"/>
                  </a:cubicBezTo>
                  <a:cubicBezTo>
                    <a:pt x="179" y="9"/>
                    <a:pt x="227" y="43"/>
                    <a:pt x="287" y="41"/>
                  </a:cubicBezTo>
                  <a:cubicBezTo>
                    <a:pt x="347" y="39"/>
                    <a:pt x="447" y="9"/>
                    <a:pt x="48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360" y="620"/>
              <a:ext cx="1353" cy="903"/>
              <a:chOff x="425" y="2794"/>
              <a:chExt cx="1303" cy="1003"/>
            </a:xfrm>
          </p:grpSpPr>
          <p:sp>
            <p:nvSpPr>
              <p:cNvPr id="7189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425" y="2794"/>
                <a:ext cx="1303" cy="10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0" name="Freeform 8"/>
              <p:cNvSpPr>
                <a:spLocks/>
              </p:cNvSpPr>
              <p:nvPr/>
            </p:nvSpPr>
            <p:spPr bwMode="auto">
              <a:xfrm>
                <a:off x="584" y="3671"/>
                <a:ext cx="19" cy="34"/>
              </a:xfrm>
              <a:custGeom>
                <a:avLst/>
                <a:gdLst>
                  <a:gd name="T0" fmla="*/ 19 w 19"/>
                  <a:gd name="T1" fmla="*/ 0 h 34"/>
                  <a:gd name="T2" fmla="*/ 19 w 19"/>
                  <a:gd name="T3" fmla="*/ 11 h 34"/>
                  <a:gd name="T4" fmla="*/ 12 w 19"/>
                  <a:gd name="T5" fmla="*/ 12 h 34"/>
                  <a:gd name="T6" fmla="*/ 4 w 19"/>
                  <a:gd name="T7" fmla="*/ 16 h 34"/>
                  <a:gd name="T8" fmla="*/ 3 w 19"/>
                  <a:gd name="T9" fmla="*/ 27 h 34"/>
                  <a:gd name="T10" fmla="*/ 0 w 19"/>
                  <a:gd name="T11" fmla="*/ 34 h 34"/>
                  <a:gd name="T12" fmla="*/ 0 w 19"/>
                  <a:gd name="T13" fmla="*/ 0 h 34"/>
                  <a:gd name="T14" fmla="*/ 19 w 19"/>
                  <a:gd name="T15" fmla="*/ 0 h 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"/>
                  <a:gd name="T25" fmla="*/ 0 h 34"/>
                  <a:gd name="T26" fmla="*/ 19 w 19"/>
                  <a:gd name="T27" fmla="*/ 34 h 3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" h="34">
                    <a:moveTo>
                      <a:pt x="19" y="0"/>
                    </a:moveTo>
                    <a:lnTo>
                      <a:pt x="19" y="11"/>
                    </a:lnTo>
                    <a:lnTo>
                      <a:pt x="12" y="12"/>
                    </a:lnTo>
                    <a:lnTo>
                      <a:pt x="4" y="16"/>
                    </a:lnTo>
                    <a:lnTo>
                      <a:pt x="3" y="27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80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1" name="Freeform 9"/>
              <p:cNvSpPr>
                <a:spLocks/>
              </p:cNvSpPr>
              <p:nvPr/>
            </p:nvSpPr>
            <p:spPr bwMode="auto">
              <a:xfrm>
                <a:off x="627" y="3671"/>
                <a:ext cx="72" cy="36"/>
              </a:xfrm>
              <a:custGeom>
                <a:avLst/>
                <a:gdLst>
                  <a:gd name="T0" fmla="*/ 0 w 72"/>
                  <a:gd name="T1" fmla="*/ 0 h 36"/>
                  <a:gd name="T2" fmla="*/ 72 w 72"/>
                  <a:gd name="T3" fmla="*/ 3 h 36"/>
                  <a:gd name="T4" fmla="*/ 68 w 72"/>
                  <a:gd name="T5" fmla="*/ 13 h 36"/>
                  <a:gd name="T6" fmla="*/ 64 w 72"/>
                  <a:gd name="T7" fmla="*/ 26 h 36"/>
                  <a:gd name="T8" fmla="*/ 62 w 72"/>
                  <a:gd name="T9" fmla="*/ 36 h 36"/>
                  <a:gd name="T10" fmla="*/ 39 w 72"/>
                  <a:gd name="T11" fmla="*/ 33 h 36"/>
                  <a:gd name="T12" fmla="*/ 25 w 72"/>
                  <a:gd name="T13" fmla="*/ 33 h 36"/>
                  <a:gd name="T14" fmla="*/ 22 w 72"/>
                  <a:gd name="T15" fmla="*/ 23 h 36"/>
                  <a:gd name="T16" fmla="*/ 20 w 72"/>
                  <a:gd name="T17" fmla="*/ 14 h 36"/>
                  <a:gd name="T18" fmla="*/ 13 w 72"/>
                  <a:gd name="T19" fmla="*/ 13 h 36"/>
                  <a:gd name="T20" fmla="*/ 7 w 72"/>
                  <a:gd name="T21" fmla="*/ 11 h 36"/>
                  <a:gd name="T22" fmla="*/ 0 w 72"/>
                  <a:gd name="T23" fmla="*/ 11 h 36"/>
                  <a:gd name="T24" fmla="*/ 0 w 72"/>
                  <a:gd name="T25" fmla="*/ 0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2"/>
                  <a:gd name="T40" fmla="*/ 0 h 36"/>
                  <a:gd name="T41" fmla="*/ 72 w 72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2" h="36">
                    <a:moveTo>
                      <a:pt x="0" y="0"/>
                    </a:moveTo>
                    <a:lnTo>
                      <a:pt x="72" y="3"/>
                    </a:lnTo>
                    <a:lnTo>
                      <a:pt x="68" y="13"/>
                    </a:lnTo>
                    <a:lnTo>
                      <a:pt x="64" y="26"/>
                    </a:lnTo>
                    <a:lnTo>
                      <a:pt x="62" y="36"/>
                    </a:lnTo>
                    <a:lnTo>
                      <a:pt x="39" y="33"/>
                    </a:lnTo>
                    <a:lnTo>
                      <a:pt x="25" y="33"/>
                    </a:lnTo>
                    <a:lnTo>
                      <a:pt x="22" y="23"/>
                    </a:lnTo>
                    <a:lnTo>
                      <a:pt x="20" y="14"/>
                    </a:lnTo>
                    <a:lnTo>
                      <a:pt x="13" y="13"/>
                    </a:lnTo>
                    <a:lnTo>
                      <a:pt x="7" y="11"/>
                    </a:ln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2" name="Freeform 10"/>
              <p:cNvSpPr>
                <a:spLocks/>
              </p:cNvSpPr>
              <p:nvPr/>
            </p:nvSpPr>
            <p:spPr bwMode="auto">
              <a:xfrm>
                <a:off x="677" y="3750"/>
                <a:ext cx="35" cy="16"/>
              </a:xfrm>
              <a:custGeom>
                <a:avLst/>
                <a:gdLst>
                  <a:gd name="T0" fmla="*/ 29 w 35"/>
                  <a:gd name="T1" fmla="*/ 0 h 16"/>
                  <a:gd name="T2" fmla="*/ 29 w 35"/>
                  <a:gd name="T3" fmla="*/ 5 h 16"/>
                  <a:gd name="T4" fmla="*/ 31 w 35"/>
                  <a:gd name="T5" fmla="*/ 11 h 16"/>
                  <a:gd name="T6" fmla="*/ 32 w 35"/>
                  <a:gd name="T7" fmla="*/ 13 h 16"/>
                  <a:gd name="T8" fmla="*/ 35 w 35"/>
                  <a:gd name="T9" fmla="*/ 16 h 16"/>
                  <a:gd name="T10" fmla="*/ 5 w 35"/>
                  <a:gd name="T11" fmla="*/ 16 h 16"/>
                  <a:gd name="T12" fmla="*/ 0 w 35"/>
                  <a:gd name="T13" fmla="*/ 12 h 16"/>
                  <a:gd name="T14" fmla="*/ 12 w 35"/>
                  <a:gd name="T15" fmla="*/ 9 h 16"/>
                  <a:gd name="T16" fmla="*/ 22 w 35"/>
                  <a:gd name="T17" fmla="*/ 5 h 16"/>
                  <a:gd name="T18" fmla="*/ 29 w 35"/>
                  <a:gd name="T19" fmla="*/ 0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5"/>
                  <a:gd name="T31" fmla="*/ 0 h 16"/>
                  <a:gd name="T32" fmla="*/ 35 w 35"/>
                  <a:gd name="T33" fmla="*/ 16 h 1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5" h="16">
                    <a:moveTo>
                      <a:pt x="29" y="0"/>
                    </a:moveTo>
                    <a:lnTo>
                      <a:pt x="29" y="5"/>
                    </a:lnTo>
                    <a:lnTo>
                      <a:pt x="31" y="11"/>
                    </a:lnTo>
                    <a:lnTo>
                      <a:pt x="32" y="13"/>
                    </a:lnTo>
                    <a:lnTo>
                      <a:pt x="35" y="16"/>
                    </a:lnTo>
                    <a:lnTo>
                      <a:pt x="5" y="16"/>
                    </a:lnTo>
                    <a:lnTo>
                      <a:pt x="0" y="12"/>
                    </a:lnTo>
                    <a:lnTo>
                      <a:pt x="12" y="9"/>
                    </a:lnTo>
                    <a:lnTo>
                      <a:pt x="22" y="5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80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3" name="Freeform 11"/>
              <p:cNvSpPr>
                <a:spLocks/>
              </p:cNvSpPr>
              <p:nvPr/>
            </p:nvSpPr>
            <p:spPr bwMode="auto">
              <a:xfrm>
                <a:off x="721" y="3604"/>
                <a:ext cx="535" cy="162"/>
              </a:xfrm>
              <a:custGeom>
                <a:avLst/>
                <a:gdLst>
                  <a:gd name="T0" fmla="*/ 492 w 535"/>
                  <a:gd name="T1" fmla="*/ 9 h 162"/>
                  <a:gd name="T2" fmla="*/ 490 w 535"/>
                  <a:gd name="T3" fmla="*/ 17 h 162"/>
                  <a:gd name="T4" fmla="*/ 485 w 535"/>
                  <a:gd name="T5" fmla="*/ 15 h 162"/>
                  <a:gd name="T6" fmla="*/ 482 w 535"/>
                  <a:gd name="T7" fmla="*/ 20 h 162"/>
                  <a:gd name="T8" fmla="*/ 474 w 535"/>
                  <a:gd name="T9" fmla="*/ 13 h 162"/>
                  <a:gd name="T10" fmla="*/ 297 w 535"/>
                  <a:gd name="T11" fmla="*/ 109 h 162"/>
                  <a:gd name="T12" fmla="*/ 295 w 535"/>
                  <a:gd name="T13" fmla="*/ 109 h 162"/>
                  <a:gd name="T14" fmla="*/ 67 w 535"/>
                  <a:gd name="T15" fmla="*/ 107 h 162"/>
                  <a:gd name="T16" fmla="*/ 66 w 535"/>
                  <a:gd name="T17" fmla="*/ 87 h 162"/>
                  <a:gd name="T18" fmla="*/ 66 w 535"/>
                  <a:gd name="T19" fmla="*/ 70 h 162"/>
                  <a:gd name="T20" fmla="*/ 58 w 535"/>
                  <a:gd name="T21" fmla="*/ 71 h 162"/>
                  <a:gd name="T22" fmla="*/ 40 w 535"/>
                  <a:gd name="T23" fmla="*/ 71 h 162"/>
                  <a:gd name="T24" fmla="*/ 42 w 535"/>
                  <a:gd name="T25" fmla="*/ 83 h 162"/>
                  <a:gd name="T26" fmla="*/ 40 w 535"/>
                  <a:gd name="T27" fmla="*/ 96 h 162"/>
                  <a:gd name="T28" fmla="*/ 36 w 535"/>
                  <a:gd name="T29" fmla="*/ 106 h 162"/>
                  <a:gd name="T30" fmla="*/ 27 w 535"/>
                  <a:gd name="T31" fmla="*/ 114 h 162"/>
                  <a:gd name="T32" fmla="*/ 18 w 535"/>
                  <a:gd name="T33" fmla="*/ 123 h 162"/>
                  <a:gd name="T34" fmla="*/ 7 w 535"/>
                  <a:gd name="T35" fmla="*/ 129 h 162"/>
                  <a:gd name="T36" fmla="*/ 3 w 535"/>
                  <a:gd name="T37" fmla="*/ 136 h 162"/>
                  <a:gd name="T38" fmla="*/ 2 w 535"/>
                  <a:gd name="T39" fmla="*/ 141 h 162"/>
                  <a:gd name="T40" fmla="*/ 2 w 535"/>
                  <a:gd name="T41" fmla="*/ 146 h 162"/>
                  <a:gd name="T42" fmla="*/ 3 w 535"/>
                  <a:gd name="T43" fmla="*/ 153 h 162"/>
                  <a:gd name="T44" fmla="*/ 3 w 535"/>
                  <a:gd name="T45" fmla="*/ 158 h 162"/>
                  <a:gd name="T46" fmla="*/ 0 w 535"/>
                  <a:gd name="T47" fmla="*/ 162 h 162"/>
                  <a:gd name="T48" fmla="*/ 457 w 535"/>
                  <a:gd name="T49" fmla="*/ 162 h 162"/>
                  <a:gd name="T50" fmla="*/ 462 w 535"/>
                  <a:gd name="T51" fmla="*/ 149 h 162"/>
                  <a:gd name="T52" fmla="*/ 469 w 535"/>
                  <a:gd name="T53" fmla="*/ 140 h 162"/>
                  <a:gd name="T54" fmla="*/ 481 w 535"/>
                  <a:gd name="T55" fmla="*/ 128 h 162"/>
                  <a:gd name="T56" fmla="*/ 494 w 535"/>
                  <a:gd name="T57" fmla="*/ 122 h 162"/>
                  <a:gd name="T58" fmla="*/ 503 w 535"/>
                  <a:gd name="T59" fmla="*/ 88 h 162"/>
                  <a:gd name="T60" fmla="*/ 531 w 535"/>
                  <a:gd name="T61" fmla="*/ 27 h 162"/>
                  <a:gd name="T62" fmla="*/ 529 w 535"/>
                  <a:gd name="T63" fmla="*/ 22 h 162"/>
                  <a:gd name="T64" fmla="*/ 535 w 535"/>
                  <a:gd name="T65" fmla="*/ 0 h 162"/>
                  <a:gd name="T66" fmla="*/ 516 w 535"/>
                  <a:gd name="T67" fmla="*/ 0 h 162"/>
                  <a:gd name="T68" fmla="*/ 510 w 535"/>
                  <a:gd name="T69" fmla="*/ 6 h 162"/>
                  <a:gd name="T70" fmla="*/ 492 w 535"/>
                  <a:gd name="T71" fmla="*/ 9 h 16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535"/>
                  <a:gd name="T109" fmla="*/ 0 h 162"/>
                  <a:gd name="T110" fmla="*/ 535 w 535"/>
                  <a:gd name="T111" fmla="*/ 162 h 16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535" h="162">
                    <a:moveTo>
                      <a:pt x="492" y="9"/>
                    </a:moveTo>
                    <a:lnTo>
                      <a:pt x="490" y="17"/>
                    </a:lnTo>
                    <a:lnTo>
                      <a:pt x="485" y="15"/>
                    </a:lnTo>
                    <a:lnTo>
                      <a:pt x="482" y="20"/>
                    </a:lnTo>
                    <a:lnTo>
                      <a:pt x="474" y="13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67" y="107"/>
                    </a:lnTo>
                    <a:lnTo>
                      <a:pt x="66" y="87"/>
                    </a:lnTo>
                    <a:lnTo>
                      <a:pt x="66" y="70"/>
                    </a:lnTo>
                    <a:lnTo>
                      <a:pt x="58" y="71"/>
                    </a:lnTo>
                    <a:lnTo>
                      <a:pt x="40" y="71"/>
                    </a:lnTo>
                    <a:lnTo>
                      <a:pt x="42" y="83"/>
                    </a:lnTo>
                    <a:lnTo>
                      <a:pt x="40" y="96"/>
                    </a:lnTo>
                    <a:lnTo>
                      <a:pt x="36" y="106"/>
                    </a:lnTo>
                    <a:lnTo>
                      <a:pt x="27" y="114"/>
                    </a:lnTo>
                    <a:lnTo>
                      <a:pt x="18" y="123"/>
                    </a:lnTo>
                    <a:lnTo>
                      <a:pt x="7" y="129"/>
                    </a:lnTo>
                    <a:lnTo>
                      <a:pt x="3" y="136"/>
                    </a:lnTo>
                    <a:lnTo>
                      <a:pt x="2" y="141"/>
                    </a:lnTo>
                    <a:lnTo>
                      <a:pt x="2" y="146"/>
                    </a:lnTo>
                    <a:lnTo>
                      <a:pt x="3" y="153"/>
                    </a:lnTo>
                    <a:lnTo>
                      <a:pt x="3" y="158"/>
                    </a:lnTo>
                    <a:lnTo>
                      <a:pt x="0" y="162"/>
                    </a:lnTo>
                    <a:lnTo>
                      <a:pt x="457" y="162"/>
                    </a:lnTo>
                    <a:lnTo>
                      <a:pt x="462" y="149"/>
                    </a:lnTo>
                    <a:lnTo>
                      <a:pt x="469" y="140"/>
                    </a:lnTo>
                    <a:lnTo>
                      <a:pt x="481" y="128"/>
                    </a:lnTo>
                    <a:lnTo>
                      <a:pt x="494" y="122"/>
                    </a:lnTo>
                    <a:lnTo>
                      <a:pt x="503" y="88"/>
                    </a:lnTo>
                    <a:lnTo>
                      <a:pt x="531" y="27"/>
                    </a:lnTo>
                    <a:lnTo>
                      <a:pt x="529" y="22"/>
                    </a:lnTo>
                    <a:lnTo>
                      <a:pt x="535" y="0"/>
                    </a:lnTo>
                    <a:lnTo>
                      <a:pt x="516" y="0"/>
                    </a:lnTo>
                    <a:lnTo>
                      <a:pt x="510" y="6"/>
                    </a:lnTo>
                    <a:lnTo>
                      <a:pt x="492" y="9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4" name="Freeform 12"/>
              <p:cNvSpPr>
                <a:spLocks/>
              </p:cNvSpPr>
              <p:nvPr/>
            </p:nvSpPr>
            <p:spPr bwMode="auto">
              <a:xfrm>
                <a:off x="709" y="3674"/>
                <a:ext cx="38" cy="45"/>
              </a:xfrm>
              <a:custGeom>
                <a:avLst/>
                <a:gdLst>
                  <a:gd name="T0" fmla="*/ 12 w 38"/>
                  <a:gd name="T1" fmla="*/ 45 h 45"/>
                  <a:gd name="T2" fmla="*/ 9 w 38"/>
                  <a:gd name="T3" fmla="*/ 43 h 45"/>
                  <a:gd name="T4" fmla="*/ 5 w 38"/>
                  <a:gd name="T5" fmla="*/ 40 h 45"/>
                  <a:gd name="T6" fmla="*/ 1 w 38"/>
                  <a:gd name="T7" fmla="*/ 37 h 45"/>
                  <a:gd name="T8" fmla="*/ 0 w 38"/>
                  <a:gd name="T9" fmla="*/ 24 h 45"/>
                  <a:gd name="T10" fmla="*/ 3 w 38"/>
                  <a:gd name="T11" fmla="*/ 14 h 45"/>
                  <a:gd name="T12" fmla="*/ 8 w 38"/>
                  <a:gd name="T13" fmla="*/ 6 h 45"/>
                  <a:gd name="T14" fmla="*/ 14 w 38"/>
                  <a:gd name="T15" fmla="*/ 1 h 45"/>
                  <a:gd name="T16" fmla="*/ 23 w 38"/>
                  <a:gd name="T17" fmla="*/ 0 h 45"/>
                  <a:gd name="T18" fmla="*/ 32 w 38"/>
                  <a:gd name="T19" fmla="*/ 2 h 45"/>
                  <a:gd name="T20" fmla="*/ 36 w 38"/>
                  <a:gd name="T21" fmla="*/ 9 h 45"/>
                  <a:gd name="T22" fmla="*/ 38 w 38"/>
                  <a:gd name="T23" fmla="*/ 18 h 45"/>
                  <a:gd name="T24" fmla="*/ 32 w 38"/>
                  <a:gd name="T25" fmla="*/ 27 h 45"/>
                  <a:gd name="T26" fmla="*/ 22 w 38"/>
                  <a:gd name="T27" fmla="*/ 39 h 45"/>
                  <a:gd name="T28" fmla="*/ 12 w 38"/>
                  <a:gd name="T29" fmla="*/ 45 h 4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8"/>
                  <a:gd name="T46" fmla="*/ 0 h 45"/>
                  <a:gd name="T47" fmla="*/ 38 w 38"/>
                  <a:gd name="T48" fmla="*/ 45 h 4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8" h="45">
                    <a:moveTo>
                      <a:pt x="12" y="45"/>
                    </a:moveTo>
                    <a:lnTo>
                      <a:pt x="9" y="43"/>
                    </a:lnTo>
                    <a:lnTo>
                      <a:pt x="5" y="40"/>
                    </a:lnTo>
                    <a:lnTo>
                      <a:pt x="1" y="37"/>
                    </a:lnTo>
                    <a:lnTo>
                      <a:pt x="0" y="24"/>
                    </a:lnTo>
                    <a:lnTo>
                      <a:pt x="3" y="14"/>
                    </a:lnTo>
                    <a:lnTo>
                      <a:pt x="8" y="6"/>
                    </a:lnTo>
                    <a:lnTo>
                      <a:pt x="14" y="1"/>
                    </a:lnTo>
                    <a:lnTo>
                      <a:pt x="23" y="0"/>
                    </a:lnTo>
                    <a:lnTo>
                      <a:pt x="32" y="2"/>
                    </a:lnTo>
                    <a:lnTo>
                      <a:pt x="36" y="9"/>
                    </a:lnTo>
                    <a:lnTo>
                      <a:pt x="38" y="18"/>
                    </a:lnTo>
                    <a:lnTo>
                      <a:pt x="32" y="27"/>
                    </a:lnTo>
                    <a:lnTo>
                      <a:pt x="22" y="39"/>
                    </a:lnTo>
                    <a:lnTo>
                      <a:pt x="12" y="45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5" name="Freeform 13"/>
              <p:cNvSpPr>
                <a:spLocks/>
              </p:cNvSpPr>
              <p:nvPr/>
            </p:nvSpPr>
            <p:spPr bwMode="auto">
              <a:xfrm>
                <a:off x="1068" y="3537"/>
                <a:ext cx="140" cy="45"/>
              </a:xfrm>
              <a:custGeom>
                <a:avLst/>
                <a:gdLst>
                  <a:gd name="T0" fmla="*/ 128 w 140"/>
                  <a:gd name="T1" fmla="*/ 45 h 45"/>
                  <a:gd name="T2" fmla="*/ 128 w 140"/>
                  <a:gd name="T3" fmla="*/ 37 h 45"/>
                  <a:gd name="T4" fmla="*/ 123 w 140"/>
                  <a:gd name="T5" fmla="*/ 34 h 45"/>
                  <a:gd name="T6" fmla="*/ 125 w 140"/>
                  <a:gd name="T7" fmla="*/ 28 h 45"/>
                  <a:gd name="T8" fmla="*/ 140 w 140"/>
                  <a:gd name="T9" fmla="*/ 12 h 45"/>
                  <a:gd name="T10" fmla="*/ 140 w 140"/>
                  <a:gd name="T11" fmla="*/ 6 h 45"/>
                  <a:gd name="T12" fmla="*/ 105 w 140"/>
                  <a:gd name="T13" fmla="*/ 0 h 45"/>
                  <a:gd name="T14" fmla="*/ 84 w 140"/>
                  <a:gd name="T15" fmla="*/ 7 h 45"/>
                  <a:gd name="T16" fmla="*/ 62 w 140"/>
                  <a:gd name="T17" fmla="*/ 12 h 45"/>
                  <a:gd name="T18" fmla="*/ 40 w 140"/>
                  <a:gd name="T19" fmla="*/ 8 h 45"/>
                  <a:gd name="T20" fmla="*/ 21 w 140"/>
                  <a:gd name="T21" fmla="*/ 8 h 45"/>
                  <a:gd name="T22" fmla="*/ 0 w 140"/>
                  <a:gd name="T23" fmla="*/ 13 h 45"/>
                  <a:gd name="T24" fmla="*/ 128 w 140"/>
                  <a:gd name="T25" fmla="*/ 45 h 4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0"/>
                  <a:gd name="T40" fmla="*/ 0 h 45"/>
                  <a:gd name="T41" fmla="*/ 140 w 140"/>
                  <a:gd name="T42" fmla="*/ 45 h 4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0" h="45">
                    <a:moveTo>
                      <a:pt x="128" y="45"/>
                    </a:moveTo>
                    <a:lnTo>
                      <a:pt x="128" y="37"/>
                    </a:lnTo>
                    <a:lnTo>
                      <a:pt x="123" y="34"/>
                    </a:lnTo>
                    <a:lnTo>
                      <a:pt x="125" y="28"/>
                    </a:lnTo>
                    <a:lnTo>
                      <a:pt x="140" y="12"/>
                    </a:lnTo>
                    <a:lnTo>
                      <a:pt x="140" y="6"/>
                    </a:lnTo>
                    <a:lnTo>
                      <a:pt x="105" y="0"/>
                    </a:lnTo>
                    <a:lnTo>
                      <a:pt x="84" y="7"/>
                    </a:lnTo>
                    <a:lnTo>
                      <a:pt x="62" y="12"/>
                    </a:lnTo>
                    <a:lnTo>
                      <a:pt x="40" y="8"/>
                    </a:lnTo>
                    <a:lnTo>
                      <a:pt x="21" y="8"/>
                    </a:lnTo>
                    <a:lnTo>
                      <a:pt x="0" y="13"/>
                    </a:lnTo>
                    <a:lnTo>
                      <a:pt x="128" y="45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6" name="Freeform 14"/>
              <p:cNvSpPr>
                <a:spLocks/>
              </p:cNvSpPr>
              <p:nvPr/>
            </p:nvSpPr>
            <p:spPr bwMode="auto">
              <a:xfrm>
                <a:off x="1591" y="3550"/>
                <a:ext cx="38" cy="216"/>
              </a:xfrm>
              <a:custGeom>
                <a:avLst/>
                <a:gdLst>
                  <a:gd name="T0" fmla="*/ 38 w 38"/>
                  <a:gd name="T1" fmla="*/ 216 h 216"/>
                  <a:gd name="T2" fmla="*/ 38 w 38"/>
                  <a:gd name="T3" fmla="*/ 0 h 216"/>
                  <a:gd name="T4" fmla="*/ 29 w 38"/>
                  <a:gd name="T5" fmla="*/ 30 h 216"/>
                  <a:gd name="T6" fmla="*/ 18 w 38"/>
                  <a:gd name="T7" fmla="*/ 93 h 216"/>
                  <a:gd name="T8" fmla="*/ 1 w 38"/>
                  <a:gd name="T9" fmla="*/ 167 h 216"/>
                  <a:gd name="T10" fmla="*/ 0 w 38"/>
                  <a:gd name="T11" fmla="*/ 216 h 216"/>
                  <a:gd name="T12" fmla="*/ 38 w 38"/>
                  <a:gd name="T13" fmla="*/ 216 h 2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216"/>
                  <a:gd name="T23" fmla="*/ 38 w 38"/>
                  <a:gd name="T24" fmla="*/ 216 h 2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216">
                    <a:moveTo>
                      <a:pt x="38" y="216"/>
                    </a:moveTo>
                    <a:lnTo>
                      <a:pt x="38" y="0"/>
                    </a:lnTo>
                    <a:lnTo>
                      <a:pt x="29" y="30"/>
                    </a:lnTo>
                    <a:lnTo>
                      <a:pt x="18" y="93"/>
                    </a:lnTo>
                    <a:lnTo>
                      <a:pt x="1" y="167"/>
                    </a:lnTo>
                    <a:lnTo>
                      <a:pt x="0" y="216"/>
                    </a:lnTo>
                    <a:lnTo>
                      <a:pt x="38" y="216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7" name="Freeform 15"/>
              <p:cNvSpPr>
                <a:spLocks/>
              </p:cNvSpPr>
              <p:nvPr/>
            </p:nvSpPr>
            <p:spPr bwMode="auto">
              <a:xfrm>
                <a:off x="1335" y="2795"/>
                <a:ext cx="388" cy="474"/>
              </a:xfrm>
              <a:custGeom>
                <a:avLst/>
                <a:gdLst>
                  <a:gd name="T0" fmla="*/ 309 w 388"/>
                  <a:gd name="T1" fmla="*/ 460 h 474"/>
                  <a:gd name="T2" fmla="*/ 332 w 388"/>
                  <a:gd name="T3" fmla="*/ 471 h 474"/>
                  <a:gd name="T4" fmla="*/ 358 w 388"/>
                  <a:gd name="T5" fmla="*/ 474 h 474"/>
                  <a:gd name="T6" fmla="*/ 362 w 388"/>
                  <a:gd name="T7" fmla="*/ 467 h 474"/>
                  <a:gd name="T8" fmla="*/ 388 w 388"/>
                  <a:gd name="T9" fmla="*/ 460 h 474"/>
                  <a:gd name="T10" fmla="*/ 352 w 388"/>
                  <a:gd name="T11" fmla="*/ 449 h 474"/>
                  <a:gd name="T12" fmla="*/ 349 w 388"/>
                  <a:gd name="T13" fmla="*/ 441 h 474"/>
                  <a:gd name="T14" fmla="*/ 372 w 388"/>
                  <a:gd name="T15" fmla="*/ 440 h 474"/>
                  <a:gd name="T16" fmla="*/ 364 w 388"/>
                  <a:gd name="T17" fmla="*/ 435 h 474"/>
                  <a:gd name="T18" fmla="*/ 361 w 388"/>
                  <a:gd name="T19" fmla="*/ 422 h 474"/>
                  <a:gd name="T20" fmla="*/ 339 w 388"/>
                  <a:gd name="T21" fmla="*/ 390 h 474"/>
                  <a:gd name="T22" fmla="*/ 319 w 388"/>
                  <a:gd name="T23" fmla="*/ 327 h 474"/>
                  <a:gd name="T24" fmla="*/ 300 w 388"/>
                  <a:gd name="T25" fmla="*/ 299 h 474"/>
                  <a:gd name="T26" fmla="*/ 279 w 388"/>
                  <a:gd name="T27" fmla="*/ 284 h 474"/>
                  <a:gd name="T28" fmla="*/ 259 w 388"/>
                  <a:gd name="T29" fmla="*/ 288 h 474"/>
                  <a:gd name="T30" fmla="*/ 267 w 388"/>
                  <a:gd name="T31" fmla="*/ 253 h 474"/>
                  <a:gd name="T32" fmla="*/ 275 w 388"/>
                  <a:gd name="T33" fmla="*/ 200 h 474"/>
                  <a:gd name="T34" fmla="*/ 280 w 388"/>
                  <a:gd name="T35" fmla="*/ 155 h 474"/>
                  <a:gd name="T36" fmla="*/ 276 w 388"/>
                  <a:gd name="T37" fmla="*/ 117 h 474"/>
                  <a:gd name="T38" fmla="*/ 270 w 388"/>
                  <a:gd name="T39" fmla="*/ 96 h 474"/>
                  <a:gd name="T40" fmla="*/ 270 w 388"/>
                  <a:gd name="T41" fmla="*/ 79 h 474"/>
                  <a:gd name="T42" fmla="*/ 249 w 388"/>
                  <a:gd name="T43" fmla="*/ 51 h 474"/>
                  <a:gd name="T44" fmla="*/ 209 w 388"/>
                  <a:gd name="T45" fmla="*/ 22 h 474"/>
                  <a:gd name="T46" fmla="*/ 188 w 388"/>
                  <a:gd name="T47" fmla="*/ 21 h 474"/>
                  <a:gd name="T48" fmla="*/ 166 w 388"/>
                  <a:gd name="T49" fmla="*/ 5 h 474"/>
                  <a:gd name="T50" fmla="*/ 130 w 388"/>
                  <a:gd name="T51" fmla="*/ 0 h 474"/>
                  <a:gd name="T52" fmla="*/ 87 w 388"/>
                  <a:gd name="T53" fmla="*/ 18 h 474"/>
                  <a:gd name="T54" fmla="*/ 48 w 388"/>
                  <a:gd name="T55" fmla="*/ 25 h 474"/>
                  <a:gd name="T56" fmla="*/ 13 w 388"/>
                  <a:gd name="T57" fmla="*/ 53 h 474"/>
                  <a:gd name="T58" fmla="*/ 0 w 388"/>
                  <a:gd name="T59" fmla="*/ 73 h 474"/>
                  <a:gd name="T60" fmla="*/ 7 w 388"/>
                  <a:gd name="T61" fmla="*/ 89 h 474"/>
                  <a:gd name="T62" fmla="*/ 30 w 388"/>
                  <a:gd name="T63" fmla="*/ 70 h 474"/>
                  <a:gd name="T64" fmla="*/ 43 w 388"/>
                  <a:gd name="T65" fmla="*/ 66 h 474"/>
                  <a:gd name="T66" fmla="*/ 68 w 388"/>
                  <a:gd name="T67" fmla="*/ 86 h 474"/>
                  <a:gd name="T68" fmla="*/ 77 w 388"/>
                  <a:gd name="T69" fmla="*/ 122 h 474"/>
                  <a:gd name="T70" fmla="*/ 81 w 388"/>
                  <a:gd name="T71" fmla="*/ 168 h 474"/>
                  <a:gd name="T72" fmla="*/ 99 w 388"/>
                  <a:gd name="T73" fmla="*/ 194 h 474"/>
                  <a:gd name="T74" fmla="*/ 110 w 388"/>
                  <a:gd name="T75" fmla="*/ 209 h 474"/>
                  <a:gd name="T76" fmla="*/ 136 w 388"/>
                  <a:gd name="T77" fmla="*/ 220 h 474"/>
                  <a:gd name="T78" fmla="*/ 161 w 388"/>
                  <a:gd name="T79" fmla="*/ 223 h 474"/>
                  <a:gd name="T80" fmla="*/ 175 w 388"/>
                  <a:gd name="T81" fmla="*/ 235 h 474"/>
                  <a:gd name="T82" fmla="*/ 179 w 388"/>
                  <a:gd name="T83" fmla="*/ 247 h 474"/>
                  <a:gd name="T84" fmla="*/ 200 w 388"/>
                  <a:gd name="T85" fmla="*/ 275 h 474"/>
                  <a:gd name="T86" fmla="*/ 226 w 388"/>
                  <a:gd name="T87" fmla="*/ 291 h 474"/>
                  <a:gd name="T88" fmla="*/ 246 w 388"/>
                  <a:gd name="T89" fmla="*/ 299 h 474"/>
                  <a:gd name="T90" fmla="*/ 253 w 388"/>
                  <a:gd name="T91" fmla="*/ 309 h 474"/>
                  <a:gd name="T92" fmla="*/ 263 w 388"/>
                  <a:gd name="T93" fmla="*/ 369 h 474"/>
                  <a:gd name="T94" fmla="*/ 252 w 388"/>
                  <a:gd name="T95" fmla="*/ 374 h 474"/>
                  <a:gd name="T96" fmla="*/ 288 w 388"/>
                  <a:gd name="T97" fmla="*/ 430 h 474"/>
                  <a:gd name="T98" fmla="*/ 293 w 388"/>
                  <a:gd name="T99" fmla="*/ 444 h 47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88"/>
                  <a:gd name="T151" fmla="*/ 0 h 474"/>
                  <a:gd name="T152" fmla="*/ 388 w 388"/>
                  <a:gd name="T153" fmla="*/ 474 h 47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88" h="474">
                    <a:moveTo>
                      <a:pt x="293" y="444"/>
                    </a:moveTo>
                    <a:lnTo>
                      <a:pt x="309" y="460"/>
                    </a:lnTo>
                    <a:lnTo>
                      <a:pt x="318" y="466"/>
                    </a:lnTo>
                    <a:lnTo>
                      <a:pt x="332" y="471"/>
                    </a:lnTo>
                    <a:lnTo>
                      <a:pt x="348" y="474"/>
                    </a:lnTo>
                    <a:lnTo>
                      <a:pt x="358" y="474"/>
                    </a:lnTo>
                    <a:lnTo>
                      <a:pt x="345" y="469"/>
                    </a:lnTo>
                    <a:lnTo>
                      <a:pt x="362" y="467"/>
                    </a:lnTo>
                    <a:lnTo>
                      <a:pt x="375" y="465"/>
                    </a:lnTo>
                    <a:lnTo>
                      <a:pt x="388" y="460"/>
                    </a:lnTo>
                    <a:lnTo>
                      <a:pt x="367" y="456"/>
                    </a:lnTo>
                    <a:lnTo>
                      <a:pt x="352" y="449"/>
                    </a:lnTo>
                    <a:lnTo>
                      <a:pt x="355" y="447"/>
                    </a:lnTo>
                    <a:lnTo>
                      <a:pt x="349" y="441"/>
                    </a:lnTo>
                    <a:lnTo>
                      <a:pt x="362" y="441"/>
                    </a:lnTo>
                    <a:lnTo>
                      <a:pt x="372" y="440"/>
                    </a:lnTo>
                    <a:lnTo>
                      <a:pt x="374" y="440"/>
                    </a:lnTo>
                    <a:lnTo>
                      <a:pt x="364" y="435"/>
                    </a:lnTo>
                    <a:lnTo>
                      <a:pt x="376" y="434"/>
                    </a:lnTo>
                    <a:lnTo>
                      <a:pt x="361" y="422"/>
                    </a:lnTo>
                    <a:lnTo>
                      <a:pt x="349" y="412"/>
                    </a:lnTo>
                    <a:lnTo>
                      <a:pt x="339" y="390"/>
                    </a:lnTo>
                    <a:lnTo>
                      <a:pt x="328" y="352"/>
                    </a:lnTo>
                    <a:lnTo>
                      <a:pt x="319" y="327"/>
                    </a:lnTo>
                    <a:lnTo>
                      <a:pt x="309" y="309"/>
                    </a:lnTo>
                    <a:lnTo>
                      <a:pt x="300" y="299"/>
                    </a:lnTo>
                    <a:lnTo>
                      <a:pt x="288" y="290"/>
                    </a:lnTo>
                    <a:lnTo>
                      <a:pt x="279" y="284"/>
                    </a:lnTo>
                    <a:lnTo>
                      <a:pt x="272" y="292"/>
                    </a:lnTo>
                    <a:lnTo>
                      <a:pt x="259" y="288"/>
                    </a:lnTo>
                    <a:lnTo>
                      <a:pt x="266" y="264"/>
                    </a:lnTo>
                    <a:lnTo>
                      <a:pt x="267" y="253"/>
                    </a:lnTo>
                    <a:lnTo>
                      <a:pt x="274" y="214"/>
                    </a:lnTo>
                    <a:lnTo>
                      <a:pt x="275" y="200"/>
                    </a:lnTo>
                    <a:lnTo>
                      <a:pt x="279" y="178"/>
                    </a:lnTo>
                    <a:lnTo>
                      <a:pt x="280" y="155"/>
                    </a:lnTo>
                    <a:lnTo>
                      <a:pt x="280" y="135"/>
                    </a:lnTo>
                    <a:lnTo>
                      <a:pt x="276" y="117"/>
                    </a:lnTo>
                    <a:lnTo>
                      <a:pt x="274" y="105"/>
                    </a:lnTo>
                    <a:lnTo>
                      <a:pt x="270" y="96"/>
                    </a:lnTo>
                    <a:lnTo>
                      <a:pt x="271" y="89"/>
                    </a:lnTo>
                    <a:lnTo>
                      <a:pt x="270" y="79"/>
                    </a:lnTo>
                    <a:lnTo>
                      <a:pt x="263" y="68"/>
                    </a:lnTo>
                    <a:lnTo>
                      <a:pt x="249" y="51"/>
                    </a:lnTo>
                    <a:lnTo>
                      <a:pt x="226" y="33"/>
                    </a:lnTo>
                    <a:lnTo>
                      <a:pt x="209" y="22"/>
                    </a:lnTo>
                    <a:lnTo>
                      <a:pt x="197" y="21"/>
                    </a:lnTo>
                    <a:lnTo>
                      <a:pt x="188" y="21"/>
                    </a:lnTo>
                    <a:lnTo>
                      <a:pt x="176" y="9"/>
                    </a:lnTo>
                    <a:lnTo>
                      <a:pt x="166" y="5"/>
                    </a:lnTo>
                    <a:lnTo>
                      <a:pt x="147" y="2"/>
                    </a:lnTo>
                    <a:lnTo>
                      <a:pt x="130" y="0"/>
                    </a:lnTo>
                    <a:lnTo>
                      <a:pt x="113" y="5"/>
                    </a:lnTo>
                    <a:lnTo>
                      <a:pt x="87" y="18"/>
                    </a:lnTo>
                    <a:lnTo>
                      <a:pt x="62" y="25"/>
                    </a:lnTo>
                    <a:lnTo>
                      <a:pt x="48" y="25"/>
                    </a:lnTo>
                    <a:lnTo>
                      <a:pt x="38" y="31"/>
                    </a:lnTo>
                    <a:lnTo>
                      <a:pt x="13" y="53"/>
                    </a:lnTo>
                    <a:lnTo>
                      <a:pt x="4" y="64"/>
                    </a:lnTo>
                    <a:lnTo>
                      <a:pt x="0" y="73"/>
                    </a:lnTo>
                    <a:lnTo>
                      <a:pt x="3" y="78"/>
                    </a:lnTo>
                    <a:lnTo>
                      <a:pt x="7" y="89"/>
                    </a:lnTo>
                    <a:lnTo>
                      <a:pt x="20" y="77"/>
                    </a:lnTo>
                    <a:lnTo>
                      <a:pt x="30" y="70"/>
                    </a:lnTo>
                    <a:lnTo>
                      <a:pt x="38" y="64"/>
                    </a:lnTo>
                    <a:lnTo>
                      <a:pt x="43" y="66"/>
                    </a:lnTo>
                    <a:lnTo>
                      <a:pt x="55" y="73"/>
                    </a:lnTo>
                    <a:lnTo>
                      <a:pt x="68" y="86"/>
                    </a:lnTo>
                    <a:lnTo>
                      <a:pt x="73" y="103"/>
                    </a:lnTo>
                    <a:lnTo>
                      <a:pt x="77" y="122"/>
                    </a:lnTo>
                    <a:lnTo>
                      <a:pt x="77" y="153"/>
                    </a:lnTo>
                    <a:lnTo>
                      <a:pt x="81" y="168"/>
                    </a:lnTo>
                    <a:lnTo>
                      <a:pt x="88" y="182"/>
                    </a:lnTo>
                    <a:lnTo>
                      <a:pt x="99" y="194"/>
                    </a:lnTo>
                    <a:lnTo>
                      <a:pt x="101" y="198"/>
                    </a:lnTo>
                    <a:lnTo>
                      <a:pt x="110" y="209"/>
                    </a:lnTo>
                    <a:lnTo>
                      <a:pt x="123" y="217"/>
                    </a:lnTo>
                    <a:lnTo>
                      <a:pt x="136" y="220"/>
                    </a:lnTo>
                    <a:lnTo>
                      <a:pt x="148" y="222"/>
                    </a:lnTo>
                    <a:lnTo>
                      <a:pt x="161" y="223"/>
                    </a:lnTo>
                    <a:lnTo>
                      <a:pt x="165" y="227"/>
                    </a:lnTo>
                    <a:lnTo>
                      <a:pt x="175" y="235"/>
                    </a:lnTo>
                    <a:lnTo>
                      <a:pt x="178" y="236"/>
                    </a:lnTo>
                    <a:lnTo>
                      <a:pt x="179" y="247"/>
                    </a:lnTo>
                    <a:lnTo>
                      <a:pt x="191" y="266"/>
                    </a:lnTo>
                    <a:lnTo>
                      <a:pt x="200" y="275"/>
                    </a:lnTo>
                    <a:lnTo>
                      <a:pt x="213" y="286"/>
                    </a:lnTo>
                    <a:lnTo>
                      <a:pt x="226" y="291"/>
                    </a:lnTo>
                    <a:lnTo>
                      <a:pt x="232" y="305"/>
                    </a:lnTo>
                    <a:lnTo>
                      <a:pt x="246" y="299"/>
                    </a:lnTo>
                    <a:lnTo>
                      <a:pt x="250" y="297"/>
                    </a:lnTo>
                    <a:lnTo>
                      <a:pt x="253" y="309"/>
                    </a:lnTo>
                    <a:lnTo>
                      <a:pt x="256" y="322"/>
                    </a:lnTo>
                    <a:lnTo>
                      <a:pt x="263" y="369"/>
                    </a:lnTo>
                    <a:lnTo>
                      <a:pt x="250" y="374"/>
                    </a:lnTo>
                    <a:lnTo>
                      <a:pt x="252" y="374"/>
                    </a:lnTo>
                    <a:lnTo>
                      <a:pt x="276" y="404"/>
                    </a:lnTo>
                    <a:lnTo>
                      <a:pt x="288" y="430"/>
                    </a:lnTo>
                    <a:lnTo>
                      <a:pt x="293" y="447"/>
                    </a:lnTo>
                    <a:lnTo>
                      <a:pt x="293" y="444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8" name="Freeform 16"/>
              <p:cNvSpPr>
                <a:spLocks/>
              </p:cNvSpPr>
              <p:nvPr/>
            </p:nvSpPr>
            <p:spPr bwMode="auto">
              <a:xfrm>
                <a:off x="1418" y="2938"/>
                <a:ext cx="46" cy="51"/>
              </a:xfrm>
              <a:custGeom>
                <a:avLst/>
                <a:gdLst>
                  <a:gd name="T0" fmla="*/ 0 w 46"/>
                  <a:gd name="T1" fmla="*/ 0 h 51"/>
                  <a:gd name="T2" fmla="*/ 0 w 46"/>
                  <a:gd name="T3" fmla="*/ 8 h 51"/>
                  <a:gd name="T4" fmla="*/ 8 w 46"/>
                  <a:gd name="T5" fmla="*/ 29 h 51"/>
                  <a:gd name="T6" fmla="*/ 17 w 46"/>
                  <a:gd name="T7" fmla="*/ 40 h 51"/>
                  <a:gd name="T8" fmla="*/ 27 w 46"/>
                  <a:gd name="T9" fmla="*/ 48 h 51"/>
                  <a:gd name="T10" fmla="*/ 34 w 46"/>
                  <a:gd name="T11" fmla="*/ 51 h 51"/>
                  <a:gd name="T12" fmla="*/ 42 w 46"/>
                  <a:gd name="T13" fmla="*/ 51 h 51"/>
                  <a:gd name="T14" fmla="*/ 46 w 46"/>
                  <a:gd name="T15" fmla="*/ 48 h 51"/>
                  <a:gd name="T16" fmla="*/ 36 w 46"/>
                  <a:gd name="T17" fmla="*/ 45 h 51"/>
                  <a:gd name="T18" fmla="*/ 25 w 46"/>
                  <a:gd name="T19" fmla="*/ 39 h 51"/>
                  <a:gd name="T20" fmla="*/ 14 w 46"/>
                  <a:gd name="T21" fmla="*/ 29 h 51"/>
                  <a:gd name="T22" fmla="*/ 1 w 46"/>
                  <a:gd name="T23" fmla="*/ 8 h 51"/>
                  <a:gd name="T24" fmla="*/ 0 w 46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6"/>
                  <a:gd name="T40" fmla="*/ 0 h 51"/>
                  <a:gd name="T41" fmla="*/ 46 w 46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6" h="51">
                    <a:moveTo>
                      <a:pt x="0" y="0"/>
                    </a:moveTo>
                    <a:lnTo>
                      <a:pt x="0" y="8"/>
                    </a:lnTo>
                    <a:lnTo>
                      <a:pt x="8" y="29"/>
                    </a:lnTo>
                    <a:lnTo>
                      <a:pt x="17" y="40"/>
                    </a:lnTo>
                    <a:lnTo>
                      <a:pt x="27" y="48"/>
                    </a:lnTo>
                    <a:lnTo>
                      <a:pt x="34" y="51"/>
                    </a:lnTo>
                    <a:lnTo>
                      <a:pt x="42" y="51"/>
                    </a:lnTo>
                    <a:lnTo>
                      <a:pt x="46" y="48"/>
                    </a:lnTo>
                    <a:lnTo>
                      <a:pt x="36" y="45"/>
                    </a:lnTo>
                    <a:lnTo>
                      <a:pt x="25" y="39"/>
                    </a:lnTo>
                    <a:lnTo>
                      <a:pt x="14" y="29"/>
                    </a:lnTo>
                    <a:lnTo>
                      <a:pt x="1" y="8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199" name="Freeform 17"/>
              <p:cNvSpPr>
                <a:spLocks/>
              </p:cNvSpPr>
              <p:nvPr/>
            </p:nvSpPr>
            <p:spPr bwMode="auto">
              <a:xfrm>
                <a:off x="1491" y="2973"/>
                <a:ext cx="24" cy="12"/>
              </a:xfrm>
              <a:custGeom>
                <a:avLst/>
                <a:gdLst>
                  <a:gd name="T0" fmla="*/ 0 w 24"/>
                  <a:gd name="T1" fmla="*/ 10 h 12"/>
                  <a:gd name="T2" fmla="*/ 10 w 24"/>
                  <a:gd name="T3" fmla="*/ 5 h 12"/>
                  <a:gd name="T4" fmla="*/ 18 w 24"/>
                  <a:gd name="T5" fmla="*/ 0 h 12"/>
                  <a:gd name="T6" fmla="*/ 24 w 24"/>
                  <a:gd name="T7" fmla="*/ 4 h 12"/>
                  <a:gd name="T8" fmla="*/ 19 w 24"/>
                  <a:gd name="T9" fmla="*/ 8 h 12"/>
                  <a:gd name="T10" fmla="*/ 11 w 24"/>
                  <a:gd name="T11" fmla="*/ 10 h 12"/>
                  <a:gd name="T12" fmla="*/ 2 w 24"/>
                  <a:gd name="T13" fmla="*/ 12 h 12"/>
                  <a:gd name="T14" fmla="*/ 0 w 24"/>
                  <a:gd name="T15" fmla="*/ 10 h 1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"/>
                  <a:gd name="T25" fmla="*/ 0 h 12"/>
                  <a:gd name="T26" fmla="*/ 24 w 24"/>
                  <a:gd name="T27" fmla="*/ 12 h 1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" h="12">
                    <a:moveTo>
                      <a:pt x="0" y="10"/>
                    </a:moveTo>
                    <a:lnTo>
                      <a:pt x="10" y="5"/>
                    </a:lnTo>
                    <a:lnTo>
                      <a:pt x="18" y="0"/>
                    </a:lnTo>
                    <a:lnTo>
                      <a:pt x="24" y="4"/>
                    </a:lnTo>
                    <a:lnTo>
                      <a:pt x="19" y="8"/>
                    </a:lnTo>
                    <a:lnTo>
                      <a:pt x="11" y="10"/>
                    </a:lnTo>
                    <a:lnTo>
                      <a:pt x="2" y="1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0" name="Freeform 18"/>
              <p:cNvSpPr>
                <a:spLocks/>
              </p:cNvSpPr>
              <p:nvPr/>
            </p:nvSpPr>
            <p:spPr bwMode="auto">
              <a:xfrm>
                <a:off x="1330" y="2859"/>
                <a:ext cx="105" cy="140"/>
              </a:xfrm>
              <a:custGeom>
                <a:avLst/>
                <a:gdLst>
                  <a:gd name="T0" fmla="*/ 82 w 105"/>
                  <a:gd name="T1" fmla="*/ 58 h 140"/>
                  <a:gd name="T2" fmla="*/ 78 w 105"/>
                  <a:gd name="T3" fmla="*/ 39 h 140"/>
                  <a:gd name="T4" fmla="*/ 73 w 105"/>
                  <a:gd name="T5" fmla="*/ 22 h 140"/>
                  <a:gd name="T6" fmla="*/ 60 w 105"/>
                  <a:gd name="T7" fmla="*/ 9 h 140"/>
                  <a:gd name="T8" fmla="*/ 48 w 105"/>
                  <a:gd name="T9" fmla="*/ 2 h 140"/>
                  <a:gd name="T10" fmla="*/ 43 w 105"/>
                  <a:gd name="T11" fmla="*/ 0 h 140"/>
                  <a:gd name="T12" fmla="*/ 35 w 105"/>
                  <a:gd name="T13" fmla="*/ 6 h 140"/>
                  <a:gd name="T14" fmla="*/ 25 w 105"/>
                  <a:gd name="T15" fmla="*/ 13 h 140"/>
                  <a:gd name="T16" fmla="*/ 12 w 105"/>
                  <a:gd name="T17" fmla="*/ 25 h 140"/>
                  <a:gd name="T18" fmla="*/ 5 w 105"/>
                  <a:gd name="T19" fmla="*/ 50 h 140"/>
                  <a:gd name="T20" fmla="*/ 3 w 105"/>
                  <a:gd name="T21" fmla="*/ 62 h 140"/>
                  <a:gd name="T22" fmla="*/ 5 w 105"/>
                  <a:gd name="T23" fmla="*/ 78 h 140"/>
                  <a:gd name="T24" fmla="*/ 4 w 105"/>
                  <a:gd name="T25" fmla="*/ 86 h 140"/>
                  <a:gd name="T26" fmla="*/ 1 w 105"/>
                  <a:gd name="T27" fmla="*/ 95 h 140"/>
                  <a:gd name="T28" fmla="*/ 3 w 105"/>
                  <a:gd name="T29" fmla="*/ 98 h 140"/>
                  <a:gd name="T30" fmla="*/ 5 w 105"/>
                  <a:gd name="T31" fmla="*/ 106 h 140"/>
                  <a:gd name="T32" fmla="*/ 6 w 105"/>
                  <a:gd name="T33" fmla="*/ 118 h 140"/>
                  <a:gd name="T34" fmla="*/ 0 w 105"/>
                  <a:gd name="T35" fmla="*/ 127 h 140"/>
                  <a:gd name="T36" fmla="*/ 4 w 105"/>
                  <a:gd name="T37" fmla="*/ 134 h 140"/>
                  <a:gd name="T38" fmla="*/ 4 w 105"/>
                  <a:gd name="T39" fmla="*/ 137 h 140"/>
                  <a:gd name="T40" fmla="*/ 18 w 105"/>
                  <a:gd name="T41" fmla="*/ 136 h 140"/>
                  <a:gd name="T42" fmla="*/ 23 w 105"/>
                  <a:gd name="T43" fmla="*/ 136 h 140"/>
                  <a:gd name="T44" fmla="*/ 25 w 105"/>
                  <a:gd name="T45" fmla="*/ 140 h 140"/>
                  <a:gd name="T46" fmla="*/ 105 w 105"/>
                  <a:gd name="T47" fmla="*/ 130 h 140"/>
                  <a:gd name="T48" fmla="*/ 104 w 105"/>
                  <a:gd name="T49" fmla="*/ 130 h 140"/>
                  <a:gd name="T50" fmla="*/ 93 w 105"/>
                  <a:gd name="T51" fmla="*/ 118 h 140"/>
                  <a:gd name="T52" fmla="*/ 86 w 105"/>
                  <a:gd name="T53" fmla="*/ 104 h 140"/>
                  <a:gd name="T54" fmla="*/ 82 w 105"/>
                  <a:gd name="T55" fmla="*/ 89 h 140"/>
                  <a:gd name="T56" fmla="*/ 82 w 105"/>
                  <a:gd name="T57" fmla="*/ 58 h 14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05"/>
                  <a:gd name="T88" fmla="*/ 0 h 140"/>
                  <a:gd name="T89" fmla="*/ 105 w 105"/>
                  <a:gd name="T90" fmla="*/ 140 h 14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05" h="140">
                    <a:moveTo>
                      <a:pt x="82" y="58"/>
                    </a:moveTo>
                    <a:lnTo>
                      <a:pt x="78" y="39"/>
                    </a:lnTo>
                    <a:lnTo>
                      <a:pt x="73" y="22"/>
                    </a:lnTo>
                    <a:lnTo>
                      <a:pt x="60" y="9"/>
                    </a:lnTo>
                    <a:lnTo>
                      <a:pt x="48" y="2"/>
                    </a:lnTo>
                    <a:lnTo>
                      <a:pt x="43" y="0"/>
                    </a:lnTo>
                    <a:lnTo>
                      <a:pt x="35" y="6"/>
                    </a:lnTo>
                    <a:lnTo>
                      <a:pt x="25" y="13"/>
                    </a:lnTo>
                    <a:lnTo>
                      <a:pt x="12" y="25"/>
                    </a:lnTo>
                    <a:lnTo>
                      <a:pt x="5" y="50"/>
                    </a:lnTo>
                    <a:lnTo>
                      <a:pt x="3" y="62"/>
                    </a:lnTo>
                    <a:lnTo>
                      <a:pt x="5" y="78"/>
                    </a:lnTo>
                    <a:lnTo>
                      <a:pt x="4" y="86"/>
                    </a:lnTo>
                    <a:lnTo>
                      <a:pt x="1" y="95"/>
                    </a:lnTo>
                    <a:lnTo>
                      <a:pt x="3" y="98"/>
                    </a:lnTo>
                    <a:lnTo>
                      <a:pt x="5" y="106"/>
                    </a:lnTo>
                    <a:lnTo>
                      <a:pt x="6" y="118"/>
                    </a:lnTo>
                    <a:lnTo>
                      <a:pt x="0" y="127"/>
                    </a:lnTo>
                    <a:lnTo>
                      <a:pt x="4" y="134"/>
                    </a:lnTo>
                    <a:lnTo>
                      <a:pt x="4" y="137"/>
                    </a:lnTo>
                    <a:lnTo>
                      <a:pt x="18" y="136"/>
                    </a:lnTo>
                    <a:lnTo>
                      <a:pt x="23" y="136"/>
                    </a:lnTo>
                    <a:lnTo>
                      <a:pt x="25" y="140"/>
                    </a:lnTo>
                    <a:lnTo>
                      <a:pt x="105" y="130"/>
                    </a:lnTo>
                    <a:lnTo>
                      <a:pt x="104" y="130"/>
                    </a:lnTo>
                    <a:lnTo>
                      <a:pt x="93" y="118"/>
                    </a:lnTo>
                    <a:lnTo>
                      <a:pt x="86" y="104"/>
                    </a:lnTo>
                    <a:lnTo>
                      <a:pt x="82" y="89"/>
                    </a:lnTo>
                    <a:lnTo>
                      <a:pt x="82" y="58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1" name="Freeform 19"/>
              <p:cNvSpPr>
                <a:spLocks/>
              </p:cNvSpPr>
              <p:nvPr/>
            </p:nvSpPr>
            <p:spPr bwMode="auto">
              <a:xfrm>
                <a:off x="1323" y="2983"/>
                <a:ext cx="11" cy="13"/>
              </a:xfrm>
              <a:custGeom>
                <a:avLst/>
                <a:gdLst>
                  <a:gd name="T0" fmla="*/ 3 w 11"/>
                  <a:gd name="T1" fmla="*/ 12 h 13"/>
                  <a:gd name="T2" fmla="*/ 2 w 11"/>
                  <a:gd name="T3" fmla="*/ 8 h 13"/>
                  <a:gd name="T4" fmla="*/ 0 w 11"/>
                  <a:gd name="T5" fmla="*/ 3 h 13"/>
                  <a:gd name="T6" fmla="*/ 4 w 11"/>
                  <a:gd name="T7" fmla="*/ 0 h 13"/>
                  <a:gd name="T8" fmla="*/ 7 w 11"/>
                  <a:gd name="T9" fmla="*/ 3 h 13"/>
                  <a:gd name="T10" fmla="*/ 11 w 11"/>
                  <a:gd name="T11" fmla="*/ 10 h 13"/>
                  <a:gd name="T12" fmla="*/ 11 w 11"/>
                  <a:gd name="T13" fmla="*/ 13 h 13"/>
                  <a:gd name="T14" fmla="*/ 4 w 11"/>
                  <a:gd name="T15" fmla="*/ 13 h 13"/>
                  <a:gd name="T16" fmla="*/ 3 w 11"/>
                  <a:gd name="T17" fmla="*/ 11 h 13"/>
                  <a:gd name="T18" fmla="*/ 3 w 11"/>
                  <a:gd name="T19" fmla="*/ 12 h 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"/>
                  <a:gd name="T31" fmla="*/ 0 h 13"/>
                  <a:gd name="T32" fmla="*/ 11 w 11"/>
                  <a:gd name="T33" fmla="*/ 13 h 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" h="13">
                    <a:moveTo>
                      <a:pt x="3" y="12"/>
                    </a:moveTo>
                    <a:lnTo>
                      <a:pt x="2" y="8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11" y="10"/>
                    </a:lnTo>
                    <a:lnTo>
                      <a:pt x="11" y="13"/>
                    </a:lnTo>
                    <a:lnTo>
                      <a:pt x="4" y="13"/>
                    </a:lnTo>
                    <a:lnTo>
                      <a:pt x="3" y="11"/>
                    </a:lnTo>
                    <a:lnTo>
                      <a:pt x="3" y="1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2" name="Freeform 20"/>
              <p:cNvSpPr>
                <a:spLocks/>
              </p:cNvSpPr>
              <p:nvPr/>
            </p:nvSpPr>
            <p:spPr bwMode="auto">
              <a:xfrm>
                <a:off x="1305" y="2990"/>
                <a:ext cx="21" cy="22"/>
              </a:xfrm>
              <a:custGeom>
                <a:avLst/>
                <a:gdLst>
                  <a:gd name="T0" fmla="*/ 20 w 21"/>
                  <a:gd name="T1" fmla="*/ 1 h 22"/>
                  <a:gd name="T2" fmla="*/ 21 w 21"/>
                  <a:gd name="T3" fmla="*/ 5 h 22"/>
                  <a:gd name="T4" fmla="*/ 17 w 21"/>
                  <a:gd name="T5" fmla="*/ 8 h 22"/>
                  <a:gd name="T6" fmla="*/ 7 w 21"/>
                  <a:gd name="T7" fmla="*/ 22 h 22"/>
                  <a:gd name="T8" fmla="*/ 3 w 21"/>
                  <a:gd name="T9" fmla="*/ 19 h 22"/>
                  <a:gd name="T10" fmla="*/ 0 w 21"/>
                  <a:gd name="T11" fmla="*/ 12 h 22"/>
                  <a:gd name="T12" fmla="*/ 0 w 21"/>
                  <a:gd name="T13" fmla="*/ 0 h 22"/>
                  <a:gd name="T14" fmla="*/ 20 w 21"/>
                  <a:gd name="T15" fmla="*/ 1 h 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"/>
                  <a:gd name="T25" fmla="*/ 0 h 22"/>
                  <a:gd name="T26" fmla="*/ 21 w 21"/>
                  <a:gd name="T27" fmla="*/ 22 h 2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" h="22">
                    <a:moveTo>
                      <a:pt x="20" y="1"/>
                    </a:moveTo>
                    <a:lnTo>
                      <a:pt x="21" y="5"/>
                    </a:lnTo>
                    <a:lnTo>
                      <a:pt x="17" y="8"/>
                    </a:lnTo>
                    <a:lnTo>
                      <a:pt x="7" y="22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20" y="1"/>
                    </a:lnTo>
                    <a:close/>
                  </a:path>
                </a:pathLst>
              </a:custGeom>
              <a:solidFill>
                <a:srgbClr val="C2FFFF"/>
              </a:solidFill>
              <a:ln w="0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3" name="Freeform 21"/>
              <p:cNvSpPr>
                <a:spLocks/>
              </p:cNvSpPr>
              <p:nvPr/>
            </p:nvSpPr>
            <p:spPr bwMode="auto">
              <a:xfrm>
                <a:off x="1327" y="2995"/>
                <a:ext cx="28" cy="27"/>
              </a:xfrm>
              <a:custGeom>
                <a:avLst/>
                <a:gdLst>
                  <a:gd name="T0" fmla="*/ 7 w 28"/>
                  <a:gd name="T1" fmla="*/ 1 h 27"/>
                  <a:gd name="T2" fmla="*/ 21 w 28"/>
                  <a:gd name="T3" fmla="*/ 0 h 27"/>
                  <a:gd name="T4" fmla="*/ 26 w 28"/>
                  <a:gd name="T5" fmla="*/ 0 h 27"/>
                  <a:gd name="T6" fmla="*/ 28 w 28"/>
                  <a:gd name="T7" fmla="*/ 4 h 27"/>
                  <a:gd name="T8" fmla="*/ 28 w 28"/>
                  <a:gd name="T9" fmla="*/ 21 h 27"/>
                  <a:gd name="T10" fmla="*/ 24 w 28"/>
                  <a:gd name="T11" fmla="*/ 26 h 27"/>
                  <a:gd name="T12" fmla="*/ 20 w 28"/>
                  <a:gd name="T13" fmla="*/ 27 h 27"/>
                  <a:gd name="T14" fmla="*/ 11 w 28"/>
                  <a:gd name="T15" fmla="*/ 26 h 27"/>
                  <a:gd name="T16" fmla="*/ 0 w 28"/>
                  <a:gd name="T17" fmla="*/ 1 h 27"/>
                  <a:gd name="T18" fmla="*/ 7 w 28"/>
                  <a:gd name="T19" fmla="*/ 1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7" y="1"/>
                    </a:moveTo>
                    <a:lnTo>
                      <a:pt x="21" y="0"/>
                    </a:lnTo>
                    <a:lnTo>
                      <a:pt x="26" y="0"/>
                    </a:lnTo>
                    <a:lnTo>
                      <a:pt x="28" y="4"/>
                    </a:lnTo>
                    <a:lnTo>
                      <a:pt x="28" y="21"/>
                    </a:lnTo>
                    <a:lnTo>
                      <a:pt x="24" y="26"/>
                    </a:lnTo>
                    <a:lnTo>
                      <a:pt x="20" y="27"/>
                    </a:lnTo>
                    <a:lnTo>
                      <a:pt x="11" y="26"/>
                    </a:lnTo>
                    <a:lnTo>
                      <a:pt x="0" y="1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C2FFFF"/>
              </a:solidFill>
              <a:ln w="0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4" name="Freeform 22"/>
              <p:cNvSpPr>
                <a:spLocks/>
              </p:cNvSpPr>
              <p:nvPr/>
            </p:nvSpPr>
            <p:spPr bwMode="auto">
              <a:xfrm>
                <a:off x="1304" y="2991"/>
                <a:ext cx="263" cy="175"/>
              </a:xfrm>
              <a:custGeom>
                <a:avLst/>
                <a:gdLst>
                  <a:gd name="T0" fmla="*/ 206 w 263"/>
                  <a:gd name="T1" fmla="*/ 39 h 175"/>
                  <a:gd name="T2" fmla="*/ 196 w 263"/>
                  <a:gd name="T3" fmla="*/ 31 h 175"/>
                  <a:gd name="T4" fmla="*/ 192 w 263"/>
                  <a:gd name="T5" fmla="*/ 27 h 175"/>
                  <a:gd name="T6" fmla="*/ 191 w 263"/>
                  <a:gd name="T7" fmla="*/ 27 h 175"/>
                  <a:gd name="T8" fmla="*/ 179 w 263"/>
                  <a:gd name="T9" fmla="*/ 26 h 175"/>
                  <a:gd name="T10" fmla="*/ 167 w 263"/>
                  <a:gd name="T11" fmla="*/ 24 h 175"/>
                  <a:gd name="T12" fmla="*/ 154 w 263"/>
                  <a:gd name="T13" fmla="*/ 21 h 175"/>
                  <a:gd name="T14" fmla="*/ 141 w 263"/>
                  <a:gd name="T15" fmla="*/ 13 h 175"/>
                  <a:gd name="T16" fmla="*/ 132 w 263"/>
                  <a:gd name="T17" fmla="*/ 2 h 175"/>
                  <a:gd name="T18" fmla="*/ 132 w 263"/>
                  <a:gd name="T19" fmla="*/ 0 h 175"/>
                  <a:gd name="T20" fmla="*/ 51 w 263"/>
                  <a:gd name="T21" fmla="*/ 12 h 175"/>
                  <a:gd name="T22" fmla="*/ 51 w 263"/>
                  <a:gd name="T23" fmla="*/ 25 h 175"/>
                  <a:gd name="T24" fmla="*/ 47 w 263"/>
                  <a:gd name="T25" fmla="*/ 30 h 175"/>
                  <a:gd name="T26" fmla="*/ 43 w 263"/>
                  <a:gd name="T27" fmla="*/ 31 h 175"/>
                  <a:gd name="T28" fmla="*/ 34 w 263"/>
                  <a:gd name="T29" fmla="*/ 30 h 175"/>
                  <a:gd name="T30" fmla="*/ 23 w 263"/>
                  <a:gd name="T31" fmla="*/ 5 h 175"/>
                  <a:gd name="T32" fmla="*/ 22 w 263"/>
                  <a:gd name="T33" fmla="*/ 4 h 175"/>
                  <a:gd name="T34" fmla="*/ 18 w 263"/>
                  <a:gd name="T35" fmla="*/ 7 h 175"/>
                  <a:gd name="T36" fmla="*/ 8 w 263"/>
                  <a:gd name="T37" fmla="*/ 21 h 175"/>
                  <a:gd name="T38" fmla="*/ 0 w 263"/>
                  <a:gd name="T39" fmla="*/ 31 h 175"/>
                  <a:gd name="T40" fmla="*/ 0 w 263"/>
                  <a:gd name="T41" fmla="*/ 42 h 175"/>
                  <a:gd name="T42" fmla="*/ 17 w 263"/>
                  <a:gd name="T43" fmla="*/ 46 h 175"/>
                  <a:gd name="T44" fmla="*/ 23 w 263"/>
                  <a:gd name="T45" fmla="*/ 42 h 175"/>
                  <a:gd name="T46" fmla="*/ 36 w 263"/>
                  <a:gd name="T47" fmla="*/ 44 h 175"/>
                  <a:gd name="T48" fmla="*/ 31 w 263"/>
                  <a:gd name="T49" fmla="*/ 46 h 175"/>
                  <a:gd name="T50" fmla="*/ 21 w 263"/>
                  <a:gd name="T51" fmla="*/ 51 h 175"/>
                  <a:gd name="T52" fmla="*/ 21 w 263"/>
                  <a:gd name="T53" fmla="*/ 57 h 175"/>
                  <a:gd name="T54" fmla="*/ 17 w 263"/>
                  <a:gd name="T55" fmla="*/ 70 h 175"/>
                  <a:gd name="T56" fmla="*/ 21 w 263"/>
                  <a:gd name="T57" fmla="*/ 73 h 175"/>
                  <a:gd name="T58" fmla="*/ 27 w 263"/>
                  <a:gd name="T59" fmla="*/ 79 h 175"/>
                  <a:gd name="T60" fmla="*/ 22 w 263"/>
                  <a:gd name="T61" fmla="*/ 85 h 175"/>
                  <a:gd name="T62" fmla="*/ 22 w 263"/>
                  <a:gd name="T63" fmla="*/ 92 h 175"/>
                  <a:gd name="T64" fmla="*/ 30 w 263"/>
                  <a:gd name="T65" fmla="*/ 98 h 175"/>
                  <a:gd name="T66" fmla="*/ 36 w 263"/>
                  <a:gd name="T67" fmla="*/ 112 h 175"/>
                  <a:gd name="T68" fmla="*/ 26 w 263"/>
                  <a:gd name="T69" fmla="*/ 139 h 175"/>
                  <a:gd name="T70" fmla="*/ 34 w 263"/>
                  <a:gd name="T71" fmla="*/ 149 h 175"/>
                  <a:gd name="T72" fmla="*/ 45 w 263"/>
                  <a:gd name="T73" fmla="*/ 156 h 175"/>
                  <a:gd name="T74" fmla="*/ 65 w 263"/>
                  <a:gd name="T75" fmla="*/ 148 h 175"/>
                  <a:gd name="T76" fmla="*/ 86 w 263"/>
                  <a:gd name="T77" fmla="*/ 152 h 175"/>
                  <a:gd name="T78" fmla="*/ 105 w 263"/>
                  <a:gd name="T79" fmla="*/ 151 h 175"/>
                  <a:gd name="T80" fmla="*/ 121 w 263"/>
                  <a:gd name="T81" fmla="*/ 147 h 175"/>
                  <a:gd name="T82" fmla="*/ 135 w 263"/>
                  <a:gd name="T83" fmla="*/ 140 h 175"/>
                  <a:gd name="T84" fmla="*/ 121 w 263"/>
                  <a:gd name="T85" fmla="*/ 159 h 175"/>
                  <a:gd name="T86" fmla="*/ 117 w 263"/>
                  <a:gd name="T87" fmla="*/ 169 h 175"/>
                  <a:gd name="T88" fmla="*/ 121 w 263"/>
                  <a:gd name="T89" fmla="*/ 175 h 175"/>
                  <a:gd name="T90" fmla="*/ 210 w 263"/>
                  <a:gd name="T91" fmla="*/ 133 h 175"/>
                  <a:gd name="T92" fmla="*/ 263 w 263"/>
                  <a:gd name="T93" fmla="*/ 109 h 175"/>
                  <a:gd name="T94" fmla="*/ 257 w 263"/>
                  <a:gd name="T95" fmla="*/ 95 h 175"/>
                  <a:gd name="T96" fmla="*/ 258 w 263"/>
                  <a:gd name="T97" fmla="*/ 96 h 175"/>
                  <a:gd name="T98" fmla="*/ 244 w 263"/>
                  <a:gd name="T99" fmla="*/ 90 h 175"/>
                  <a:gd name="T100" fmla="*/ 231 w 263"/>
                  <a:gd name="T101" fmla="*/ 79 h 175"/>
                  <a:gd name="T102" fmla="*/ 222 w 263"/>
                  <a:gd name="T103" fmla="*/ 70 h 175"/>
                  <a:gd name="T104" fmla="*/ 210 w 263"/>
                  <a:gd name="T105" fmla="*/ 51 h 175"/>
                  <a:gd name="T106" fmla="*/ 209 w 263"/>
                  <a:gd name="T107" fmla="*/ 40 h 175"/>
                  <a:gd name="T108" fmla="*/ 206 w 263"/>
                  <a:gd name="T109" fmla="*/ 39 h 17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63"/>
                  <a:gd name="T166" fmla="*/ 0 h 175"/>
                  <a:gd name="T167" fmla="*/ 263 w 263"/>
                  <a:gd name="T168" fmla="*/ 175 h 175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63" h="175">
                    <a:moveTo>
                      <a:pt x="206" y="39"/>
                    </a:moveTo>
                    <a:lnTo>
                      <a:pt x="196" y="31"/>
                    </a:lnTo>
                    <a:lnTo>
                      <a:pt x="192" y="27"/>
                    </a:lnTo>
                    <a:lnTo>
                      <a:pt x="191" y="27"/>
                    </a:lnTo>
                    <a:lnTo>
                      <a:pt x="179" y="26"/>
                    </a:lnTo>
                    <a:lnTo>
                      <a:pt x="167" y="24"/>
                    </a:lnTo>
                    <a:lnTo>
                      <a:pt x="154" y="21"/>
                    </a:lnTo>
                    <a:lnTo>
                      <a:pt x="141" y="13"/>
                    </a:lnTo>
                    <a:lnTo>
                      <a:pt x="132" y="2"/>
                    </a:lnTo>
                    <a:lnTo>
                      <a:pt x="132" y="0"/>
                    </a:lnTo>
                    <a:lnTo>
                      <a:pt x="51" y="12"/>
                    </a:lnTo>
                    <a:lnTo>
                      <a:pt x="51" y="25"/>
                    </a:lnTo>
                    <a:lnTo>
                      <a:pt x="47" y="30"/>
                    </a:lnTo>
                    <a:lnTo>
                      <a:pt x="43" y="31"/>
                    </a:lnTo>
                    <a:lnTo>
                      <a:pt x="34" y="30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18" y="7"/>
                    </a:lnTo>
                    <a:lnTo>
                      <a:pt x="8" y="21"/>
                    </a:lnTo>
                    <a:lnTo>
                      <a:pt x="0" y="31"/>
                    </a:lnTo>
                    <a:lnTo>
                      <a:pt x="0" y="42"/>
                    </a:lnTo>
                    <a:lnTo>
                      <a:pt x="17" y="46"/>
                    </a:lnTo>
                    <a:lnTo>
                      <a:pt x="23" y="42"/>
                    </a:lnTo>
                    <a:lnTo>
                      <a:pt x="36" y="44"/>
                    </a:lnTo>
                    <a:lnTo>
                      <a:pt x="31" y="46"/>
                    </a:lnTo>
                    <a:lnTo>
                      <a:pt x="21" y="51"/>
                    </a:lnTo>
                    <a:lnTo>
                      <a:pt x="21" y="57"/>
                    </a:lnTo>
                    <a:lnTo>
                      <a:pt x="17" y="70"/>
                    </a:lnTo>
                    <a:lnTo>
                      <a:pt x="21" y="73"/>
                    </a:lnTo>
                    <a:lnTo>
                      <a:pt x="27" y="79"/>
                    </a:lnTo>
                    <a:lnTo>
                      <a:pt x="22" y="85"/>
                    </a:lnTo>
                    <a:lnTo>
                      <a:pt x="22" y="92"/>
                    </a:lnTo>
                    <a:lnTo>
                      <a:pt x="30" y="98"/>
                    </a:lnTo>
                    <a:lnTo>
                      <a:pt x="36" y="112"/>
                    </a:lnTo>
                    <a:lnTo>
                      <a:pt x="26" y="139"/>
                    </a:lnTo>
                    <a:lnTo>
                      <a:pt x="34" y="149"/>
                    </a:lnTo>
                    <a:lnTo>
                      <a:pt x="45" y="156"/>
                    </a:lnTo>
                    <a:lnTo>
                      <a:pt x="65" y="148"/>
                    </a:lnTo>
                    <a:lnTo>
                      <a:pt x="86" y="152"/>
                    </a:lnTo>
                    <a:lnTo>
                      <a:pt x="105" y="151"/>
                    </a:lnTo>
                    <a:lnTo>
                      <a:pt x="121" y="147"/>
                    </a:lnTo>
                    <a:lnTo>
                      <a:pt x="135" y="140"/>
                    </a:lnTo>
                    <a:lnTo>
                      <a:pt x="121" y="159"/>
                    </a:lnTo>
                    <a:lnTo>
                      <a:pt x="117" y="169"/>
                    </a:lnTo>
                    <a:lnTo>
                      <a:pt x="121" y="175"/>
                    </a:lnTo>
                    <a:lnTo>
                      <a:pt x="210" y="133"/>
                    </a:lnTo>
                    <a:lnTo>
                      <a:pt x="263" y="109"/>
                    </a:lnTo>
                    <a:lnTo>
                      <a:pt x="257" y="95"/>
                    </a:lnTo>
                    <a:lnTo>
                      <a:pt x="258" y="96"/>
                    </a:lnTo>
                    <a:lnTo>
                      <a:pt x="244" y="90"/>
                    </a:lnTo>
                    <a:lnTo>
                      <a:pt x="231" y="79"/>
                    </a:lnTo>
                    <a:lnTo>
                      <a:pt x="222" y="70"/>
                    </a:lnTo>
                    <a:lnTo>
                      <a:pt x="210" y="51"/>
                    </a:lnTo>
                    <a:lnTo>
                      <a:pt x="209" y="40"/>
                    </a:lnTo>
                    <a:lnTo>
                      <a:pt x="206" y="39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5" name="Freeform 23"/>
              <p:cNvSpPr>
                <a:spLocks/>
              </p:cNvSpPr>
              <p:nvPr/>
            </p:nvSpPr>
            <p:spPr bwMode="auto">
              <a:xfrm>
                <a:off x="1321" y="3033"/>
                <a:ext cx="19" cy="9"/>
              </a:xfrm>
              <a:custGeom>
                <a:avLst/>
                <a:gdLst>
                  <a:gd name="T0" fmla="*/ 0 w 19"/>
                  <a:gd name="T1" fmla="*/ 4 h 9"/>
                  <a:gd name="T2" fmla="*/ 6 w 19"/>
                  <a:gd name="T3" fmla="*/ 0 h 9"/>
                  <a:gd name="T4" fmla="*/ 19 w 19"/>
                  <a:gd name="T5" fmla="*/ 2 h 9"/>
                  <a:gd name="T6" fmla="*/ 14 w 19"/>
                  <a:gd name="T7" fmla="*/ 4 h 9"/>
                  <a:gd name="T8" fmla="*/ 4 w 19"/>
                  <a:gd name="T9" fmla="*/ 9 h 9"/>
                  <a:gd name="T10" fmla="*/ 4 w 19"/>
                  <a:gd name="T11" fmla="*/ 6 h 9"/>
                  <a:gd name="T12" fmla="*/ 0 w 19"/>
                  <a:gd name="T13" fmla="*/ 4 h 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9"/>
                  <a:gd name="T23" fmla="*/ 19 w 19"/>
                  <a:gd name="T24" fmla="*/ 9 h 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9">
                    <a:moveTo>
                      <a:pt x="0" y="4"/>
                    </a:moveTo>
                    <a:lnTo>
                      <a:pt x="6" y="0"/>
                    </a:lnTo>
                    <a:lnTo>
                      <a:pt x="19" y="2"/>
                    </a:lnTo>
                    <a:lnTo>
                      <a:pt x="14" y="4"/>
                    </a:lnTo>
                    <a:lnTo>
                      <a:pt x="4" y="9"/>
                    </a:lnTo>
                    <a:lnTo>
                      <a:pt x="4" y="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A857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6" name="Freeform 24"/>
              <p:cNvSpPr>
                <a:spLocks/>
              </p:cNvSpPr>
              <p:nvPr/>
            </p:nvSpPr>
            <p:spPr bwMode="auto">
              <a:xfrm>
                <a:off x="1409" y="3131"/>
                <a:ext cx="30" cy="29"/>
              </a:xfrm>
              <a:custGeom>
                <a:avLst/>
                <a:gdLst>
                  <a:gd name="T0" fmla="*/ 0 w 30"/>
                  <a:gd name="T1" fmla="*/ 11 h 29"/>
                  <a:gd name="T2" fmla="*/ 16 w 30"/>
                  <a:gd name="T3" fmla="*/ 7 h 29"/>
                  <a:gd name="T4" fmla="*/ 30 w 30"/>
                  <a:gd name="T5" fmla="*/ 0 h 29"/>
                  <a:gd name="T6" fmla="*/ 16 w 30"/>
                  <a:gd name="T7" fmla="*/ 19 h 29"/>
                  <a:gd name="T8" fmla="*/ 12 w 30"/>
                  <a:gd name="T9" fmla="*/ 29 h 29"/>
                  <a:gd name="T10" fmla="*/ 0 w 30"/>
                  <a:gd name="T11" fmla="*/ 11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"/>
                  <a:gd name="T19" fmla="*/ 0 h 29"/>
                  <a:gd name="T20" fmla="*/ 30 w 30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" h="29">
                    <a:moveTo>
                      <a:pt x="0" y="11"/>
                    </a:moveTo>
                    <a:lnTo>
                      <a:pt x="16" y="7"/>
                    </a:lnTo>
                    <a:lnTo>
                      <a:pt x="30" y="0"/>
                    </a:lnTo>
                    <a:lnTo>
                      <a:pt x="16" y="19"/>
                    </a:lnTo>
                    <a:lnTo>
                      <a:pt x="12" y="29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A857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7" name="Freeform 25"/>
              <p:cNvSpPr>
                <a:spLocks/>
              </p:cNvSpPr>
              <p:nvPr/>
            </p:nvSpPr>
            <p:spPr bwMode="auto">
              <a:xfrm>
                <a:off x="1265" y="3092"/>
                <a:ext cx="323" cy="276"/>
              </a:xfrm>
              <a:custGeom>
                <a:avLst/>
                <a:gdLst>
                  <a:gd name="T0" fmla="*/ 22 w 323"/>
                  <a:gd name="T1" fmla="*/ 263 h 276"/>
                  <a:gd name="T2" fmla="*/ 16 w 323"/>
                  <a:gd name="T3" fmla="*/ 255 h 276"/>
                  <a:gd name="T4" fmla="*/ 17 w 323"/>
                  <a:gd name="T5" fmla="*/ 250 h 276"/>
                  <a:gd name="T6" fmla="*/ 27 w 323"/>
                  <a:gd name="T7" fmla="*/ 224 h 276"/>
                  <a:gd name="T8" fmla="*/ 36 w 323"/>
                  <a:gd name="T9" fmla="*/ 207 h 276"/>
                  <a:gd name="T10" fmla="*/ 39 w 323"/>
                  <a:gd name="T11" fmla="*/ 204 h 276"/>
                  <a:gd name="T12" fmla="*/ 16 w 323"/>
                  <a:gd name="T13" fmla="*/ 220 h 276"/>
                  <a:gd name="T14" fmla="*/ 0 w 323"/>
                  <a:gd name="T15" fmla="*/ 234 h 276"/>
                  <a:gd name="T16" fmla="*/ 3 w 323"/>
                  <a:gd name="T17" fmla="*/ 216 h 276"/>
                  <a:gd name="T18" fmla="*/ 11 w 323"/>
                  <a:gd name="T19" fmla="*/ 198 h 276"/>
                  <a:gd name="T20" fmla="*/ 14 w 323"/>
                  <a:gd name="T21" fmla="*/ 191 h 276"/>
                  <a:gd name="T22" fmla="*/ 27 w 323"/>
                  <a:gd name="T23" fmla="*/ 181 h 276"/>
                  <a:gd name="T24" fmla="*/ 36 w 323"/>
                  <a:gd name="T25" fmla="*/ 174 h 276"/>
                  <a:gd name="T26" fmla="*/ 43 w 323"/>
                  <a:gd name="T27" fmla="*/ 165 h 276"/>
                  <a:gd name="T28" fmla="*/ 51 w 323"/>
                  <a:gd name="T29" fmla="*/ 148 h 276"/>
                  <a:gd name="T30" fmla="*/ 56 w 323"/>
                  <a:gd name="T31" fmla="*/ 138 h 276"/>
                  <a:gd name="T32" fmla="*/ 71 w 323"/>
                  <a:gd name="T33" fmla="*/ 130 h 276"/>
                  <a:gd name="T34" fmla="*/ 84 w 323"/>
                  <a:gd name="T35" fmla="*/ 126 h 276"/>
                  <a:gd name="T36" fmla="*/ 99 w 323"/>
                  <a:gd name="T37" fmla="*/ 116 h 276"/>
                  <a:gd name="T38" fmla="*/ 118 w 323"/>
                  <a:gd name="T39" fmla="*/ 93 h 276"/>
                  <a:gd name="T40" fmla="*/ 126 w 323"/>
                  <a:gd name="T41" fmla="*/ 89 h 276"/>
                  <a:gd name="T42" fmla="*/ 160 w 323"/>
                  <a:gd name="T43" fmla="*/ 74 h 276"/>
                  <a:gd name="T44" fmla="*/ 249 w 323"/>
                  <a:gd name="T45" fmla="*/ 32 h 276"/>
                  <a:gd name="T46" fmla="*/ 302 w 323"/>
                  <a:gd name="T47" fmla="*/ 8 h 276"/>
                  <a:gd name="T48" fmla="*/ 316 w 323"/>
                  <a:gd name="T49" fmla="*/ 2 h 276"/>
                  <a:gd name="T50" fmla="*/ 320 w 323"/>
                  <a:gd name="T51" fmla="*/ 0 h 276"/>
                  <a:gd name="T52" fmla="*/ 323 w 323"/>
                  <a:gd name="T53" fmla="*/ 12 h 276"/>
                  <a:gd name="T54" fmla="*/ 256 w 323"/>
                  <a:gd name="T55" fmla="*/ 45 h 276"/>
                  <a:gd name="T56" fmla="*/ 201 w 323"/>
                  <a:gd name="T57" fmla="*/ 73 h 276"/>
                  <a:gd name="T58" fmla="*/ 153 w 323"/>
                  <a:gd name="T59" fmla="*/ 102 h 276"/>
                  <a:gd name="T60" fmla="*/ 140 w 323"/>
                  <a:gd name="T61" fmla="*/ 117 h 276"/>
                  <a:gd name="T62" fmla="*/ 93 w 323"/>
                  <a:gd name="T63" fmla="*/ 182 h 276"/>
                  <a:gd name="T64" fmla="*/ 55 w 323"/>
                  <a:gd name="T65" fmla="*/ 228 h 276"/>
                  <a:gd name="T66" fmla="*/ 25 w 323"/>
                  <a:gd name="T67" fmla="*/ 276 h 276"/>
                  <a:gd name="T68" fmla="*/ 22 w 323"/>
                  <a:gd name="T69" fmla="*/ 263 h 27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23"/>
                  <a:gd name="T106" fmla="*/ 0 h 276"/>
                  <a:gd name="T107" fmla="*/ 323 w 323"/>
                  <a:gd name="T108" fmla="*/ 276 h 27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23" h="276">
                    <a:moveTo>
                      <a:pt x="22" y="263"/>
                    </a:moveTo>
                    <a:lnTo>
                      <a:pt x="16" y="255"/>
                    </a:lnTo>
                    <a:lnTo>
                      <a:pt x="17" y="250"/>
                    </a:lnTo>
                    <a:lnTo>
                      <a:pt x="27" y="224"/>
                    </a:lnTo>
                    <a:lnTo>
                      <a:pt x="36" y="207"/>
                    </a:lnTo>
                    <a:lnTo>
                      <a:pt x="39" y="204"/>
                    </a:lnTo>
                    <a:lnTo>
                      <a:pt x="16" y="220"/>
                    </a:lnTo>
                    <a:lnTo>
                      <a:pt x="0" y="234"/>
                    </a:lnTo>
                    <a:lnTo>
                      <a:pt x="3" y="216"/>
                    </a:lnTo>
                    <a:lnTo>
                      <a:pt x="11" y="198"/>
                    </a:lnTo>
                    <a:lnTo>
                      <a:pt x="14" y="191"/>
                    </a:lnTo>
                    <a:lnTo>
                      <a:pt x="27" y="181"/>
                    </a:lnTo>
                    <a:lnTo>
                      <a:pt x="36" y="174"/>
                    </a:lnTo>
                    <a:lnTo>
                      <a:pt x="43" y="165"/>
                    </a:lnTo>
                    <a:lnTo>
                      <a:pt x="51" y="148"/>
                    </a:lnTo>
                    <a:lnTo>
                      <a:pt x="56" y="138"/>
                    </a:lnTo>
                    <a:lnTo>
                      <a:pt x="71" y="130"/>
                    </a:lnTo>
                    <a:lnTo>
                      <a:pt x="84" y="126"/>
                    </a:lnTo>
                    <a:lnTo>
                      <a:pt x="99" y="116"/>
                    </a:lnTo>
                    <a:lnTo>
                      <a:pt x="118" y="93"/>
                    </a:lnTo>
                    <a:lnTo>
                      <a:pt x="126" y="89"/>
                    </a:lnTo>
                    <a:lnTo>
                      <a:pt x="160" y="74"/>
                    </a:lnTo>
                    <a:lnTo>
                      <a:pt x="249" y="32"/>
                    </a:lnTo>
                    <a:lnTo>
                      <a:pt x="302" y="8"/>
                    </a:lnTo>
                    <a:lnTo>
                      <a:pt x="316" y="2"/>
                    </a:lnTo>
                    <a:lnTo>
                      <a:pt x="320" y="0"/>
                    </a:lnTo>
                    <a:lnTo>
                      <a:pt x="323" y="12"/>
                    </a:lnTo>
                    <a:lnTo>
                      <a:pt x="256" y="45"/>
                    </a:lnTo>
                    <a:lnTo>
                      <a:pt x="201" y="73"/>
                    </a:lnTo>
                    <a:lnTo>
                      <a:pt x="153" y="102"/>
                    </a:lnTo>
                    <a:lnTo>
                      <a:pt x="140" y="117"/>
                    </a:lnTo>
                    <a:lnTo>
                      <a:pt x="93" y="182"/>
                    </a:lnTo>
                    <a:lnTo>
                      <a:pt x="55" y="228"/>
                    </a:lnTo>
                    <a:lnTo>
                      <a:pt x="25" y="276"/>
                    </a:lnTo>
                    <a:lnTo>
                      <a:pt x="22" y="26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8" name="Freeform 26"/>
              <p:cNvSpPr>
                <a:spLocks/>
              </p:cNvSpPr>
              <p:nvPr/>
            </p:nvSpPr>
            <p:spPr bwMode="auto">
              <a:xfrm>
                <a:off x="1255" y="3117"/>
                <a:ext cx="343" cy="396"/>
              </a:xfrm>
              <a:custGeom>
                <a:avLst/>
                <a:gdLst>
                  <a:gd name="T0" fmla="*/ 1 w 343"/>
                  <a:gd name="T1" fmla="*/ 396 h 396"/>
                  <a:gd name="T2" fmla="*/ 13 w 343"/>
                  <a:gd name="T3" fmla="*/ 358 h 396"/>
                  <a:gd name="T4" fmla="*/ 18 w 343"/>
                  <a:gd name="T5" fmla="*/ 341 h 396"/>
                  <a:gd name="T6" fmla="*/ 27 w 343"/>
                  <a:gd name="T7" fmla="*/ 324 h 396"/>
                  <a:gd name="T8" fmla="*/ 41 w 343"/>
                  <a:gd name="T9" fmla="*/ 302 h 396"/>
                  <a:gd name="T10" fmla="*/ 61 w 343"/>
                  <a:gd name="T11" fmla="*/ 276 h 396"/>
                  <a:gd name="T12" fmla="*/ 97 w 343"/>
                  <a:gd name="T13" fmla="*/ 241 h 396"/>
                  <a:gd name="T14" fmla="*/ 138 w 343"/>
                  <a:gd name="T15" fmla="*/ 214 h 396"/>
                  <a:gd name="T16" fmla="*/ 145 w 343"/>
                  <a:gd name="T17" fmla="*/ 209 h 396"/>
                  <a:gd name="T18" fmla="*/ 137 w 343"/>
                  <a:gd name="T19" fmla="*/ 188 h 396"/>
                  <a:gd name="T20" fmla="*/ 131 w 343"/>
                  <a:gd name="T21" fmla="*/ 179 h 396"/>
                  <a:gd name="T22" fmla="*/ 171 w 343"/>
                  <a:gd name="T23" fmla="*/ 177 h 396"/>
                  <a:gd name="T24" fmla="*/ 181 w 343"/>
                  <a:gd name="T25" fmla="*/ 160 h 396"/>
                  <a:gd name="T26" fmla="*/ 197 w 343"/>
                  <a:gd name="T27" fmla="*/ 140 h 396"/>
                  <a:gd name="T28" fmla="*/ 211 w 343"/>
                  <a:gd name="T29" fmla="*/ 125 h 396"/>
                  <a:gd name="T30" fmla="*/ 236 w 343"/>
                  <a:gd name="T31" fmla="*/ 104 h 396"/>
                  <a:gd name="T32" fmla="*/ 272 w 343"/>
                  <a:gd name="T33" fmla="*/ 81 h 396"/>
                  <a:gd name="T34" fmla="*/ 310 w 343"/>
                  <a:gd name="T35" fmla="*/ 61 h 396"/>
                  <a:gd name="T36" fmla="*/ 330 w 343"/>
                  <a:gd name="T37" fmla="*/ 52 h 396"/>
                  <a:gd name="T38" fmla="*/ 343 w 343"/>
                  <a:gd name="T39" fmla="*/ 47 h 396"/>
                  <a:gd name="T40" fmla="*/ 336 w 343"/>
                  <a:gd name="T41" fmla="*/ 0 h 396"/>
                  <a:gd name="T42" fmla="*/ 308 w 343"/>
                  <a:gd name="T43" fmla="*/ 8 h 396"/>
                  <a:gd name="T44" fmla="*/ 271 w 343"/>
                  <a:gd name="T45" fmla="*/ 26 h 396"/>
                  <a:gd name="T46" fmla="*/ 228 w 343"/>
                  <a:gd name="T47" fmla="*/ 49 h 396"/>
                  <a:gd name="T48" fmla="*/ 170 w 343"/>
                  <a:gd name="T49" fmla="*/ 87 h 396"/>
                  <a:gd name="T50" fmla="*/ 103 w 343"/>
                  <a:gd name="T51" fmla="*/ 157 h 396"/>
                  <a:gd name="T52" fmla="*/ 65 w 343"/>
                  <a:gd name="T53" fmla="*/ 203 h 396"/>
                  <a:gd name="T54" fmla="*/ 35 w 343"/>
                  <a:gd name="T55" fmla="*/ 251 h 396"/>
                  <a:gd name="T56" fmla="*/ 21 w 343"/>
                  <a:gd name="T57" fmla="*/ 288 h 396"/>
                  <a:gd name="T58" fmla="*/ 8 w 343"/>
                  <a:gd name="T59" fmla="*/ 326 h 396"/>
                  <a:gd name="T60" fmla="*/ 4 w 343"/>
                  <a:gd name="T61" fmla="*/ 343 h 396"/>
                  <a:gd name="T62" fmla="*/ 1 w 343"/>
                  <a:gd name="T63" fmla="*/ 369 h 396"/>
                  <a:gd name="T64" fmla="*/ 0 w 343"/>
                  <a:gd name="T65" fmla="*/ 396 h 396"/>
                  <a:gd name="T66" fmla="*/ 1 w 343"/>
                  <a:gd name="T67" fmla="*/ 396 h 39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43"/>
                  <a:gd name="T103" fmla="*/ 0 h 396"/>
                  <a:gd name="T104" fmla="*/ 343 w 343"/>
                  <a:gd name="T105" fmla="*/ 396 h 39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43" h="396">
                    <a:moveTo>
                      <a:pt x="1" y="396"/>
                    </a:moveTo>
                    <a:lnTo>
                      <a:pt x="13" y="358"/>
                    </a:lnTo>
                    <a:lnTo>
                      <a:pt x="18" y="341"/>
                    </a:lnTo>
                    <a:lnTo>
                      <a:pt x="27" y="324"/>
                    </a:lnTo>
                    <a:lnTo>
                      <a:pt x="41" y="302"/>
                    </a:lnTo>
                    <a:lnTo>
                      <a:pt x="61" y="276"/>
                    </a:lnTo>
                    <a:lnTo>
                      <a:pt x="97" y="241"/>
                    </a:lnTo>
                    <a:lnTo>
                      <a:pt x="138" y="214"/>
                    </a:lnTo>
                    <a:lnTo>
                      <a:pt x="145" y="209"/>
                    </a:lnTo>
                    <a:lnTo>
                      <a:pt x="137" y="188"/>
                    </a:lnTo>
                    <a:lnTo>
                      <a:pt x="131" y="179"/>
                    </a:lnTo>
                    <a:lnTo>
                      <a:pt x="171" y="177"/>
                    </a:lnTo>
                    <a:lnTo>
                      <a:pt x="181" y="160"/>
                    </a:lnTo>
                    <a:lnTo>
                      <a:pt x="197" y="140"/>
                    </a:lnTo>
                    <a:lnTo>
                      <a:pt x="211" y="125"/>
                    </a:lnTo>
                    <a:lnTo>
                      <a:pt x="236" y="104"/>
                    </a:lnTo>
                    <a:lnTo>
                      <a:pt x="272" y="81"/>
                    </a:lnTo>
                    <a:lnTo>
                      <a:pt x="310" y="61"/>
                    </a:lnTo>
                    <a:lnTo>
                      <a:pt x="330" y="52"/>
                    </a:lnTo>
                    <a:lnTo>
                      <a:pt x="343" y="47"/>
                    </a:lnTo>
                    <a:lnTo>
                      <a:pt x="336" y="0"/>
                    </a:lnTo>
                    <a:lnTo>
                      <a:pt x="308" y="8"/>
                    </a:lnTo>
                    <a:lnTo>
                      <a:pt x="271" y="26"/>
                    </a:lnTo>
                    <a:lnTo>
                      <a:pt x="228" y="49"/>
                    </a:lnTo>
                    <a:lnTo>
                      <a:pt x="170" y="87"/>
                    </a:lnTo>
                    <a:lnTo>
                      <a:pt x="103" y="157"/>
                    </a:lnTo>
                    <a:lnTo>
                      <a:pt x="65" y="203"/>
                    </a:lnTo>
                    <a:lnTo>
                      <a:pt x="35" y="251"/>
                    </a:lnTo>
                    <a:lnTo>
                      <a:pt x="21" y="288"/>
                    </a:lnTo>
                    <a:lnTo>
                      <a:pt x="8" y="326"/>
                    </a:lnTo>
                    <a:lnTo>
                      <a:pt x="4" y="343"/>
                    </a:lnTo>
                    <a:lnTo>
                      <a:pt x="1" y="369"/>
                    </a:lnTo>
                    <a:lnTo>
                      <a:pt x="0" y="396"/>
                    </a:lnTo>
                    <a:lnTo>
                      <a:pt x="1" y="396"/>
                    </a:lnTo>
                    <a:close/>
                  </a:path>
                </a:pathLst>
              </a:custGeom>
              <a:solidFill>
                <a:srgbClr val="FFC08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09" name="Freeform 27"/>
              <p:cNvSpPr>
                <a:spLocks/>
              </p:cNvSpPr>
              <p:nvPr/>
            </p:nvSpPr>
            <p:spPr bwMode="auto">
              <a:xfrm>
                <a:off x="1213" y="3482"/>
                <a:ext cx="51" cy="131"/>
              </a:xfrm>
              <a:custGeom>
                <a:avLst/>
                <a:gdLst>
                  <a:gd name="T0" fmla="*/ 43 w 51"/>
                  <a:gd name="T1" fmla="*/ 4 h 131"/>
                  <a:gd name="T2" fmla="*/ 5 w 51"/>
                  <a:gd name="T3" fmla="*/ 1 h 131"/>
                  <a:gd name="T4" fmla="*/ 5 w 51"/>
                  <a:gd name="T5" fmla="*/ 0 h 131"/>
                  <a:gd name="T6" fmla="*/ 9 w 51"/>
                  <a:gd name="T7" fmla="*/ 27 h 131"/>
                  <a:gd name="T8" fmla="*/ 11 w 51"/>
                  <a:gd name="T9" fmla="*/ 62 h 131"/>
                  <a:gd name="T10" fmla="*/ 8 w 51"/>
                  <a:gd name="T11" fmla="*/ 96 h 131"/>
                  <a:gd name="T12" fmla="*/ 0 w 51"/>
                  <a:gd name="T13" fmla="*/ 131 h 131"/>
                  <a:gd name="T14" fmla="*/ 18 w 51"/>
                  <a:gd name="T15" fmla="*/ 128 h 131"/>
                  <a:gd name="T16" fmla="*/ 24 w 51"/>
                  <a:gd name="T17" fmla="*/ 122 h 131"/>
                  <a:gd name="T18" fmla="*/ 43 w 51"/>
                  <a:gd name="T19" fmla="*/ 122 h 131"/>
                  <a:gd name="T20" fmla="*/ 51 w 51"/>
                  <a:gd name="T21" fmla="*/ 94 h 131"/>
                  <a:gd name="T22" fmla="*/ 46 w 51"/>
                  <a:gd name="T23" fmla="*/ 76 h 131"/>
                  <a:gd name="T24" fmla="*/ 43 w 51"/>
                  <a:gd name="T25" fmla="*/ 50 h 131"/>
                  <a:gd name="T26" fmla="*/ 42 w 51"/>
                  <a:gd name="T27" fmla="*/ 31 h 131"/>
                  <a:gd name="T28" fmla="*/ 43 w 51"/>
                  <a:gd name="T29" fmla="*/ 4 h 13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"/>
                  <a:gd name="T46" fmla="*/ 0 h 131"/>
                  <a:gd name="T47" fmla="*/ 51 w 51"/>
                  <a:gd name="T48" fmla="*/ 131 h 13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" h="131">
                    <a:moveTo>
                      <a:pt x="43" y="4"/>
                    </a:moveTo>
                    <a:lnTo>
                      <a:pt x="5" y="1"/>
                    </a:lnTo>
                    <a:lnTo>
                      <a:pt x="5" y="0"/>
                    </a:lnTo>
                    <a:lnTo>
                      <a:pt x="9" y="27"/>
                    </a:lnTo>
                    <a:lnTo>
                      <a:pt x="11" y="62"/>
                    </a:lnTo>
                    <a:lnTo>
                      <a:pt x="8" y="96"/>
                    </a:lnTo>
                    <a:lnTo>
                      <a:pt x="0" y="131"/>
                    </a:lnTo>
                    <a:lnTo>
                      <a:pt x="18" y="128"/>
                    </a:lnTo>
                    <a:lnTo>
                      <a:pt x="24" y="122"/>
                    </a:lnTo>
                    <a:lnTo>
                      <a:pt x="43" y="122"/>
                    </a:lnTo>
                    <a:lnTo>
                      <a:pt x="51" y="94"/>
                    </a:lnTo>
                    <a:lnTo>
                      <a:pt x="46" y="76"/>
                    </a:lnTo>
                    <a:lnTo>
                      <a:pt x="43" y="50"/>
                    </a:lnTo>
                    <a:lnTo>
                      <a:pt x="42" y="3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FC08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0" name="Freeform 28"/>
              <p:cNvSpPr>
                <a:spLocks/>
              </p:cNvSpPr>
              <p:nvPr/>
            </p:nvSpPr>
            <p:spPr bwMode="auto">
              <a:xfrm>
                <a:off x="1183" y="3479"/>
                <a:ext cx="41" cy="145"/>
              </a:xfrm>
              <a:custGeom>
                <a:avLst/>
                <a:gdLst>
                  <a:gd name="T0" fmla="*/ 35 w 41"/>
                  <a:gd name="T1" fmla="*/ 4 h 145"/>
                  <a:gd name="T2" fmla="*/ 24 w 41"/>
                  <a:gd name="T3" fmla="*/ 0 h 145"/>
                  <a:gd name="T4" fmla="*/ 11 w 41"/>
                  <a:gd name="T5" fmla="*/ 0 h 145"/>
                  <a:gd name="T6" fmla="*/ 24 w 41"/>
                  <a:gd name="T7" fmla="*/ 9 h 145"/>
                  <a:gd name="T8" fmla="*/ 29 w 41"/>
                  <a:gd name="T9" fmla="*/ 13 h 145"/>
                  <a:gd name="T10" fmla="*/ 20 w 41"/>
                  <a:gd name="T11" fmla="*/ 30 h 145"/>
                  <a:gd name="T12" fmla="*/ 24 w 41"/>
                  <a:gd name="T13" fmla="*/ 39 h 145"/>
                  <a:gd name="T14" fmla="*/ 28 w 41"/>
                  <a:gd name="T15" fmla="*/ 48 h 145"/>
                  <a:gd name="T16" fmla="*/ 25 w 41"/>
                  <a:gd name="T17" fmla="*/ 65 h 145"/>
                  <a:gd name="T18" fmla="*/ 25 w 41"/>
                  <a:gd name="T19" fmla="*/ 69 h 145"/>
                  <a:gd name="T20" fmla="*/ 21 w 41"/>
                  <a:gd name="T21" fmla="*/ 74 h 145"/>
                  <a:gd name="T22" fmla="*/ 19 w 41"/>
                  <a:gd name="T23" fmla="*/ 75 h 145"/>
                  <a:gd name="T24" fmla="*/ 16 w 41"/>
                  <a:gd name="T25" fmla="*/ 79 h 145"/>
                  <a:gd name="T26" fmla="*/ 13 w 41"/>
                  <a:gd name="T27" fmla="*/ 82 h 145"/>
                  <a:gd name="T28" fmla="*/ 10 w 41"/>
                  <a:gd name="T29" fmla="*/ 84 h 145"/>
                  <a:gd name="T30" fmla="*/ 8 w 41"/>
                  <a:gd name="T31" fmla="*/ 92 h 145"/>
                  <a:gd name="T32" fmla="*/ 13 w 41"/>
                  <a:gd name="T33" fmla="*/ 95 h 145"/>
                  <a:gd name="T34" fmla="*/ 13 w 41"/>
                  <a:gd name="T35" fmla="*/ 103 h 145"/>
                  <a:gd name="T36" fmla="*/ 6 w 41"/>
                  <a:gd name="T37" fmla="*/ 113 h 145"/>
                  <a:gd name="T38" fmla="*/ 0 w 41"/>
                  <a:gd name="T39" fmla="*/ 125 h 145"/>
                  <a:gd name="T40" fmla="*/ 11 w 41"/>
                  <a:gd name="T41" fmla="*/ 132 h 145"/>
                  <a:gd name="T42" fmla="*/ 12 w 41"/>
                  <a:gd name="T43" fmla="*/ 138 h 145"/>
                  <a:gd name="T44" fmla="*/ 20 w 41"/>
                  <a:gd name="T45" fmla="*/ 145 h 145"/>
                  <a:gd name="T46" fmla="*/ 23 w 41"/>
                  <a:gd name="T47" fmla="*/ 140 h 145"/>
                  <a:gd name="T48" fmla="*/ 28 w 41"/>
                  <a:gd name="T49" fmla="*/ 142 h 145"/>
                  <a:gd name="T50" fmla="*/ 30 w 41"/>
                  <a:gd name="T51" fmla="*/ 134 h 145"/>
                  <a:gd name="T52" fmla="*/ 38 w 41"/>
                  <a:gd name="T53" fmla="*/ 99 h 145"/>
                  <a:gd name="T54" fmla="*/ 41 w 41"/>
                  <a:gd name="T55" fmla="*/ 65 h 145"/>
                  <a:gd name="T56" fmla="*/ 39 w 41"/>
                  <a:gd name="T57" fmla="*/ 30 h 145"/>
                  <a:gd name="T58" fmla="*/ 35 w 41"/>
                  <a:gd name="T59" fmla="*/ 3 h 145"/>
                  <a:gd name="T60" fmla="*/ 35 w 41"/>
                  <a:gd name="T61" fmla="*/ 4 h 14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41"/>
                  <a:gd name="T94" fmla="*/ 0 h 145"/>
                  <a:gd name="T95" fmla="*/ 41 w 41"/>
                  <a:gd name="T96" fmla="*/ 145 h 14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41" h="145">
                    <a:moveTo>
                      <a:pt x="35" y="4"/>
                    </a:moveTo>
                    <a:lnTo>
                      <a:pt x="24" y="0"/>
                    </a:lnTo>
                    <a:lnTo>
                      <a:pt x="11" y="0"/>
                    </a:lnTo>
                    <a:lnTo>
                      <a:pt x="24" y="9"/>
                    </a:lnTo>
                    <a:lnTo>
                      <a:pt x="29" y="13"/>
                    </a:lnTo>
                    <a:lnTo>
                      <a:pt x="20" y="30"/>
                    </a:lnTo>
                    <a:lnTo>
                      <a:pt x="24" y="39"/>
                    </a:lnTo>
                    <a:lnTo>
                      <a:pt x="28" y="48"/>
                    </a:lnTo>
                    <a:lnTo>
                      <a:pt x="25" y="65"/>
                    </a:lnTo>
                    <a:lnTo>
                      <a:pt x="25" y="69"/>
                    </a:lnTo>
                    <a:lnTo>
                      <a:pt x="21" y="74"/>
                    </a:lnTo>
                    <a:lnTo>
                      <a:pt x="19" y="75"/>
                    </a:lnTo>
                    <a:lnTo>
                      <a:pt x="16" y="79"/>
                    </a:lnTo>
                    <a:lnTo>
                      <a:pt x="13" y="82"/>
                    </a:lnTo>
                    <a:lnTo>
                      <a:pt x="10" y="84"/>
                    </a:lnTo>
                    <a:lnTo>
                      <a:pt x="8" y="92"/>
                    </a:lnTo>
                    <a:lnTo>
                      <a:pt x="13" y="95"/>
                    </a:lnTo>
                    <a:lnTo>
                      <a:pt x="13" y="103"/>
                    </a:lnTo>
                    <a:lnTo>
                      <a:pt x="6" y="113"/>
                    </a:lnTo>
                    <a:lnTo>
                      <a:pt x="0" y="125"/>
                    </a:lnTo>
                    <a:lnTo>
                      <a:pt x="11" y="132"/>
                    </a:lnTo>
                    <a:lnTo>
                      <a:pt x="12" y="138"/>
                    </a:lnTo>
                    <a:lnTo>
                      <a:pt x="20" y="145"/>
                    </a:lnTo>
                    <a:lnTo>
                      <a:pt x="23" y="140"/>
                    </a:lnTo>
                    <a:lnTo>
                      <a:pt x="28" y="142"/>
                    </a:lnTo>
                    <a:lnTo>
                      <a:pt x="30" y="134"/>
                    </a:lnTo>
                    <a:lnTo>
                      <a:pt x="38" y="99"/>
                    </a:lnTo>
                    <a:lnTo>
                      <a:pt x="41" y="65"/>
                    </a:lnTo>
                    <a:lnTo>
                      <a:pt x="39" y="30"/>
                    </a:lnTo>
                    <a:lnTo>
                      <a:pt x="35" y="3"/>
                    </a:lnTo>
                    <a:lnTo>
                      <a:pt x="35" y="4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1" name="Freeform 29"/>
              <p:cNvSpPr>
                <a:spLocks/>
              </p:cNvSpPr>
              <p:nvPr/>
            </p:nvSpPr>
            <p:spPr bwMode="auto">
              <a:xfrm>
                <a:off x="1178" y="3169"/>
                <a:ext cx="468" cy="597"/>
              </a:xfrm>
              <a:custGeom>
                <a:avLst/>
                <a:gdLst>
                  <a:gd name="T0" fmla="*/ 441 w 468"/>
                  <a:gd name="T1" fmla="*/ 332 h 597"/>
                  <a:gd name="T2" fmla="*/ 420 w 468"/>
                  <a:gd name="T3" fmla="*/ 397 h 597"/>
                  <a:gd name="T4" fmla="*/ 394 w 468"/>
                  <a:gd name="T5" fmla="*/ 442 h 597"/>
                  <a:gd name="T6" fmla="*/ 358 w 468"/>
                  <a:gd name="T7" fmla="*/ 497 h 597"/>
                  <a:gd name="T8" fmla="*/ 326 w 468"/>
                  <a:gd name="T9" fmla="*/ 549 h 597"/>
                  <a:gd name="T10" fmla="*/ 298 w 468"/>
                  <a:gd name="T11" fmla="*/ 584 h 597"/>
                  <a:gd name="T12" fmla="*/ 0 w 468"/>
                  <a:gd name="T13" fmla="*/ 597 h 597"/>
                  <a:gd name="T14" fmla="*/ 12 w 468"/>
                  <a:gd name="T15" fmla="*/ 575 h 597"/>
                  <a:gd name="T16" fmla="*/ 37 w 468"/>
                  <a:gd name="T17" fmla="*/ 557 h 597"/>
                  <a:gd name="T18" fmla="*/ 74 w 468"/>
                  <a:gd name="T19" fmla="*/ 462 h 597"/>
                  <a:gd name="T20" fmla="*/ 78 w 468"/>
                  <a:gd name="T21" fmla="*/ 435 h 597"/>
                  <a:gd name="T22" fmla="*/ 81 w 468"/>
                  <a:gd name="T23" fmla="*/ 389 h 597"/>
                  <a:gd name="T24" fmla="*/ 77 w 468"/>
                  <a:gd name="T25" fmla="*/ 344 h 597"/>
                  <a:gd name="T26" fmla="*/ 90 w 468"/>
                  <a:gd name="T27" fmla="*/ 306 h 597"/>
                  <a:gd name="T28" fmla="*/ 116 w 468"/>
                  <a:gd name="T29" fmla="*/ 262 h 597"/>
                  <a:gd name="T30" fmla="*/ 151 w 468"/>
                  <a:gd name="T31" fmla="*/ 221 h 597"/>
                  <a:gd name="T32" fmla="*/ 200 w 468"/>
                  <a:gd name="T33" fmla="*/ 184 h 597"/>
                  <a:gd name="T34" fmla="*/ 215 w 468"/>
                  <a:gd name="T35" fmla="*/ 162 h 597"/>
                  <a:gd name="T36" fmla="*/ 214 w 468"/>
                  <a:gd name="T37" fmla="*/ 136 h 597"/>
                  <a:gd name="T38" fmla="*/ 247 w 468"/>
                  <a:gd name="T39" fmla="*/ 123 h 597"/>
                  <a:gd name="T40" fmla="*/ 258 w 468"/>
                  <a:gd name="T41" fmla="*/ 108 h 597"/>
                  <a:gd name="T42" fmla="*/ 288 w 468"/>
                  <a:gd name="T43" fmla="*/ 73 h 597"/>
                  <a:gd name="T44" fmla="*/ 349 w 468"/>
                  <a:gd name="T45" fmla="*/ 29 h 597"/>
                  <a:gd name="T46" fmla="*/ 407 w 468"/>
                  <a:gd name="T47" fmla="*/ 0 h 597"/>
                  <a:gd name="T48" fmla="*/ 433 w 468"/>
                  <a:gd name="T49" fmla="*/ 30 h 597"/>
                  <a:gd name="T50" fmla="*/ 450 w 468"/>
                  <a:gd name="T51" fmla="*/ 73 h 597"/>
                  <a:gd name="T52" fmla="*/ 431 w 468"/>
                  <a:gd name="T53" fmla="*/ 79 h 597"/>
                  <a:gd name="T54" fmla="*/ 401 w 468"/>
                  <a:gd name="T55" fmla="*/ 73 h 597"/>
                  <a:gd name="T56" fmla="*/ 375 w 468"/>
                  <a:gd name="T57" fmla="*/ 74 h 597"/>
                  <a:gd name="T58" fmla="*/ 431 w 468"/>
                  <a:gd name="T59" fmla="*/ 91 h 597"/>
                  <a:gd name="T60" fmla="*/ 453 w 468"/>
                  <a:gd name="T61" fmla="*/ 112 h 597"/>
                  <a:gd name="T62" fmla="*/ 462 w 468"/>
                  <a:gd name="T63" fmla="*/ 126 h 597"/>
                  <a:gd name="T64" fmla="*/ 468 w 468"/>
                  <a:gd name="T65" fmla="*/ 153 h 597"/>
                  <a:gd name="T66" fmla="*/ 459 w 468"/>
                  <a:gd name="T67" fmla="*/ 211 h 597"/>
                  <a:gd name="T68" fmla="*/ 454 w 468"/>
                  <a:gd name="T69" fmla="*/ 245 h 59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8"/>
                  <a:gd name="T106" fmla="*/ 0 h 597"/>
                  <a:gd name="T107" fmla="*/ 468 w 468"/>
                  <a:gd name="T108" fmla="*/ 597 h 59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8" h="597">
                    <a:moveTo>
                      <a:pt x="453" y="267"/>
                    </a:moveTo>
                    <a:lnTo>
                      <a:pt x="441" y="332"/>
                    </a:lnTo>
                    <a:lnTo>
                      <a:pt x="431" y="366"/>
                    </a:lnTo>
                    <a:lnTo>
                      <a:pt x="420" y="397"/>
                    </a:lnTo>
                    <a:lnTo>
                      <a:pt x="403" y="428"/>
                    </a:lnTo>
                    <a:lnTo>
                      <a:pt x="394" y="442"/>
                    </a:lnTo>
                    <a:lnTo>
                      <a:pt x="379" y="463"/>
                    </a:lnTo>
                    <a:lnTo>
                      <a:pt x="358" y="497"/>
                    </a:lnTo>
                    <a:lnTo>
                      <a:pt x="343" y="516"/>
                    </a:lnTo>
                    <a:lnTo>
                      <a:pt x="326" y="549"/>
                    </a:lnTo>
                    <a:lnTo>
                      <a:pt x="313" y="568"/>
                    </a:lnTo>
                    <a:lnTo>
                      <a:pt x="298" y="584"/>
                    </a:lnTo>
                    <a:lnTo>
                      <a:pt x="282" y="597"/>
                    </a:lnTo>
                    <a:lnTo>
                      <a:pt x="0" y="597"/>
                    </a:lnTo>
                    <a:lnTo>
                      <a:pt x="5" y="584"/>
                    </a:lnTo>
                    <a:lnTo>
                      <a:pt x="12" y="575"/>
                    </a:lnTo>
                    <a:lnTo>
                      <a:pt x="24" y="563"/>
                    </a:lnTo>
                    <a:lnTo>
                      <a:pt x="37" y="557"/>
                    </a:lnTo>
                    <a:lnTo>
                      <a:pt x="46" y="523"/>
                    </a:lnTo>
                    <a:lnTo>
                      <a:pt x="74" y="462"/>
                    </a:lnTo>
                    <a:lnTo>
                      <a:pt x="72" y="457"/>
                    </a:lnTo>
                    <a:lnTo>
                      <a:pt x="78" y="435"/>
                    </a:lnTo>
                    <a:lnTo>
                      <a:pt x="86" y="407"/>
                    </a:lnTo>
                    <a:lnTo>
                      <a:pt x="81" y="389"/>
                    </a:lnTo>
                    <a:lnTo>
                      <a:pt x="78" y="363"/>
                    </a:lnTo>
                    <a:lnTo>
                      <a:pt x="77" y="344"/>
                    </a:lnTo>
                    <a:lnTo>
                      <a:pt x="78" y="344"/>
                    </a:lnTo>
                    <a:lnTo>
                      <a:pt x="90" y="306"/>
                    </a:lnTo>
                    <a:lnTo>
                      <a:pt x="99" y="289"/>
                    </a:lnTo>
                    <a:lnTo>
                      <a:pt x="116" y="262"/>
                    </a:lnTo>
                    <a:lnTo>
                      <a:pt x="138" y="235"/>
                    </a:lnTo>
                    <a:lnTo>
                      <a:pt x="151" y="221"/>
                    </a:lnTo>
                    <a:lnTo>
                      <a:pt x="182" y="195"/>
                    </a:lnTo>
                    <a:lnTo>
                      <a:pt x="200" y="184"/>
                    </a:lnTo>
                    <a:lnTo>
                      <a:pt x="217" y="171"/>
                    </a:lnTo>
                    <a:lnTo>
                      <a:pt x="215" y="162"/>
                    </a:lnTo>
                    <a:lnTo>
                      <a:pt x="222" y="157"/>
                    </a:lnTo>
                    <a:lnTo>
                      <a:pt x="214" y="136"/>
                    </a:lnTo>
                    <a:lnTo>
                      <a:pt x="236" y="138"/>
                    </a:lnTo>
                    <a:lnTo>
                      <a:pt x="247" y="123"/>
                    </a:lnTo>
                    <a:lnTo>
                      <a:pt x="248" y="125"/>
                    </a:lnTo>
                    <a:lnTo>
                      <a:pt x="258" y="108"/>
                    </a:lnTo>
                    <a:lnTo>
                      <a:pt x="274" y="88"/>
                    </a:lnTo>
                    <a:lnTo>
                      <a:pt x="288" y="73"/>
                    </a:lnTo>
                    <a:lnTo>
                      <a:pt x="313" y="52"/>
                    </a:lnTo>
                    <a:lnTo>
                      <a:pt x="349" y="29"/>
                    </a:lnTo>
                    <a:lnTo>
                      <a:pt x="387" y="9"/>
                    </a:lnTo>
                    <a:lnTo>
                      <a:pt x="407" y="0"/>
                    </a:lnTo>
                    <a:lnTo>
                      <a:pt x="409" y="0"/>
                    </a:lnTo>
                    <a:lnTo>
                      <a:pt x="433" y="30"/>
                    </a:lnTo>
                    <a:lnTo>
                      <a:pt x="445" y="56"/>
                    </a:lnTo>
                    <a:lnTo>
                      <a:pt x="450" y="73"/>
                    </a:lnTo>
                    <a:lnTo>
                      <a:pt x="453" y="91"/>
                    </a:lnTo>
                    <a:lnTo>
                      <a:pt x="431" y="79"/>
                    </a:lnTo>
                    <a:lnTo>
                      <a:pt x="420" y="75"/>
                    </a:lnTo>
                    <a:lnTo>
                      <a:pt x="401" y="73"/>
                    </a:lnTo>
                    <a:lnTo>
                      <a:pt x="388" y="71"/>
                    </a:lnTo>
                    <a:lnTo>
                      <a:pt x="375" y="74"/>
                    </a:lnTo>
                    <a:lnTo>
                      <a:pt x="407" y="79"/>
                    </a:lnTo>
                    <a:lnTo>
                      <a:pt x="431" y="91"/>
                    </a:lnTo>
                    <a:lnTo>
                      <a:pt x="444" y="100"/>
                    </a:lnTo>
                    <a:lnTo>
                      <a:pt x="453" y="112"/>
                    </a:lnTo>
                    <a:lnTo>
                      <a:pt x="453" y="117"/>
                    </a:lnTo>
                    <a:lnTo>
                      <a:pt x="462" y="126"/>
                    </a:lnTo>
                    <a:lnTo>
                      <a:pt x="466" y="138"/>
                    </a:lnTo>
                    <a:lnTo>
                      <a:pt x="468" y="153"/>
                    </a:lnTo>
                    <a:lnTo>
                      <a:pt x="468" y="171"/>
                    </a:lnTo>
                    <a:lnTo>
                      <a:pt x="459" y="211"/>
                    </a:lnTo>
                    <a:lnTo>
                      <a:pt x="457" y="226"/>
                    </a:lnTo>
                    <a:lnTo>
                      <a:pt x="454" y="245"/>
                    </a:lnTo>
                    <a:lnTo>
                      <a:pt x="453" y="267"/>
                    </a:lnTo>
                    <a:close/>
                  </a:path>
                </a:pathLst>
              </a:custGeom>
              <a:solidFill>
                <a:srgbClr val="FFC08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2" name="Freeform 30"/>
              <p:cNvSpPr>
                <a:spLocks/>
              </p:cNvSpPr>
              <p:nvPr/>
            </p:nvSpPr>
            <p:spPr bwMode="auto">
              <a:xfrm>
                <a:off x="1460" y="3395"/>
                <a:ext cx="179" cy="371"/>
              </a:xfrm>
              <a:custGeom>
                <a:avLst/>
                <a:gdLst>
                  <a:gd name="T0" fmla="*/ 172 w 179"/>
                  <a:gd name="T1" fmla="*/ 19 h 371"/>
                  <a:gd name="T2" fmla="*/ 171 w 179"/>
                  <a:gd name="T3" fmla="*/ 41 h 371"/>
                  <a:gd name="T4" fmla="*/ 159 w 179"/>
                  <a:gd name="T5" fmla="*/ 106 h 371"/>
                  <a:gd name="T6" fmla="*/ 149 w 179"/>
                  <a:gd name="T7" fmla="*/ 140 h 371"/>
                  <a:gd name="T8" fmla="*/ 138 w 179"/>
                  <a:gd name="T9" fmla="*/ 171 h 371"/>
                  <a:gd name="T10" fmla="*/ 121 w 179"/>
                  <a:gd name="T11" fmla="*/ 202 h 371"/>
                  <a:gd name="T12" fmla="*/ 112 w 179"/>
                  <a:gd name="T13" fmla="*/ 216 h 371"/>
                  <a:gd name="T14" fmla="*/ 97 w 179"/>
                  <a:gd name="T15" fmla="*/ 237 h 371"/>
                  <a:gd name="T16" fmla="*/ 76 w 179"/>
                  <a:gd name="T17" fmla="*/ 271 h 371"/>
                  <a:gd name="T18" fmla="*/ 61 w 179"/>
                  <a:gd name="T19" fmla="*/ 290 h 371"/>
                  <a:gd name="T20" fmla="*/ 44 w 179"/>
                  <a:gd name="T21" fmla="*/ 323 h 371"/>
                  <a:gd name="T22" fmla="*/ 31 w 179"/>
                  <a:gd name="T23" fmla="*/ 342 h 371"/>
                  <a:gd name="T24" fmla="*/ 16 w 179"/>
                  <a:gd name="T25" fmla="*/ 358 h 371"/>
                  <a:gd name="T26" fmla="*/ 0 w 179"/>
                  <a:gd name="T27" fmla="*/ 371 h 371"/>
                  <a:gd name="T28" fmla="*/ 131 w 179"/>
                  <a:gd name="T29" fmla="*/ 371 h 371"/>
                  <a:gd name="T30" fmla="*/ 134 w 179"/>
                  <a:gd name="T31" fmla="*/ 318 h 371"/>
                  <a:gd name="T32" fmla="*/ 149 w 179"/>
                  <a:gd name="T33" fmla="*/ 250 h 371"/>
                  <a:gd name="T34" fmla="*/ 155 w 179"/>
                  <a:gd name="T35" fmla="*/ 214 h 371"/>
                  <a:gd name="T36" fmla="*/ 160 w 179"/>
                  <a:gd name="T37" fmla="*/ 187 h 371"/>
                  <a:gd name="T38" fmla="*/ 166 w 179"/>
                  <a:gd name="T39" fmla="*/ 172 h 371"/>
                  <a:gd name="T40" fmla="*/ 169 w 179"/>
                  <a:gd name="T41" fmla="*/ 153 h 371"/>
                  <a:gd name="T42" fmla="*/ 179 w 179"/>
                  <a:gd name="T43" fmla="*/ 75 h 371"/>
                  <a:gd name="T44" fmla="*/ 175 w 179"/>
                  <a:gd name="T45" fmla="*/ 0 h 371"/>
                  <a:gd name="T46" fmla="*/ 172 w 179"/>
                  <a:gd name="T47" fmla="*/ 19 h 37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9"/>
                  <a:gd name="T73" fmla="*/ 0 h 371"/>
                  <a:gd name="T74" fmla="*/ 179 w 179"/>
                  <a:gd name="T75" fmla="*/ 371 h 371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9" h="371">
                    <a:moveTo>
                      <a:pt x="172" y="19"/>
                    </a:moveTo>
                    <a:lnTo>
                      <a:pt x="171" y="41"/>
                    </a:lnTo>
                    <a:lnTo>
                      <a:pt x="159" y="106"/>
                    </a:lnTo>
                    <a:lnTo>
                      <a:pt x="149" y="140"/>
                    </a:lnTo>
                    <a:lnTo>
                      <a:pt x="138" y="171"/>
                    </a:lnTo>
                    <a:lnTo>
                      <a:pt x="121" y="202"/>
                    </a:lnTo>
                    <a:lnTo>
                      <a:pt x="112" y="216"/>
                    </a:lnTo>
                    <a:lnTo>
                      <a:pt x="97" y="237"/>
                    </a:lnTo>
                    <a:lnTo>
                      <a:pt x="76" y="271"/>
                    </a:lnTo>
                    <a:lnTo>
                      <a:pt x="61" y="290"/>
                    </a:lnTo>
                    <a:lnTo>
                      <a:pt x="44" y="323"/>
                    </a:lnTo>
                    <a:lnTo>
                      <a:pt x="31" y="342"/>
                    </a:lnTo>
                    <a:lnTo>
                      <a:pt x="16" y="358"/>
                    </a:lnTo>
                    <a:lnTo>
                      <a:pt x="0" y="371"/>
                    </a:lnTo>
                    <a:lnTo>
                      <a:pt x="131" y="371"/>
                    </a:lnTo>
                    <a:lnTo>
                      <a:pt x="134" y="318"/>
                    </a:lnTo>
                    <a:lnTo>
                      <a:pt x="149" y="250"/>
                    </a:lnTo>
                    <a:lnTo>
                      <a:pt x="155" y="214"/>
                    </a:lnTo>
                    <a:lnTo>
                      <a:pt x="160" y="187"/>
                    </a:lnTo>
                    <a:lnTo>
                      <a:pt x="166" y="172"/>
                    </a:lnTo>
                    <a:lnTo>
                      <a:pt x="169" y="153"/>
                    </a:lnTo>
                    <a:lnTo>
                      <a:pt x="179" y="75"/>
                    </a:lnTo>
                    <a:lnTo>
                      <a:pt x="175" y="0"/>
                    </a:lnTo>
                    <a:lnTo>
                      <a:pt x="172" y="19"/>
                    </a:lnTo>
                    <a:close/>
                  </a:path>
                </a:pathLst>
              </a:custGeom>
              <a:solidFill>
                <a:srgbClr val="FFC08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3" name="Freeform 31"/>
              <p:cNvSpPr>
                <a:spLocks/>
              </p:cNvSpPr>
              <p:nvPr/>
            </p:nvSpPr>
            <p:spPr bwMode="auto">
              <a:xfrm>
                <a:off x="979" y="3440"/>
                <a:ext cx="233" cy="110"/>
              </a:xfrm>
              <a:custGeom>
                <a:avLst/>
                <a:gdLst>
                  <a:gd name="T0" fmla="*/ 67 w 233"/>
                  <a:gd name="T1" fmla="*/ 30 h 110"/>
                  <a:gd name="T2" fmla="*/ 49 w 233"/>
                  <a:gd name="T3" fmla="*/ 37 h 110"/>
                  <a:gd name="T4" fmla="*/ 31 w 233"/>
                  <a:gd name="T5" fmla="*/ 46 h 110"/>
                  <a:gd name="T6" fmla="*/ 18 w 233"/>
                  <a:gd name="T7" fmla="*/ 48 h 110"/>
                  <a:gd name="T8" fmla="*/ 7 w 233"/>
                  <a:gd name="T9" fmla="*/ 46 h 110"/>
                  <a:gd name="T10" fmla="*/ 0 w 233"/>
                  <a:gd name="T11" fmla="*/ 37 h 110"/>
                  <a:gd name="T12" fmla="*/ 75 w 233"/>
                  <a:gd name="T13" fmla="*/ 3 h 110"/>
                  <a:gd name="T14" fmla="*/ 98 w 233"/>
                  <a:gd name="T15" fmla="*/ 0 h 110"/>
                  <a:gd name="T16" fmla="*/ 134 w 233"/>
                  <a:gd name="T17" fmla="*/ 4 h 110"/>
                  <a:gd name="T18" fmla="*/ 153 w 233"/>
                  <a:gd name="T19" fmla="*/ 4 h 110"/>
                  <a:gd name="T20" fmla="*/ 166 w 233"/>
                  <a:gd name="T21" fmla="*/ 9 h 110"/>
                  <a:gd name="T22" fmla="*/ 184 w 233"/>
                  <a:gd name="T23" fmla="*/ 16 h 110"/>
                  <a:gd name="T24" fmla="*/ 212 w 233"/>
                  <a:gd name="T25" fmla="*/ 30 h 110"/>
                  <a:gd name="T26" fmla="*/ 228 w 233"/>
                  <a:gd name="T27" fmla="*/ 39 h 110"/>
                  <a:gd name="T28" fmla="*/ 215 w 233"/>
                  <a:gd name="T29" fmla="*/ 39 h 110"/>
                  <a:gd name="T30" fmla="*/ 228 w 233"/>
                  <a:gd name="T31" fmla="*/ 48 h 110"/>
                  <a:gd name="T32" fmla="*/ 233 w 233"/>
                  <a:gd name="T33" fmla="*/ 52 h 110"/>
                  <a:gd name="T34" fmla="*/ 224 w 233"/>
                  <a:gd name="T35" fmla="*/ 69 h 110"/>
                  <a:gd name="T36" fmla="*/ 228 w 233"/>
                  <a:gd name="T37" fmla="*/ 78 h 110"/>
                  <a:gd name="T38" fmla="*/ 232 w 233"/>
                  <a:gd name="T39" fmla="*/ 87 h 110"/>
                  <a:gd name="T40" fmla="*/ 229 w 233"/>
                  <a:gd name="T41" fmla="*/ 104 h 110"/>
                  <a:gd name="T42" fmla="*/ 229 w 233"/>
                  <a:gd name="T43" fmla="*/ 103 h 110"/>
                  <a:gd name="T44" fmla="*/ 194 w 233"/>
                  <a:gd name="T45" fmla="*/ 97 h 110"/>
                  <a:gd name="T46" fmla="*/ 173 w 233"/>
                  <a:gd name="T47" fmla="*/ 104 h 110"/>
                  <a:gd name="T48" fmla="*/ 151 w 233"/>
                  <a:gd name="T49" fmla="*/ 109 h 110"/>
                  <a:gd name="T50" fmla="*/ 129 w 233"/>
                  <a:gd name="T51" fmla="*/ 105 h 110"/>
                  <a:gd name="T52" fmla="*/ 110 w 233"/>
                  <a:gd name="T53" fmla="*/ 105 h 110"/>
                  <a:gd name="T54" fmla="*/ 89 w 233"/>
                  <a:gd name="T55" fmla="*/ 110 h 110"/>
                  <a:gd name="T56" fmla="*/ 89 w 233"/>
                  <a:gd name="T57" fmla="*/ 97 h 110"/>
                  <a:gd name="T58" fmla="*/ 96 w 233"/>
                  <a:gd name="T59" fmla="*/ 91 h 110"/>
                  <a:gd name="T60" fmla="*/ 105 w 233"/>
                  <a:gd name="T61" fmla="*/ 85 h 110"/>
                  <a:gd name="T62" fmla="*/ 119 w 233"/>
                  <a:gd name="T63" fmla="*/ 82 h 110"/>
                  <a:gd name="T64" fmla="*/ 134 w 233"/>
                  <a:gd name="T65" fmla="*/ 81 h 110"/>
                  <a:gd name="T66" fmla="*/ 146 w 233"/>
                  <a:gd name="T67" fmla="*/ 78 h 110"/>
                  <a:gd name="T68" fmla="*/ 162 w 233"/>
                  <a:gd name="T69" fmla="*/ 69 h 110"/>
                  <a:gd name="T70" fmla="*/ 150 w 233"/>
                  <a:gd name="T71" fmla="*/ 55 h 110"/>
                  <a:gd name="T72" fmla="*/ 131 w 233"/>
                  <a:gd name="T73" fmla="*/ 49 h 110"/>
                  <a:gd name="T74" fmla="*/ 115 w 233"/>
                  <a:gd name="T75" fmla="*/ 43 h 110"/>
                  <a:gd name="T76" fmla="*/ 97 w 233"/>
                  <a:gd name="T77" fmla="*/ 46 h 110"/>
                  <a:gd name="T78" fmla="*/ 79 w 233"/>
                  <a:gd name="T79" fmla="*/ 56 h 110"/>
                  <a:gd name="T80" fmla="*/ 66 w 233"/>
                  <a:gd name="T81" fmla="*/ 61 h 110"/>
                  <a:gd name="T82" fmla="*/ 55 w 233"/>
                  <a:gd name="T83" fmla="*/ 68 h 110"/>
                  <a:gd name="T84" fmla="*/ 48 w 233"/>
                  <a:gd name="T85" fmla="*/ 82 h 110"/>
                  <a:gd name="T86" fmla="*/ 32 w 233"/>
                  <a:gd name="T87" fmla="*/ 88 h 110"/>
                  <a:gd name="T88" fmla="*/ 19 w 233"/>
                  <a:gd name="T89" fmla="*/ 87 h 110"/>
                  <a:gd name="T90" fmla="*/ 40 w 233"/>
                  <a:gd name="T91" fmla="*/ 52 h 110"/>
                  <a:gd name="T92" fmla="*/ 67 w 233"/>
                  <a:gd name="T93" fmla="*/ 31 h 110"/>
                  <a:gd name="T94" fmla="*/ 67 w 233"/>
                  <a:gd name="T95" fmla="*/ 30 h 1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33"/>
                  <a:gd name="T145" fmla="*/ 0 h 110"/>
                  <a:gd name="T146" fmla="*/ 233 w 233"/>
                  <a:gd name="T147" fmla="*/ 110 h 11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33" h="110">
                    <a:moveTo>
                      <a:pt x="67" y="30"/>
                    </a:moveTo>
                    <a:lnTo>
                      <a:pt x="49" y="37"/>
                    </a:lnTo>
                    <a:lnTo>
                      <a:pt x="31" y="46"/>
                    </a:lnTo>
                    <a:lnTo>
                      <a:pt x="18" y="48"/>
                    </a:lnTo>
                    <a:lnTo>
                      <a:pt x="7" y="46"/>
                    </a:lnTo>
                    <a:lnTo>
                      <a:pt x="0" y="37"/>
                    </a:lnTo>
                    <a:lnTo>
                      <a:pt x="75" y="3"/>
                    </a:lnTo>
                    <a:lnTo>
                      <a:pt x="98" y="0"/>
                    </a:lnTo>
                    <a:lnTo>
                      <a:pt x="134" y="4"/>
                    </a:lnTo>
                    <a:lnTo>
                      <a:pt x="153" y="4"/>
                    </a:lnTo>
                    <a:lnTo>
                      <a:pt x="166" y="9"/>
                    </a:lnTo>
                    <a:lnTo>
                      <a:pt x="184" y="16"/>
                    </a:lnTo>
                    <a:lnTo>
                      <a:pt x="212" y="30"/>
                    </a:lnTo>
                    <a:lnTo>
                      <a:pt x="228" y="39"/>
                    </a:lnTo>
                    <a:lnTo>
                      <a:pt x="215" y="39"/>
                    </a:lnTo>
                    <a:lnTo>
                      <a:pt x="228" y="48"/>
                    </a:lnTo>
                    <a:lnTo>
                      <a:pt x="233" y="52"/>
                    </a:lnTo>
                    <a:lnTo>
                      <a:pt x="224" y="69"/>
                    </a:lnTo>
                    <a:lnTo>
                      <a:pt x="228" y="78"/>
                    </a:lnTo>
                    <a:lnTo>
                      <a:pt x="232" y="87"/>
                    </a:lnTo>
                    <a:lnTo>
                      <a:pt x="229" y="104"/>
                    </a:lnTo>
                    <a:lnTo>
                      <a:pt x="229" y="103"/>
                    </a:lnTo>
                    <a:lnTo>
                      <a:pt x="194" y="97"/>
                    </a:lnTo>
                    <a:lnTo>
                      <a:pt x="173" y="104"/>
                    </a:lnTo>
                    <a:lnTo>
                      <a:pt x="151" y="109"/>
                    </a:lnTo>
                    <a:lnTo>
                      <a:pt x="129" y="105"/>
                    </a:lnTo>
                    <a:lnTo>
                      <a:pt x="110" y="105"/>
                    </a:lnTo>
                    <a:lnTo>
                      <a:pt x="89" y="110"/>
                    </a:lnTo>
                    <a:lnTo>
                      <a:pt x="89" y="97"/>
                    </a:lnTo>
                    <a:lnTo>
                      <a:pt x="96" y="91"/>
                    </a:lnTo>
                    <a:lnTo>
                      <a:pt x="105" y="85"/>
                    </a:lnTo>
                    <a:lnTo>
                      <a:pt x="119" y="82"/>
                    </a:lnTo>
                    <a:lnTo>
                      <a:pt x="134" y="81"/>
                    </a:lnTo>
                    <a:lnTo>
                      <a:pt x="146" y="78"/>
                    </a:lnTo>
                    <a:lnTo>
                      <a:pt x="162" y="69"/>
                    </a:lnTo>
                    <a:lnTo>
                      <a:pt x="150" y="55"/>
                    </a:lnTo>
                    <a:lnTo>
                      <a:pt x="131" y="49"/>
                    </a:lnTo>
                    <a:lnTo>
                      <a:pt x="115" y="43"/>
                    </a:lnTo>
                    <a:lnTo>
                      <a:pt x="97" y="46"/>
                    </a:lnTo>
                    <a:lnTo>
                      <a:pt x="79" y="56"/>
                    </a:lnTo>
                    <a:lnTo>
                      <a:pt x="66" y="61"/>
                    </a:lnTo>
                    <a:lnTo>
                      <a:pt x="55" y="68"/>
                    </a:lnTo>
                    <a:lnTo>
                      <a:pt x="48" y="82"/>
                    </a:lnTo>
                    <a:lnTo>
                      <a:pt x="32" y="88"/>
                    </a:lnTo>
                    <a:lnTo>
                      <a:pt x="19" y="87"/>
                    </a:lnTo>
                    <a:lnTo>
                      <a:pt x="40" y="52"/>
                    </a:lnTo>
                    <a:lnTo>
                      <a:pt x="67" y="31"/>
                    </a:lnTo>
                    <a:lnTo>
                      <a:pt x="67" y="30"/>
                    </a:lnTo>
                    <a:close/>
                  </a:path>
                </a:pathLst>
              </a:custGeom>
              <a:solidFill>
                <a:srgbClr val="FCE6C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4" name="Freeform 32"/>
              <p:cNvSpPr>
                <a:spLocks/>
              </p:cNvSpPr>
              <p:nvPr/>
            </p:nvSpPr>
            <p:spPr bwMode="auto">
              <a:xfrm>
                <a:off x="787" y="3613"/>
                <a:ext cx="232" cy="100"/>
              </a:xfrm>
              <a:custGeom>
                <a:avLst/>
                <a:gdLst>
                  <a:gd name="T0" fmla="*/ 0 w 232"/>
                  <a:gd name="T1" fmla="*/ 61 h 100"/>
                  <a:gd name="T2" fmla="*/ 0 w 232"/>
                  <a:gd name="T3" fmla="*/ 78 h 100"/>
                  <a:gd name="T4" fmla="*/ 1 w 232"/>
                  <a:gd name="T5" fmla="*/ 98 h 100"/>
                  <a:gd name="T6" fmla="*/ 229 w 232"/>
                  <a:gd name="T7" fmla="*/ 100 h 100"/>
                  <a:gd name="T8" fmla="*/ 232 w 232"/>
                  <a:gd name="T9" fmla="*/ 91 h 100"/>
                  <a:gd name="T10" fmla="*/ 232 w 232"/>
                  <a:gd name="T11" fmla="*/ 84 h 100"/>
                  <a:gd name="T12" fmla="*/ 225 w 232"/>
                  <a:gd name="T13" fmla="*/ 78 h 100"/>
                  <a:gd name="T14" fmla="*/ 218 w 232"/>
                  <a:gd name="T15" fmla="*/ 72 h 100"/>
                  <a:gd name="T16" fmla="*/ 92 w 232"/>
                  <a:gd name="T17" fmla="*/ 26 h 100"/>
                  <a:gd name="T18" fmla="*/ 23 w 232"/>
                  <a:gd name="T19" fmla="*/ 0 h 100"/>
                  <a:gd name="T20" fmla="*/ 14 w 232"/>
                  <a:gd name="T21" fmla="*/ 10 h 100"/>
                  <a:gd name="T22" fmla="*/ 8 w 232"/>
                  <a:gd name="T23" fmla="*/ 23 h 100"/>
                  <a:gd name="T24" fmla="*/ 1 w 232"/>
                  <a:gd name="T25" fmla="*/ 45 h 100"/>
                  <a:gd name="T26" fmla="*/ 0 w 232"/>
                  <a:gd name="T27" fmla="*/ 61 h 1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32"/>
                  <a:gd name="T43" fmla="*/ 0 h 100"/>
                  <a:gd name="T44" fmla="*/ 232 w 232"/>
                  <a:gd name="T45" fmla="*/ 100 h 1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32" h="100">
                    <a:moveTo>
                      <a:pt x="0" y="61"/>
                    </a:moveTo>
                    <a:lnTo>
                      <a:pt x="0" y="78"/>
                    </a:lnTo>
                    <a:lnTo>
                      <a:pt x="1" y="98"/>
                    </a:lnTo>
                    <a:lnTo>
                      <a:pt x="229" y="100"/>
                    </a:lnTo>
                    <a:lnTo>
                      <a:pt x="232" y="91"/>
                    </a:lnTo>
                    <a:lnTo>
                      <a:pt x="232" y="84"/>
                    </a:lnTo>
                    <a:lnTo>
                      <a:pt x="225" y="78"/>
                    </a:lnTo>
                    <a:lnTo>
                      <a:pt x="218" y="72"/>
                    </a:lnTo>
                    <a:lnTo>
                      <a:pt x="92" y="26"/>
                    </a:lnTo>
                    <a:lnTo>
                      <a:pt x="23" y="0"/>
                    </a:lnTo>
                    <a:lnTo>
                      <a:pt x="14" y="10"/>
                    </a:lnTo>
                    <a:lnTo>
                      <a:pt x="8" y="23"/>
                    </a:lnTo>
                    <a:lnTo>
                      <a:pt x="1" y="45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5" name="Freeform 33"/>
              <p:cNvSpPr>
                <a:spLocks/>
              </p:cNvSpPr>
              <p:nvPr/>
            </p:nvSpPr>
            <p:spPr bwMode="auto">
              <a:xfrm>
                <a:off x="810" y="3536"/>
                <a:ext cx="386" cy="177"/>
              </a:xfrm>
              <a:custGeom>
                <a:avLst/>
                <a:gdLst>
                  <a:gd name="T0" fmla="*/ 208 w 386"/>
                  <a:gd name="T1" fmla="*/ 177 h 177"/>
                  <a:gd name="T2" fmla="*/ 385 w 386"/>
                  <a:gd name="T3" fmla="*/ 81 h 177"/>
                  <a:gd name="T4" fmla="*/ 384 w 386"/>
                  <a:gd name="T5" fmla="*/ 75 h 177"/>
                  <a:gd name="T6" fmla="*/ 373 w 386"/>
                  <a:gd name="T7" fmla="*/ 68 h 177"/>
                  <a:gd name="T8" fmla="*/ 379 w 386"/>
                  <a:gd name="T9" fmla="*/ 56 h 177"/>
                  <a:gd name="T10" fmla="*/ 386 w 386"/>
                  <a:gd name="T11" fmla="*/ 46 h 177"/>
                  <a:gd name="T12" fmla="*/ 205 w 386"/>
                  <a:gd name="T13" fmla="*/ 0 h 177"/>
                  <a:gd name="T14" fmla="*/ 110 w 386"/>
                  <a:gd name="T15" fmla="*/ 34 h 177"/>
                  <a:gd name="T16" fmla="*/ 0 w 386"/>
                  <a:gd name="T17" fmla="*/ 77 h 177"/>
                  <a:gd name="T18" fmla="*/ 69 w 386"/>
                  <a:gd name="T19" fmla="*/ 103 h 177"/>
                  <a:gd name="T20" fmla="*/ 195 w 386"/>
                  <a:gd name="T21" fmla="*/ 149 h 177"/>
                  <a:gd name="T22" fmla="*/ 202 w 386"/>
                  <a:gd name="T23" fmla="*/ 155 h 177"/>
                  <a:gd name="T24" fmla="*/ 209 w 386"/>
                  <a:gd name="T25" fmla="*/ 161 h 177"/>
                  <a:gd name="T26" fmla="*/ 209 w 386"/>
                  <a:gd name="T27" fmla="*/ 168 h 177"/>
                  <a:gd name="T28" fmla="*/ 206 w 386"/>
                  <a:gd name="T29" fmla="*/ 177 h 177"/>
                  <a:gd name="T30" fmla="*/ 208 w 386"/>
                  <a:gd name="T31" fmla="*/ 177 h 1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6"/>
                  <a:gd name="T49" fmla="*/ 0 h 177"/>
                  <a:gd name="T50" fmla="*/ 386 w 386"/>
                  <a:gd name="T51" fmla="*/ 177 h 17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6" h="177">
                    <a:moveTo>
                      <a:pt x="208" y="177"/>
                    </a:moveTo>
                    <a:lnTo>
                      <a:pt x="385" y="81"/>
                    </a:lnTo>
                    <a:lnTo>
                      <a:pt x="384" y="75"/>
                    </a:lnTo>
                    <a:lnTo>
                      <a:pt x="373" y="68"/>
                    </a:lnTo>
                    <a:lnTo>
                      <a:pt x="379" y="56"/>
                    </a:lnTo>
                    <a:lnTo>
                      <a:pt x="386" y="46"/>
                    </a:lnTo>
                    <a:lnTo>
                      <a:pt x="205" y="0"/>
                    </a:lnTo>
                    <a:lnTo>
                      <a:pt x="110" y="34"/>
                    </a:lnTo>
                    <a:lnTo>
                      <a:pt x="0" y="77"/>
                    </a:lnTo>
                    <a:lnTo>
                      <a:pt x="69" y="103"/>
                    </a:lnTo>
                    <a:lnTo>
                      <a:pt x="195" y="149"/>
                    </a:lnTo>
                    <a:lnTo>
                      <a:pt x="202" y="155"/>
                    </a:lnTo>
                    <a:lnTo>
                      <a:pt x="209" y="161"/>
                    </a:lnTo>
                    <a:lnTo>
                      <a:pt x="209" y="168"/>
                    </a:lnTo>
                    <a:lnTo>
                      <a:pt x="206" y="177"/>
                    </a:lnTo>
                    <a:lnTo>
                      <a:pt x="208" y="177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6" name="Freeform 34"/>
              <p:cNvSpPr>
                <a:spLocks/>
              </p:cNvSpPr>
              <p:nvPr/>
            </p:nvSpPr>
            <p:spPr bwMode="auto">
              <a:xfrm>
                <a:off x="877" y="3547"/>
                <a:ext cx="239" cy="93"/>
              </a:xfrm>
              <a:custGeom>
                <a:avLst/>
                <a:gdLst>
                  <a:gd name="T0" fmla="*/ 161 w 239"/>
                  <a:gd name="T1" fmla="*/ 0 h 93"/>
                  <a:gd name="T2" fmla="*/ 10 w 239"/>
                  <a:gd name="T3" fmla="*/ 58 h 93"/>
                  <a:gd name="T4" fmla="*/ 0 w 239"/>
                  <a:gd name="T5" fmla="*/ 72 h 93"/>
                  <a:gd name="T6" fmla="*/ 25 w 239"/>
                  <a:gd name="T7" fmla="*/ 81 h 93"/>
                  <a:gd name="T8" fmla="*/ 39 w 239"/>
                  <a:gd name="T9" fmla="*/ 76 h 93"/>
                  <a:gd name="T10" fmla="*/ 65 w 239"/>
                  <a:gd name="T11" fmla="*/ 87 h 93"/>
                  <a:gd name="T12" fmla="*/ 78 w 239"/>
                  <a:gd name="T13" fmla="*/ 81 h 93"/>
                  <a:gd name="T14" fmla="*/ 102 w 239"/>
                  <a:gd name="T15" fmla="*/ 90 h 93"/>
                  <a:gd name="T16" fmla="*/ 118 w 239"/>
                  <a:gd name="T17" fmla="*/ 85 h 93"/>
                  <a:gd name="T18" fmla="*/ 141 w 239"/>
                  <a:gd name="T19" fmla="*/ 93 h 93"/>
                  <a:gd name="T20" fmla="*/ 207 w 239"/>
                  <a:gd name="T21" fmla="*/ 63 h 93"/>
                  <a:gd name="T22" fmla="*/ 239 w 239"/>
                  <a:gd name="T23" fmla="*/ 49 h 93"/>
                  <a:gd name="T24" fmla="*/ 235 w 239"/>
                  <a:gd name="T25" fmla="*/ 36 h 93"/>
                  <a:gd name="T26" fmla="*/ 222 w 239"/>
                  <a:gd name="T27" fmla="*/ 31 h 93"/>
                  <a:gd name="T28" fmla="*/ 220 w 239"/>
                  <a:gd name="T29" fmla="*/ 23 h 93"/>
                  <a:gd name="T30" fmla="*/ 207 w 239"/>
                  <a:gd name="T31" fmla="*/ 19 h 93"/>
                  <a:gd name="T32" fmla="*/ 201 w 239"/>
                  <a:gd name="T33" fmla="*/ 10 h 93"/>
                  <a:gd name="T34" fmla="*/ 161 w 239"/>
                  <a:gd name="T35" fmla="*/ 0 h 9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39"/>
                  <a:gd name="T55" fmla="*/ 0 h 93"/>
                  <a:gd name="T56" fmla="*/ 239 w 239"/>
                  <a:gd name="T57" fmla="*/ 93 h 9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39" h="93">
                    <a:moveTo>
                      <a:pt x="161" y="0"/>
                    </a:moveTo>
                    <a:lnTo>
                      <a:pt x="10" y="58"/>
                    </a:lnTo>
                    <a:lnTo>
                      <a:pt x="0" y="72"/>
                    </a:lnTo>
                    <a:lnTo>
                      <a:pt x="25" y="81"/>
                    </a:lnTo>
                    <a:lnTo>
                      <a:pt x="39" y="76"/>
                    </a:lnTo>
                    <a:lnTo>
                      <a:pt x="65" y="87"/>
                    </a:lnTo>
                    <a:lnTo>
                      <a:pt x="78" y="81"/>
                    </a:lnTo>
                    <a:lnTo>
                      <a:pt x="102" y="90"/>
                    </a:lnTo>
                    <a:lnTo>
                      <a:pt x="118" y="85"/>
                    </a:lnTo>
                    <a:lnTo>
                      <a:pt x="141" y="93"/>
                    </a:lnTo>
                    <a:lnTo>
                      <a:pt x="207" y="63"/>
                    </a:lnTo>
                    <a:lnTo>
                      <a:pt x="239" y="49"/>
                    </a:lnTo>
                    <a:lnTo>
                      <a:pt x="235" y="36"/>
                    </a:lnTo>
                    <a:lnTo>
                      <a:pt x="222" y="31"/>
                    </a:lnTo>
                    <a:lnTo>
                      <a:pt x="220" y="23"/>
                    </a:lnTo>
                    <a:lnTo>
                      <a:pt x="207" y="19"/>
                    </a:lnTo>
                    <a:lnTo>
                      <a:pt x="201" y="1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7" name="Freeform 35"/>
              <p:cNvSpPr>
                <a:spLocks/>
              </p:cNvSpPr>
              <p:nvPr/>
            </p:nvSpPr>
            <p:spPr bwMode="auto">
              <a:xfrm>
                <a:off x="779" y="3539"/>
                <a:ext cx="141" cy="136"/>
              </a:xfrm>
              <a:custGeom>
                <a:avLst/>
                <a:gdLst>
                  <a:gd name="T0" fmla="*/ 31 w 141"/>
                  <a:gd name="T1" fmla="*/ 74 h 136"/>
                  <a:gd name="T2" fmla="*/ 141 w 141"/>
                  <a:gd name="T3" fmla="*/ 31 h 136"/>
                  <a:gd name="T4" fmla="*/ 141 w 141"/>
                  <a:gd name="T5" fmla="*/ 0 h 136"/>
                  <a:gd name="T6" fmla="*/ 0 w 141"/>
                  <a:gd name="T7" fmla="*/ 53 h 136"/>
                  <a:gd name="T8" fmla="*/ 0 w 141"/>
                  <a:gd name="T9" fmla="*/ 136 h 136"/>
                  <a:gd name="T10" fmla="*/ 8 w 141"/>
                  <a:gd name="T11" fmla="*/ 135 h 136"/>
                  <a:gd name="T12" fmla="*/ 9 w 141"/>
                  <a:gd name="T13" fmla="*/ 119 h 136"/>
                  <a:gd name="T14" fmla="*/ 16 w 141"/>
                  <a:gd name="T15" fmla="*/ 97 h 136"/>
                  <a:gd name="T16" fmla="*/ 22 w 141"/>
                  <a:gd name="T17" fmla="*/ 84 h 136"/>
                  <a:gd name="T18" fmla="*/ 31 w 141"/>
                  <a:gd name="T19" fmla="*/ 74 h 1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1"/>
                  <a:gd name="T31" fmla="*/ 0 h 136"/>
                  <a:gd name="T32" fmla="*/ 141 w 141"/>
                  <a:gd name="T33" fmla="*/ 136 h 1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1" h="136">
                    <a:moveTo>
                      <a:pt x="31" y="74"/>
                    </a:moveTo>
                    <a:lnTo>
                      <a:pt x="141" y="31"/>
                    </a:lnTo>
                    <a:lnTo>
                      <a:pt x="141" y="0"/>
                    </a:lnTo>
                    <a:lnTo>
                      <a:pt x="0" y="53"/>
                    </a:lnTo>
                    <a:lnTo>
                      <a:pt x="0" y="136"/>
                    </a:lnTo>
                    <a:lnTo>
                      <a:pt x="8" y="135"/>
                    </a:lnTo>
                    <a:lnTo>
                      <a:pt x="9" y="119"/>
                    </a:lnTo>
                    <a:lnTo>
                      <a:pt x="16" y="97"/>
                    </a:lnTo>
                    <a:lnTo>
                      <a:pt x="22" y="84"/>
                    </a:lnTo>
                    <a:lnTo>
                      <a:pt x="31" y="74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8" name="Freeform 36"/>
              <p:cNvSpPr>
                <a:spLocks/>
              </p:cNvSpPr>
              <p:nvPr/>
            </p:nvSpPr>
            <p:spPr bwMode="auto">
              <a:xfrm>
                <a:off x="627" y="3592"/>
                <a:ext cx="152" cy="83"/>
              </a:xfrm>
              <a:custGeom>
                <a:avLst/>
                <a:gdLst>
                  <a:gd name="T0" fmla="*/ 152 w 152"/>
                  <a:gd name="T1" fmla="*/ 0 h 83"/>
                  <a:gd name="T2" fmla="*/ 152 w 152"/>
                  <a:gd name="T3" fmla="*/ 83 h 83"/>
                  <a:gd name="T4" fmla="*/ 134 w 152"/>
                  <a:gd name="T5" fmla="*/ 83 h 83"/>
                  <a:gd name="T6" fmla="*/ 129 w 152"/>
                  <a:gd name="T7" fmla="*/ 73 h 83"/>
                  <a:gd name="T8" fmla="*/ 120 w 152"/>
                  <a:gd name="T9" fmla="*/ 66 h 83"/>
                  <a:gd name="T10" fmla="*/ 108 w 152"/>
                  <a:gd name="T11" fmla="*/ 62 h 83"/>
                  <a:gd name="T12" fmla="*/ 95 w 152"/>
                  <a:gd name="T13" fmla="*/ 64 h 83"/>
                  <a:gd name="T14" fmla="*/ 83 w 152"/>
                  <a:gd name="T15" fmla="*/ 70 h 83"/>
                  <a:gd name="T16" fmla="*/ 72 w 152"/>
                  <a:gd name="T17" fmla="*/ 82 h 83"/>
                  <a:gd name="T18" fmla="*/ 0 w 152"/>
                  <a:gd name="T19" fmla="*/ 79 h 83"/>
                  <a:gd name="T20" fmla="*/ 0 w 152"/>
                  <a:gd name="T21" fmla="*/ 4 h 83"/>
                  <a:gd name="T22" fmla="*/ 2 w 152"/>
                  <a:gd name="T23" fmla="*/ 5 h 83"/>
                  <a:gd name="T24" fmla="*/ 136 w 152"/>
                  <a:gd name="T25" fmla="*/ 5 h 83"/>
                  <a:gd name="T26" fmla="*/ 152 w 152"/>
                  <a:gd name="T27" fmla="*/ 0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52"/>
                  <a:gd name="T43" fmla="*/ 0 h 83"/>
                  <a:gd name="T44" fmla="*/ 152 w 152"/>
                  <a:gd name="T45" fmla="*/ 83 h 83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52" h="83">
                    <a:moveTo>
                      <a:pt x="152" y="0"/>
                    </a:moveTo>
                    <a:lnTo>
                      <a:pt x="152" y="83"/>
                    </a:lnTo>
                    <a:lnTo>
                      <a:pt x="134" y="83"/>
                    </a:lnTo>
                    <a:lnTo>
                      <a:pt x="129" y="73"/>
                    </a:lnTo>
                    <a:lnTo>
                      <a:pt x="120" y="66"/>
                    </a:lnTo>
                    <a:lnTo>
                      <a:pt x="108" y="62"/>
                    </a:lnTo>
                    <a:lnTo>
                      <a:pt x="95" y="64"/>
                    </a:lnTo>
                    <a:lnTo>
                      <a:pt x="83" y="70"/>
                    </a:lnTo>
                    <a:lnTo>
                      <a:pt x="72" y="82"/>
                    </a:lnTo>
                    <a:lnTo>
                      <a:pt x="0" y="79"/>
                    </a:lnTo>
                    <a:lnTo>
                      <a:pt x="0" y="4"/>
                    </a:lnTo>
                    <a:lnTo>
                      <a:pt x="2" y="5"/>
                    </a:lnTo>
                    <a:lnTo>
                      <a:pt x="136" y="5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19" name="Freeform 37"/>
              <p:cNvSpPr>
                <a:spLocks/>
              </p:cNvSpPr>
              <p:nvPr/>
            </p:nvSpPr>
            <p:spPr bwMode="auto">
              <a:xfrm>
                <a:off x="540" y="3597"/>
                <a:ext cx="63" cy="74"/>
              </a:xfrm>
              <a:custGeom>
                <a:avLst/>
                <a:gdLst>
                  <a:gd name="T0" fmla="*/ 34 w 63"/>
                  <a:gd name="T1" fmla="*/ 74 h 74"/>
                  <a:gd name="T2" fmla="*/ 0 w 63"/>
                  <a:gd name="T3" fmla="*/ 74 h 74"/>
                  <a:gd name="T4" fmla="*/ 3 w 63"/>
                  <a:gd name="T5" fmla="*/ 26 h 74"/>
                  <a:gd name="T6" fmla="*/ 19 w 63"/>
                  <a:gd name="T7" fmla="*/ 22 h 74"/>
                  <a:gd name="T8" fmla="*/ 21 w 63"/>
                  <a:gd name="T9" fmla="*/ 0 h 74"/>
                  <a:gd name="T10" fmla="*/ 63 w 63"/>
                  <a:gd name="T11" fmla="*/ 0 h 74"/>
                  <a:gd name="T12" fmla="*/ 63 w 63"/>
                  <a:gd name="T13" fmla="*/ 74 h 74"/>
                  <a:gd name="T14" fmla="*/ 34 w 63"/>
                  <a:gd name="T15" fmla="*/ 74 h 7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3"/>
                  <a:gd name="T25" fmla="*/ 0 h 74"/>
                  <a:gd name="T26" fmla="*/ 63 w 63"/>
                  <a:gd name="T27" fmla="*/ 74 h 7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3" h="74">
                    <a:moveTo>
                      <a:pt x="34" y="74"/>
                    </a:moveTo>
                    <a:lnTo>
                      <a:pt x="0" y="74"/>
                    </a:lnTo>
                    <a:lnTo>
                      <a:pt x="3" y="26"/>
                    </a:lnTo>
                    <a:lnTo>
                      <a:pt x="19" y="22"/>
                    </a:lnTo>
                    <a:lnTo>
                      <a:pt x="21" y="0"/>
                    </a:lnTo>
                    <a:lnTo>
                      <a:pt x="63" y="0"/>
                    </a:lnTo>
                    <a:lnTo>
                      <a:pt x="63" y="74"/>
                    </a:lnTo>
                    <a:lnTo>
                      <a:pt x="34" y="74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0" name="Freeform 38"/>
              <p:cNvSpPr>
                <a:spLocks/>
              </p:cNvSpPr>
              <p:nvPr/>
            </p:nvSpPr>
            <p:spPr bwMode="auto">
              <a:xfrm>
                <a:off x="588" y="3682"/>
                <a:ext cx="16" cy="10"/>
              </a:xfrm>
              <a:custGeom>
                <a:avLst/>
                <a:gdLst>
                  <a:gd name="T0" fmla="*/ 0 w 16"/>
                  <a:gd name="T1" fmla="*/ 5 h 10"/>
                  <a:gd name="T2" fmla="*/ 6 w 16"/>
                  <a:gd name="T3" fmla="*/ 9 h 10"/>
                  <a:gd name="T4" fmla="*/ 11 w 16"/>
                  <a:gd name="T5" fmla="*/ 9 h 10"/>
                  <a:gd name="T6" fmla="*/ 16 w 16"/>
                  <a:gd name="T7" fmla="*/ 10 h 10"/>
                  <a:gd name="T8" fmla="*/ 15 w 16"/>
                  <a:gd name="T9" fmla="*/ 10 h 10"/>
                  <a:gd name="T10" fmla="*/ 15 w 16"/>
                  <a:gd name="T11" fmla="*/ 0 h 10"/>
                  <a:gd name="T12" fmla="*/ 8 w 16"/>
                  <a:gd name="T13" fmla="*/ 1 h 10"/>
                  <a:gd name="T14" fmla="*/ 0 w 16"/>
                  <a:gd name="T15" fmla="*/ 5 h 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"/>
                  <a:gd name="T25" fmla="*/ 0 h 10"/>
                  <a:gd name="T26" fmla="*/ 16 w 16"/>
                  <a:gd name="T27" fmla="*/ 10 h 1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" h="10">
                    <a:moveTo>
                      <a:pt x="0" y="5"/>
                    </a:moveTo>
                    <a:lnTo>
                      <a:pt x="6" y="9"/>
                    </a:lnTo>
                    <a:lnTo>
                      <a:pt x="11" y="9"/>
                    </a:lnTo>
                    <a:lnTo>
                      <a:pt x="16" y="10"/>
                    </a:lnTo>
                    <a:lnTo>
                      <a:pt x="15" y="10"/>
                    </a:lnTo>
                    <a:lnTo>
                      <a:pt x="15" y="0"/>
                    </a:lnTo>
                    <a:lnTo>
                      <a:pt x="8" y="1"/>
                    </a:lnTo>
                    <a:lnTo>
                      <a:pt x="0" y="5"/>
                    </a:lnTo>
                    <a:close/>
                  </a:path>
                </a:pathLst>
              </a:custGeom>
              <a:blipFill dpi="0" rotWithShape="1">
                <a:blip r:embed="rId3" cstate="print"/>
                <a:srcRect/>
                <a:tile tx="0" ty="0" sx="100000" sy="100000" flip="none" algn="tl"/>
              </a:blip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1" name="Freeform 39"/>
              <p:cNvSpPr>
                <a:spLocks/>
              </p:cNvSpPr>
              <p:nvPr/>
            </p:nvSpPr>
            <p:spPr bwMode="auto">
              <a:xfrm>
                <a:off x="627" y="3682"/>
                <a:ext cx="20" cy="10"/>
              </a:xfrm>
              <a:custGeom>
                <a:avLst/>
                <a:gdLst>
                  <a:gd name="T0" fmla="*/ 20 w 20"/>
                  <a:gd name="T1" fmla="*/ 3 h 10"/>
                  <a:gd name="T2" fmla="*/ 13 w 20"/>
                  <a:gd name="T3" fmla="*/ 2 h 10"/>
                  <a:gd name="T4" fmla="*/ 7 w 20"/>
                  <a:gd name="T5" fmla="*/ 0 h 10"/>
                  <a:gd name="T6" fmla="*/ 0 w 20"/>
                  <a:gd name="T7" fmla="*/ 0 h 10"/>
                  <a:gd name="T8" fmla="*/ 0 w 20"/>
                  <a:gd name="T9" fmla="*/ 10 h 10"/>
                  <a:gd name="T10" fmla="*/ 8 w 20"/>
                  <a:gd name="T11" fmla="*/ 9 h 10"/>
                  <a:gd name="T12" fmla="*/ 15 w 20"/>
                  <a:gd name="T13" fmla="*/ 7 h 10"/>
                  <a:gd name="T14" fmla="*/ 20 w 20"/>
                  <a:gd name="T15" fmla="*/ 3 h 1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0"/>
                  <a:gd name="T25" fmla="*/ 0 h 10"/>
                  <a:gd name="T26" fmla="*/ 20 w 20"/>
                  <a:gd name="T27" fmla="*/ 10 h 1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0" h="10">
                    <a:moveTo>
                      <a:pt x="20" y="3"/>
                    </a:moveTo>
                    <a:lnTo>
                      <a:pt x="13" y="2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8" y="9"/>
                    </a:lnTo>
                    <a:lnTo>
                      <a:pt x="15" y="7"/>
                    </a:lnTo>
                    <a:lnTo>
                      <a:pt x="20" y="3"/>
                    </a:lnTo>
                    <a:close/>
                  </a:path>
                </a:pathLst>
              </a:custGeom>
              <a:solidFill>
                <a:srgbClr val="A857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2" name="Freeform 40"/>
              <p:cNvSpPr>
                <a:spLocks/>
              </p:cNvSpPr>
              <p:nvPr/>
            </p:nvSpPr>
            <p:spPr bwMode="auto">
              <a:xfrm>
                <a:off x="652" y="3654"/>
                <a:ext cx="111" cy="114"/>
              </a:xfrm>
              <a:custGeom>
                <a:avLst/>
                <a:gdLst>
                  <a:gd name="T0" fmla="*/ 69 w 111"/>
                  <a:gd name="T1" fmla="*/ 112 h 114"/>
                  <a:gd name="T2" fmla="*/ 72 w 111"/>
                  <a:gd name="T3" fmla="*/ 108 h 114"/>
                  <a:gd name="T4" fmla="*/ 72 w 111"/>
                  <a:gd name="T5" fmla="*/ 103 h 114"/>
                  <a:gd name="T6" fmla="*/ 71 w 111"/>
                  <a:gd name="T7" fmla="*/ 96 h 114"/>
                  <a:gd name="T8" fmla="*/ 71 w 111"/>
                  <a:gd name="T9" fmla="*/ 91 h 114"/>
                  <a:gd name="T10" fmla="*/ 72 w 111"/>
                  <a:gd name="T11" fmla="*/ 86 h 114"/>
                  <a:gd name="T12" fmla="*/ 76 w 111"/>
                  <a:gd name="T13" fmla="*/ 79 h 114"/>
                  <a:gd name="T14" fmla="*/ 87 w 111"/>
                  <a:gd name="T15" fmla="*/ 73 h 114"/>
                  <a:gd name="T16" fmla="*/ 96 w 111"/>
                  <a:gd name="T17" fmla="*/ 64 h 114"/>
                  <a:gd name="T18" fmla="*/ 105 w 111"/>
                  <a:gd name="T19" fmla="*/ 56 h 114"/>
                  <a:gd name="T20" fmla="*/ 109 w 111"/>
                  <a:gd name="T21" fmla="*/ 46 h 114"/>
                  <a:gd name="T22" fmla="*/ 111 w 111"/>
                  <a:gd name="T23" fmla="*/ 33 h 114"/>
                  <a:gd name="T24" fmla="*/ 109 w 111"/>
                  <a:gd name="T25" fmla="*/ 21 h 114"/>
                  <a:gd name="T26" fmla="*/ 104 w 111"/>
                  <a:gd name="T27" fmla="*/ 11 h 114"/>
                  <a:gd name="T28" fmla="*/ 95 w 111"/>
                  <a:gd name="T29" fmla="*/ 4 h 114"/>
                  <a:gd name="T30" fmla="*/ 83 w 111"/>
                  <a:gd name="T31" fmla="*/ 0 h 114"/>
                  <a:gd name="T32" fmla="*/ 70 w 111"/>
                  <a:gd name="T33" fmla="*/ 2 h 114"/>
                  <a:gd name="T34" fmla="*/ 58 w 111"/>
                  <a:gd name="T35" fmla="*/ 8 h 114"/>
                  <a:gd name="T36" fmla="*/ 47 w 111"/>
                  <a:gd name="T37" fmla="*/ 20 h 114"/>
                  <a:gd name="T38" fmla="*/ 43 w 111"/>
                  <a:gd name="T39" fmla="*/ 30 h 114"/>
                  <a:gd name="T40" fmla="*/ 39 w 111"/>
                  <a:gd name="T41" fmla="*/ 43 h 114"/>
                  <a:gd name="T42" fmla="*/ 37 w 111"/>
                  <a:gd name="T43" fmla="*/ 53 h 114"/>
                  <a:gd name="T44" fmla="*/ 14 w 111"/>
                  <a:gd name="T45" fmla="*/ 50 h 114"/>
                  <a:gd name="T46" fmla="*/ 0 w 111"/>
                  <a:gd name="T47" fmla="*/ 50 h 114"/>
                  <a:gd name="T48" fmla="*/ 2 w 111"/>
                  <a:gd name="T49" fmla="*/ 56 h 114"/>
                  <a:gd name="T50" fmla="*/ 8 w 111"/>
                  <a:gd name="T51" fmla="*/ 69 h 114"/>
                  <a:gd name="T52" fmla="*/ 17 w 111"/>
                  <a:gd name="T53" fmla="*/ 77 h 114"/>
                  <a:gd name="T54" fmla="*/ 25 w 111"/>
                  <a:gd name="T55" fmla="*/ 83 h 114"/>
                  <a:gd name="T56" fmla="*/ 43 w 111"/>
                  <a:gd name="T57" fmla="*/ 79 h 114"/>
                  <a:gd name="T58" fmla="*/ 57 w 111"/>
                  <a:gd name="T59" fmla="*/ 74 h 114"/>
                  <a:gd name="T60" fmla="*/ 63 w 111"/>
                  <a:gd name="T61" fmla="*/ 70 h 114"/>
                  <a:gd name="T62" fmla="*/ 69 w 111"/>
                  <a:gd name="T63" fmla="*/ 65 h 114"/>
                  <a:gd name="T64" fmla="*/ 66 w 111"/>
                  <a:gd name="T65" fmla="*/ 63 h 114"/>
                  <a:gd name="T66" fmla="*/ 62 w 111"/>
                  <a:gd name="T67" fmla="*/ 60 h 114"/>
                  <a:gd name="T68" fmla="*/ 58 w 111"/>
                  <a:gd name="T69" fmla="*/ 57 h 114"/>
                  <a:gd name="T70" fmla="*/ 57 w 111"/>
                  <a:gd name="T71" fmla="*/ 44 h 114"/>
                  <a:gd name="T72" fmla="*/ 60 w 111"/>
                  <a:gd name="T73" fmla="*/ 34 h 114"/>
                  <a:gd name="T74" fmla="*/ 65 w 111"/>
                  <a:gd name="T75" fmla="*/ 26 h 114"/>
                  <a:gd name="T76" fmla="*/ 71 w 111"/>
                  <a:gd name="T77" fmla="*/ 21 h 114"/>
                  <a:gd name="T78" fmla="*/ 80 w 111"/>
                  <a:gd name="T79" fmla="*/ 20 h 114"/>
                  <a:gd name="T80" fmla="*/ 89 w 111"/>
                  <a:gd name="T81" fmla="*/ 22 h 114"/>
                  <a:gd name="T82" fmla="*/ 93 w 111"/>
                  <a:gd name="T83" fmla="*/ 29 h 114"/>
                  <a:gd name="T84" fmla="*/ 95 w 111"/>
                  <a:gd name="T85" fmla="*/ 38 h 114"/>
                  <a:gd name="T86" fmla="*/ 89 w 111"/>
                  <a:gd name="T87" fmla="*/ 47 h 114"/>
                  <a:gd name="T88" fmla="*/ 79 w 111"/>
                  <a:gd name="T89" fmla="*/ 59 h 114"/>
                  <a:gd name="T90" fmla="*/ 69 w 111"/>
                  <a:gd name="T91" fmla="*/ 65 h 114"/>
                  <a:gd name="T92" fmla="*/ 69 w 111"/>
                  <a:gd name="T93" fmla="*/ 77 h 114"/>
                  <a:gd name="T94" fmla="*/ 66 w 111"/>
                  <a:gd name="T95" fmla="*/ 85 h 114"/>
                  <a:gd name="T96" fmla="*/ 54 w 111"/>
                  <a:gd name="T97" fmla="*/ 96 h 114"/>
                  <a:gd name="T98" fmla="*/ 54 w 111"/>
                  <a:gd name="T99" fmla="*/ 101 h 114"/>
                  <a:gd name="T100" fmla="*/ 56 w 111"/>
                  <a:gd name="T101" fmla="*/ 107 h 114"/>
                  <a:gd name="T102" fmla="*/ 57 w 111"/>
                  <a:gd name="T103" fmla="*/ 109 h 114"/>
                  <a:gd name="T104" fmla="*/ 60 w 111"/>
                  <a:gd name="T105" fmla="*/ 112 h 114"/>
                  <a:gd name="T106" fmla="*/ 63 w 111"/>
                  <a:gd name="T107" fmla="*/ 114 h 114"/>
                  <a:gd name="T108" fmla="*/ 69 w 111"/>
                  <a:gd name="T109" fmla="*/ 112 h 11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111"/>
                  <a:gd name="T166" fmla="*/ 0 h 114"/>
                  <a:gd name="T167" fmla="*/ 111 w 111"/>
                  <a:gd name="T168" fmla="*/ 114 h 114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111" h="114">
                    <a:moveTo>
                      <a:pt x="69" y="112"/>
                    </a:moveTo>
                    <a:lnTo>
                      <a:pt x="72" y="108"/>
                    </a:lnTo>
                    <a:lnTo>
                      <a:pt x="72" y="103"/>
                    </a:lnTo>
                    <a:lnTo>
                      <a:pt x="71" y="96"/>
                    </a:lnTo>
                    <a:lnTo>
                      <a:pt x="71" y="91"/>
                    </a:lnTo>
                    <a:lnTo>
                      <a:pt x="72" y="86"/>
                    </a:lnTo>
                    <a:lnTo>
                      <a:pt x="76" y="79"/>
                    </a:lnTo>
                    <a:lnTo>
                      <a:pt x="87" y="73"/>
                    </a:lnTo>
                    <a:lnTo>
                      <a:pt x="96" y="64"/>
                    </a:lnTo>
                    <a:lnTo>
                      <a:pt x="105" y="56"/>
                    </a:lnTo>
                    <a:lnTo>
                      <a:pt x="109" y="46"/>
                    </a:lnTo>
                    <a:lnTo>
                      <a:pt x="111" y="33"/>
                    </a:lnTo>
                    <a:lnTo>
                      <a:pt x="109" y="21"/>
                    </a:lnTo>
                    <a:lnTo>
                      <a:pt x="104" y="11"/>
                    </a:lnTo>
                    <a:lnTo>
                      <a:pt x="95" y="4"/>
                    </a:lnTo>
                    <a:lnTo>
                      <a:pt x="83" y="0"/>
                    </a:lnTo>
                    <a:lnTo>
                      <a:pt x="70" y="2"/>
                    </a:lnTo>
                    <a:lnTo>
                      <a:pt x="58" y="8"/>
                    </a:lnTo>
                    <a:lnTo>
                      <a:pt x="47" y="20"/>
                    </a:lnTo>
                    <a:lnTo>
                      <a:pt x="43" y="30"/>
                    </a:lnTo>
                    <a:lnTo>
                      <a:pt x="39" y="43"/>
                    </a:lnTo>
                    <a:lnTo>
                      <a:pt x="37" y="53"/>
                    </a:lnTo>
                    <a:lnTo>
                      <a:pt x="14" y="50"/>
                    </a:lnTo>
                    <a:lnTo>
                      <a:pt x="0" y="50"/>
                    </a:lnTo>
                    <a:lnTo>
                      <a:pt x="2" y="56"/>
                    </a:lnTo>
                    <a:lnTo>
                      <a:pt x="8" y="69"/>
                    </a:lnTo>
                    <a:lnTo>
                      <a:pt x="17" y="77"/>
                    </a:lnTo>
                    <a:lnTo>
                      <a:pt x="25" y="83"/>
                    </a:lnTo>
                    <a:lnTo>
                      <a:pt x="43" y="79"/>
                    </a:lnTo>
                    <a:lnTo>
                      <a:pt x="57" y="74"/>
                    </a:lnTo>
                    <a:lnTo>
                      <a:pt x="63" y="70"/>
                    </a:lnTo>
                    <a:lnTo>
                      <a:pt x="69" y="65"/>
                    </a:lnTo>
                    <a:lnTo>
                      <a:pt x="66" y="63"/>
                    </a:lnTo>
                    <a:lnTo>
                      <a:pt x="62" y="60"/>
                    </a:lnTo>
                    <a:lnTo>
                      <a:pt x="58" y="57"/>
                    </a:lnTo>
                    <a:lnTo>
                      <a:pt x="57" y="44"/>
                    </a:lnTo>
                    <a:lnTo>
                      <a:pt x="60" y="34"/>
                    </a:lnTo>
                    <a:lnTo>
                      <a:pt x="65" y="26"/>
                    </a:lnTo>
                    <a:lnTo>
                      <a:pt x="71" y="21"/>
                    </a:lnTo>
                    <a:lnTo>
                      <a:pt x="80" y="20"/>
                    </a:lnTo>
                    <a:lnTo>
                      <a:pt x="89" y="22"/>
                    </a:lnTo>
                    <a:lnTo>
                      <a:pt x="93" y="29"/>
                    </a:lnTo>
                    <a:lnTo>
                      <a:pt x="95" y="38"/>
                    </a:lnTo>
                    <a:lnTo>
                      <a:pt x="89" y="47"/>
                    </a:lnTo>
                    <a:lnTo>
                      <a:pt x="79" y="59"/>
                    </a:lnTo>
                    <a:lnTo>
                      <a:pt x="69" y="65"/>
                    </a:lnTo>
                    <a:lnTo>
                      <a:pt x="69" y="77"/>
                    </a:lnTo>
                    <a:lnTo>
                      <a:pt x="66" y="85"/>
                    </a:lnTo>
                    <a:lnTo>
                      <a:pt x="54" y="96"/>
                    </a:lnTo>
                    <a:lnTo>
                      <a:pt x="54" y="101"/>
                    </a:lnTo>
                    <a:lnTo>
                      <a:pt x="56" y="107"/>
                    </a:lnTo>
                    <a:lnTo>
                      <a:pt x="57" y="109"/>
                    </a:lnTo>
                    <a:lnTo>
                      <a:pt x="60" y="112"/>
                    </a:lnTo>
                    <a:lnTo>
                      <a:pt x="63" y="114"/>
                    </a:lnTo>
                    <a:lnTo>
                      <a:pt x="69" y="112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3" name="Freeform 41"/>
              <p:cNvSpPr>
                <a:spLocks/>
              </p:cNvSpPr>
              <p:nvPr/>
            </p:nvSpPr>
            <p:spPr bwMode="auto">
              <a:xfrm>
                <a:off x="518" y="3719"/>
                <a:ext cx="203" cy="48"/>
              </a:xfrm>
              <a:custGeom>
                <a:avLst/>
                <a:gdLst>
                  <a:gd name="T0" fmla="*/ 203 w 203"/>
                  <a:gd name="T1" fmla="*/ 0 h 48"/>
                  <a:gd name="T2" fmla="*/ 197 w 203"/>
                  <a:gd name="T3" fmla="*/ 5 h 48"/>
                  <a:gd name="T4" fmla="*/ 191 w 203"/>
                  <a:gd name="T5" fmla="*/ 9 h 48"/>
                  <a:gd name="T6" fmla="*/ 177 w 203"/>
                  <a:gd name="T7" fmla="*/ 14 h 48"/>
                  <a:gd name="T8" fmla="*/ 159 w 203"/>
                  <a:gd name="T9" fmla="*/ 18 h 48"/>
                  <a:gd name="T10" fmla="*/ 118 w 203"/>
                  <a:gd name="T11" fmla="*/ 21 h 48"/>
                  <a:gd name="T12" fmla="*/ 51 w 203"/>
                  <a:gd name="T13" fmla="*/ 21 h 48"/>
                  <a:gd name="T14" fmla="*/ 43 w 203"/>
                  <a:gd name="T15" fmla="*/ 18 h 48"/>
                  <a:gd name="T16" fmla="*/ 33 w 203"/>
                  <a:gd name="T17" fmla="*/ 18 h 48"/>
                  <a:gd name="T18" fmla="*/ 21 w 203"/>
                  <a:gd name="T19" fmla="*/ 16 h 48"/>
                  <a:gd name="T20" fmla="*/ 12 w 203"/>
                  <a:gd name="T21" fmla="*/ 12 h 48"/>
                  <a:gd name="T22" fmla="*/ 4 w 203"/>
                  <a:gd name="T23" fmla="*/ 9 h 48"/>
                  <a:gd name="T24" fmla="*/ 0 w 203"/>
                  <a:gd name="T25" fmla="*/ 5 h 48"/>
                  <a:gd name="T26" fmla="*/ 0 w 203"/>
                  <a:gd name="T27" fmla="*/ 14 h 48"/>
                  <a:gd name="T28" fmla="*/ 3 w 203"/>
                  <a:gd name="T29" fmla="*/ 21 h 48"/>
                  <a:gd name="T30" fmla="*/ 9 w 203"/>
                  <a:gd name="T31" fmla="*/ 30 h 48"/>
                  <a:gd name="T32" fmla="*/ 20 w 203"/>
                  <a:gd name="T33" fmla="*/ 36 h 48"/>
                  <a:gd name="T34" fmla="*/ 30 w 203"/>
                  <a:gd name="T35" fmla="*/ 40 h 48"/>
                  <a:gd name="T36" fmla="*/ 39 w 203"/>
                  <a:gd name="T37" fmla="*/ 43 h 48"/>
                  <a:gd name="T38" fmla="*/ 47 w 203"/>
                  <a:gd name="T39" fmla="*/ 44 h 48"/>
                  <a:gd name="T40" fmla="*/ 69 w 203"/>
                  <a:gd name="T41" fmla="*/ 47 h 48"/>
                  <a:gd name="T42" fmla="*/ 100 w 203"/>
                  <a:gd name="T43" fmla="*/ 48 h 48"/>
                  <a:gd name="T44" fmla="*/ 131 w 203"/>
                  <a:gd name="T45" fmla="*/ 47 h 48"/>
                  <a:gd name="T46" fmla="*/ 159 w 203"/>
                  <a:gd name="T47" fmla="*/ 43 h 48"/>
                  <a:gd name="T48" fmla="*/ 171 w 203"/>
                  <a:gd name="T49" fmla="*/ 40 h 48"/>
                  <a:gd name="T50" fmla="*/ 181 w 203"/>
                  <a:gd name="T51" fmla="*/ 36 h 48"/>
                  <a:gd name="T52" fmla="*/ 188 w 203"/>
                  <a:gd name="T53" fmla="*/ 31 h 48"/>
                  <a:gd name="T54" fmla="*/ 200 w 203"/>
                  <a:gd name="T55" fmla="*/ 20 h 48"/>
                  <a:gd name="T56" fmla="*/ 203 w 203"/>
                  <a:gd name="T57" fmla="*/ 12 h 48"/>
                  <a:gd name="T58" fmla="*/ 203 w 203"/>
                  <a:gd name="T59" fmla="*/ 0 h 4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203"/>
                  <a:gd name="T91" fmla="*/ 0 h 48"/>
                  <a:gd name="T92" fmla="*/ 203 w 203"/>
                  <a:gd name="T93" fmla="*/ 48 h 4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203" h="48">
                    <a:moveTo>
                      <a:pt x="203" y="0"/>
                    </a:moveTo>
                    <a:lnTo>
                      <a:pt x="197" y="5"/>
                    </a:lnTo>
                    <a:lnTo>
                      <a:pt x="191" y="9"/>
                    </a:lnTo>
                    <a:lnTo>
                      <a:pt x="177" y="14"/>
                    </a:lnTo>
                    <a:lnTo>
                      <a:pt x="159" y="18"/>
                    </a:lnTo>
                    <a:lnTo>
                      <a:pt x="118" y="21"/>
                    </a:lnTo>
                    <a:lnTo>
                      <a:pt x="51" y="21"/>
                    </a:lnTo>
                    <a:lnTo>
                      <a:pt x="43" y="18"/>
                    </a:lnTo>
                    <a:lnTo>
                      <a:pt x="33" y="18"/>
                    </a:lnTo>
                    <a:lnTo>
                      <a:pt x="21" y="16"/>
                    </a:lnTo>
                    <a:lnTo>
                      <a:pt x="12" y="12"/>
                    </a:lnTo>
                    <a:lnTo>
                      <a:pt x="4" y="9"/>
                    </a:lnTo>
                    <a:lnTo>
                      <a:pt x="0" y="5"/>
                    </a:lnTo>
                    <a:lnTo>
                      <a:pt x="0" y="14"/>
                    </a:lnTo>
                    <a:lnTo>
                      <a:pt x="3" y="21"/>
                    </a:lnTo>
                    <a:lnTo>
                      <a:pt x="9" y="30"/>
                    </a:lnTo>
                    <a:lnTo>
                      <a:pt x="20" y="36"/>
                    </a:lnTo>
                    <a:lnTo>
                      <a:pt x="30" y="40"/>
                    </a:lnTo>
                    <a:lnTo>
                      <a:pt x="39" y="43"/>
                    </a:lnTo>
                    <a:lnTo>
                      <a:pt x="47" y="44"/>
                    </a:lnTo>
                    <a:lnTo>
                      <a:pt x="69" y="47"/>
                    </a:lnTo>
                    <a:lnTo>
                      <a:pt x="100" y="48"/>
                    </a:lnTo>
                    <a:lnTo>
                      <a:pt x="131" y="47"/>
                    </a:lnTo>
                    <a:lnTo>
                      <a:pt x="159" y="43"/>
                    </a:lnTo>
                    <a:lnTo>
                      <a:pt x="171" y="40"/>
                    </a:lnTo>
                    <a:lnTo>
                      <a:pt x="181" y="36"/>
                    </a:lnTo>
                    <a:lnTo>
                      <a:pt x="188" y="31"/>
                    </a:lnTo>
                    <a:lnTo>
                      <a:pt x="200" y="20"/>
                    </a:lnTo>
                    <a:lnTo>
                      <a:pt x="203" y="12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4" name="Freeform 42"/>
              <p:cNvSpPr>
                <a:spLocks/>
              </p:cNvSpPr>
              <p:nvPr/>
            </p:nvSpPr>
            <p:spPr bwMode="auto">
              <a:xfrm>
                <a:off x="551" y="3762"/>
                <a:ext cx="133" cy="30"/>
              </a:xfrm>
              <a:custGeom>
                <a:avLst/>
                <a:gdLst>
                  <a:gd name="T0" fmla="*/ 101 w 133"/>
                  <a:gd name="T1" fmla="*/ 27 h 30"/>
                  <a:gd name="T2" fmla="*/ 72 w 133"/>
                  <a:gd name="T3" fmla="*/ 30 h 30"/>
                  <a:gd name="T4" fmla="*/ 43 w 133"/>
                  <a:gd name="T5" fmla="*/ 27 h 30"/>
                  <a:gd name="T6" fmla="*/ 27 w 133"/>
                  <a:gd name="T7" fmla="*/ 26 h 30"/>
                  <a:gd name="T8" fmla="*/ 14 w 133"/>
                  <a:gd name="T9" fmla="*/ 23 h 30"/>
                  <a:gd name="T10" fmla="*/ 5 w 133"/>
                  <a:gd name="T11" fmla="*/ 19 h 30"/>
                  <a:gd name="T12" fmla="*/ 0 w 133"/>
                  <a:gd name="T13" fmla="*/ 14 h 30"/>
                  <a:gd name="T14" fmla="*/ 1 w 133"/>
                  <a:gd name="T15" fmla="*/ 8 h 30"/>
                  <a:gd name="T16" fmla="*/ 5 w 133"/>
                  <a:gd name="T17" fmla="*/ 4 h 30"/>
                  <a:gd name="T18" fmla="*/ 14 w 133"/>
                  <a:gd name="T19" fmla="*/ 1 h 30"/>
                  <a:gd name="T20" fmla="*/ 36 w 133"/>
                  <a:gd name="T21" fmla="*/ 4 h 30"/>
                  <a:gd name="T22" fmla="*/ 67 w 133"/>
                  <a:gd name="T23" fmla="*/ 5 h 30"/>
                  <a:gd name="T24" fmla="*/ 98 w 133"/>
                  <a:gd name="T25" fmla="*/ 4 h 30"/>
                  <a:gd name="T26" fmla="*/ 126 w 133"/>
                  <a:gd name="T27" fmla="*/ 0 h 30"/>
                  <a:gd name="T28" fmla="*/ 131 w 133"/>
                  <a:gd name="T29" fmla="*/ 4 h 30"/>
                  <a:gd name="T30" fmla="*/ 133 w 133"/>
                  <a:gd name="T31" fmla="*/ 9 h 30"/>
                  <a:gd name="T32" fmla="*/ 132 w 133"/>
                  <a:gd name="T33" fmla="*/ 14 h 30"/>
                  <a:gd name="T34" fmla="*/ 127 w 133"/>
                  <a:gd name="T35" fmla="*/ 19 h 30"/>
                  <a:gd name="T36" fmla="*/ 115 w 133"/>
                  <a:gd name="T37" fmla="*/ 25 h 30"/>
                  <a:gd name="T38" fmla="*/ 101 w 133"/>
                  <a:gd name="T39" fmla="*/ 27 h 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33"/>
                  <a:gd name="T61" fmla="*/ 0 h 30"/>
                  <a:gd name="T62" fmla="*/ 133 w 133"/>
                  <a:gd name="T63" fmla="*/ 30 h 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33" h="30">
                    <a:moveTo>
                      <a:pt x="101" y="27"/>
                    </a:moveTo>
                    <a:lnTo>
                      <a:pt x="72" y="30"/>
                    </a:lnTo>
                    <a:lnTo>
                      <a:pt x="43" y="27"/>
                    </a:lnTo>
                    <a:lnTo>
                      <a:pt x="27" y="26"/>
                    </a:lnTo>
                    <a:lnTo>
                      <a:pt x="14" y="23"/>
                    </a:lnTo>
                    <a:lnTo>
                      <a:pt x="5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5" y="4"/>
                    </a:lnTo>
                    <a:lnTo>
                      <a:pt x="14" y="1"/>
                    </a:lnTo>
                    <a:lnTo>
                      <a:pt x="36" y="4"/>
                    </a:lnTo>
                    <a:lnTo>
                      <a:pt x="67" y="5"/>
                    </a:lnTo>
                    <a:lnTo>
                      <a:pt x="98" y="4"/>
                    </a:lnTo>
                    <a:lnTo>
                      <a:pt x="126" y="0"/>
                    </a:lnTo>
                    <a:lnTo>
                      <a:pt x="131" y="4"/>
                    </a:lnTo>
                    <a:lnTo>
                      <a:pt x="133" y="9"/>
                    </a:lnTo>
                    <a:lnTo>
                      <a:pt x="132" y="14"/>
                    </a:lnTo>
                    <a:lnTo>
                      <a:pt x="127" y="19"/>
                    </a:lnTo>
                    <a:lnTo>
                      <a:pt x="115" y="25"/>
                    </a:lnTo>
                    <a:lnTo>
                      <a:pt x="101" y="27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5" name="Freeform 43"/>
              <p:cNvSpPr>
                <a:spLocks/>
              </p:cNvSpPr>
              <p:nvPr/>
            </p:nvSpPr>
            <p:spPr bwMode="auto">
              <a:xfrm>
                <a:off x="561" y="3685"/>
                <a:ext cx="116" cy="55"/>
              </a:xfrm>
              <a:custGeom>
                <a:avLst/>
                <a:gdLst>
                  <a:gd name="T0" fmla="*/ 88 w 116"/>
                  <a:gd name="T1" fmla="*/ 9 h 55"/>
                  <a:gd name="T2" fmla="*/ 86 w 116"/>
                  <a:gd name="T3" fmla="*/ 0 h 55"/>
                  <a:gd name="T4" fmla="*/ 81 w 116"/>
                  <a:gd name="T5" fmla="*/ 4 h 55"/>
                  <a:gd name="T6" fmla="*/ 74 w 116"/>
                  <a:gd name="T7" fmla="*/ 6 h 55"/>
                  <a:gd name="T8" fmla="*/ 66 w 116"/>
                  <a:gd name="T9" fmla="*/ 7 h 55"/>
                  <a:gd name="T10" fmla="*/ 43 w 116"/>
                  <a:gd name="T11" fmla="*/ 7 h 55"/>
                  <a:gd name="T12" fmla="*/ 38 w 116"/>
                  <a:gd name="T13" fmla="*/ 6 h 55"/>
                  <a:gd name="T14" fmla="*/ 33 w 116"/>
                  <a:gd name="T15" fmla="*/ 6 h 55"/>
                  <a:gd name="T16" fmla="*/ 27 w 116"/>
                  <a:gd name="T17" fmla="*/ 2 h 55"/>
                  <a:gd name="T18" fmla="*/ 26 w 116"/>
                  <a:gd name="T19" fmla="*/ 13 h 55"/>
                  <a:gd name="T20" fmla="*/ 23 w 116"/>
                  <a:gd name="T21" fmla="*/ 20 h 55"/>
                  <a:gd name="T22" fmla="*/ 20 w 116"/>
                  <a:gd name="T23" fmla="*/ 32 h 55"/>
                  <a:gd name="T24" fmla="*/ 11 w 116"/>
                  <a:gd name="T25" fmla="*/ 43 h 55"/>
                  <a:gd name="T26" fmla="*/ 7 w 116"/>
                  <a:gd name="T27" fmla="*/ 48 h 55"/>
                  <a:gd name="T28" fmla="*/ 0 w 116"/>
                  <a:gd name="T29" fmla="*/ 52 h 55"/>
                  <a:gd name="T30" fmla="*/ 8 w 116"/>
                  <a:gd name="T31" fmla="*/ 55 h 55"/>
                  <a:gd name="T32" fmla="*/ 75 w 116"/>
                  <a:gd name="T33" fmla="*/ 55 h 55"/>
                  <a:gd name="T34" fmla="*/ 116 w 116"/>
                  <a:gd name="T35" fmla="*/ 52 h 55"/>
                  <a:gd name="T36" fmla="*/ 108 w 116"/>
                  <a:gd name="T37" fmla="*/ 46 h 55"/>
                  <a:gd name="T38" fmla="*/ 99 w 116"/>
                  <a:gd name="T39" fmla="*/ 38 h 55"/>
                  <a:gd name="T40" fmla="*/ 93 w 116"/>
                  <a:gd name="T41" fmla="*/ 25 h 55"/>
                  <a:gd name="T42" fmla="*/ 91 w 116"/>
                  <a:gd name="T43" fmla="*/ 19 h 55"/>
                  <a:gd name="T44" fmla="*/ 88 w 116"/>
                  <a:gd name="T45" fmla="*/ 9 h 5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16"/>
                  <a:gd name="T70" fmla="*/ 0 h 55"/>
                  <a:gd name="T71" fmla="*/ 116 w 116"/>
                  <a:gd name="T72" fmla="*/ 55 h 5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16" h="55">
                    <a:moveTo>
                      <a:pt x="88" y="9"/>
                    </a:moveTo>
                    <a:lnTo>
                      <a:pt x="86" y="0"/>
                    </a:lnTo>
                    <a:lnTo>
                      <a:pt x="81" y="4"/>
                    </a:lnTo>
                    <a:lnTo>
                      <a:pt x="74" y="6"/>
                    </a:lnTo>
                    <a:lnTo>
                      <a:pt x="66" y="7"/>
                    </a:lnTo>
                    <a:lnTo>
                      <a:pt x="43" y="7"/>
                    </a:lnTo>
                    <a:lnTo>
                      <a:pt x="38" y="6"/>
                    </a:lnTo>
                    <a:lnTo>
                      <a:pt x="33" y="6"/>
                    </a:lnTo>
                    <a:lnTo>
                      <a:pt x="27" y="2"/>
                    </a:lnTo>
                    <a:lnTo>
                      <a:pt x="26" y="13"/>
                    </a:lnTo>
                    <a:lnTo>
                      <a:pt x="23" y="20"/>
                    </a:lnTo>
                    <a:lnTo>
                      <a:pt x="20" y="32"/>
                    </a:lnTo>
                    <a:lnTo>
                      <a:pt x="11" y="43"/>
                    </a:lnTo>
                    <a:lnTo>
                      <a:pt x="7" y="48"/>
                    </a:lnTo>
                    <a:lnTo>
                      <a:pt x="0" y="52"/>
                    </a:lnTo>
                    <a:lnTo>
                      <a:pt x="8" y="55"/>
                    </a:lnTo>
                    <a:lnTo>
                      <a:pt x="75" y="55"/>
                    </a:lnTo>
                    <a:lnTo>
                      <a:pt x="116" y="52"/>
                    </a:lnTo>
                    <a:lnTo>
                      <a:pt x="108" y="46"/>
                    </a:lnTo>
                    <a:lnTo>
                      <a:pt x="99" y="38"/>
                    </a:lnTo>
                    <a:lnTo>
                      <a:pt x="93" y="25"/>
                    </a:lnTo>
                    <a:lnTo>
                      <a:pt x="91" y="19"/>
                    </a:lnTo>
                    <a:lnTo>
                      <a:pt x="88" y="9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6" name="Freeform 44"/>
              <p:cNvSpPr>
                <a:spLocks/>
              </p:cNvSpPr>
              <p:nvPr/>
            </p:nvSpPr>
            <p:spPr bwMode="auto">
              <a:xfrm>
                <a:off x="518" y="3705"/>
                <a:ext cx="66" cy="32"/>
              </a:xfrm>
              <a:custGeom>
                <a:avLst/>
                <a:gdLst>
                  <a:gd name="T0" fmla="*/ 12 w 66"/>
                  <a:gd name="T1" fmla="*/ 26 h 32"/>
                  <a:gd name="T2" fmla="*/ 21 w 66"/>
                  <a:gd name="T3" fmla="*/ 30 h 32"/>
                  <a:gd name="T4" fmla="*/ 33 w 66"/>
                  <a:gd name="T5" fmla="*/ 32 h 32"/>
                  <a:gd name="T6" fmla="*/ 43 w 66"/>
                  <a:gd name="T7" fmla="*/ 32 h 32"/>
                  <a:gd name="T8" fmla="*/ 50 w 66"/>
                  <a:gd name="T9" fmla="*/ 28 h 32"/>
                  <a:gd name="T10" fmla="*/ 54 w 66"/>
                  <a:gd name="T11" fmla="*/ 23 h 32"/>
                  <a:gd name="T12" fmla="*/ 63 w 66"/>
                  <a:gd name="T13" fmla="*/ 12 h 32"/>
                  <a:gd name="T14" fmla="*/ 66 w 66"/>
                  <a:gd name="T15" fmla="*/ 0 h 32"/>
                  <a:gd name="T16" fmla="*/ 56 w 66"/>
                  <a:gd name="T17" fmla="*/ 1 h 32"/>
                  <a:gd name="T18" fmla="*/ 38 w 66"/>
                  <a:gd name="T19" fmla="*/ 4 h 32"/>
                  <a:gd name="T20" fmla="*/ 21 w 66"/>
                  <a:gd name="T21" fmla="*/ 6 h 32"/>
                  <a:gd name="T22" fmla="*/ 8 w 66"/>
                  <a:gd name="T23" fmla="*/ 12 h 32"/>
                  <a:gd name="T24" fmla="*/ 2 w 66"/>
                  <a:gd name="T25" fmla="*/ 15 h 32"/>
                  <a:gd name="T26" fmla="*/ 0 w 66"/>
                  <a:gd name="T27" fmla="*/ 19 h 32"/>
                  <a:gd name="T28" fmla="*/ 4 w 66"/>
                  <a:gd name="T29" fmla="*/ 23 h 32"/>
                  <a:gd name="T30" fmla="*/ 12 w 66"/>
                  <a:gd name="T31" fmla="*/ 26 h 3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6"/>
                  <a:gd name="T49" fmla="*/ 0 h 32"/>
                  <a:gd name="T50" fmla="*/ 66 w 66"/>
                  <a:gd name="T51" fmla="*/ 32 h 3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6" h="32">
                    <a:moveTo>
                      <a:pt x="12" y="26"/>
                    </a:moveTo>
                    <a:lnTo>
                      <a:pt x="21" y="30"/>
                    </a:lnTo>
                    <a:lnTo>
                      <a:pt x="33" y="32"/>
                    </a:lnTo>
                    <a:lnTo>
                      <a:pt x="43" y="32"/>
                    </a:lnTo>
                    <a:lnTo>
                      <a:pt x="50" y="28"/>
                    </a:lnTo>
                    <a:lnTo>
                      <a:pt x="54" y="23"/>
                    </a:lnTo>
                    <a:lnTo>
                      <a:pt x="63" y="12"/>
                    </a:lnTo>
                    <a:lnTo>
                      <a:pt x="66" y="0"/>
                    </a:lnTo>
                    <a:lnTo>
                      <a:pt x="56" y="1"/>
                    </a:lnTo>
                    <a:lnTo>
                      <a:pt x="38" y="4"/>
                    </a:lnTo>
                    <a:lnTo>
                      <a:pt x="21" y="6"/>
                    </a:lnTo>
                    <a:lnTo>
                      <a:pt x="8" y="12"/>
                    </a:lnTo>
                    <a:lnTo>
                      <a:pt x="2" y="15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7" name="Freeform 45"/>
              <p:cNvSpPr>
                <a:spLocks/>
              </p:cNvSpPr>
              <p:nvPr/>
            </p:nvSpPr>
            <p:spPr bwMode="auto">
              <a:xfrm>
                <a:off x="701" y="3102"/>
                <a:ext cx="271" cy="495"/>
              </a:xfrm>
              <a:custGeom>
                <a:avLst/>
                <a:gdLst>
                  <a:gd name="T0" fmla="*/ 219 w 271"/>
                  <a:gd name="T1" fmla="*/ 437 h 495"/>
                  <a:gd name="T2" fmla="*/ 256 w 271"/>
                  <a:gd name="T3" fmla="*/ 424 h 495"/>
                  <a:gd name="T4" fmla="*/ 263 w 271"/>
                  <a:gd name="T5" fmla="*/ 419 h 495"/>
                  <a:gd name="T6" fmla="*/ 269 w 271"/>
                  <a:gd name="T7" fmla="*/ 410 h 495"/>
                  <a:gd name="T8" fmla="*/ 271 w 271"/>
                  <a:gd name="T9" fmla="*/ 400 h 495"/>
                  <a:gd name="T10" fmla="*/ 223 w 271"/>
                  <a:gd name="T11" fmla="*/ 7 h 495"/>
                  <a:gd name="T12" fmla="*/ 222 w 271"/>
                  <a:gd name="T13" fmla="*/ 3 h 495"/>
                  <a:gd name="T14" fmla="*/ 214 w 271"/>
                  <a:gd name="T15" fmla="*/ 0 h 495"/>
                  <a:gd name="T16" fmla="*/ 202 w 271"/>
                  <a:gd name="T17" fmla="*/ 0 h 495"/>
                  <a:gd name="T18" fmla="*/ 4 w 271"/>
                  <a:gd name="T19" fmla="*/ 19 h 495"/>
                  <a:gd name="T20" fmla="*/ 4 w 271"/>
                  <a:gd name="T21" fmla="*/ 20 h 495"/>
                  <a:gd name="T22" fmla="*/ 1 w 271"/>
                  <a:gd name="T23" fmla="*/ 24 h 495"/>
                  <a:gd name="T24" fmla="*/ 0 w 271"/>
                  <a:gd name="T25" fmla="*/ 33 h 495"/>
                  <a:gd name="T26" fmla="*/ 0 w 271"/>
                  <a:gd name="T27" fmla="*/ 41 h 495"/>
                  <a:gd name="T28" fmla="*/ 47 w 271"/>
                  <a:gd name="T29" fmla="*/ 476 h 495"/>
                  <a:gd name="T30" fmla="*/ 51 w 271"/>
                  <a:gd name="T31" fmla="*/ 485 h 495"/>
                  <a:gd name="T32" fmla="*/ 56 w 271"/>
                  <a:gd name="T33" fmla="*/ 491 h 495"/>
                  <a:gd name="T34" fmla="*/ 62 w 271"/>
                  <a:gd name="T35" fmla="*/ 495 h 495"/>
                  <a:gd name="T36" fmla="*/ 78 w 271"/>
                  <a:gd name="T37" fmla="*/ 490 h 495"/>
                  <a:gd name="T38" fmla="*/ 219 w 271"/>
                  <a:gd name="T39" fmla="*/ 437 h 49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71"/>
                  <a:gd name="T61" fmla="*/ 0 h 495"/>
                  <a:gd name="T62" fmla="*/ 271 w 271"/>
                  <a:gd name="T63" fmla="*/ 495 h 49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71" h="495">
                    <a:moveTo>
                      <a:pt x="219" y="437"/>
                    </a:moveTo>
                    <a:lnTo>
                      <a:pt x="256" y="424"/>
                    </a:lnTo>
                    <a:lnTo>
                      <a:pt x="263" y="419"/>
                    </a:lnTo>
                    <a:lnTo>
                      <a:pt x="269" y="410"/>
                    </a:lnTo>
                    <a:lnTo>
                      <a:pt x="271" y="400"/>
                    </a:lnTo>
                    <a:lnTo>
                      <a:pt x="223" y="7"/>
                    </a:lnTo>
                    <a:lnTo>
                      <a:pt x="222" y="3"/>
                    </a:lnTo>
                    <a:lnTo>
                      <a:pt x="214" y="0"/>
                    </a:lnTo>
                    <a:lnTo>
                      <a:pt x="202" y="0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1" y="24"/>
                    </a:lnTo>
                    <a:lnTo>
                      <a:pt x="0" y="33"/>
                    </a:lnTo>
                    <a:lnTo>
                      <a:pt x="0" y="41"/>
                    </a:lnTo>
                    <a:lnTo>
                      <a:pt x="47" y="476"/>
                    </a:lnTo>
                    <a:lnTo>
                      <a:pt x="51" y="485"/>
                    </a:lnTo>
                    <a:lnTo>
                      <a:pt x="56" y="491"/>
                    </a:lnTo>
                    <a:lnTo>
                      <a:pt x="62" y="495"/>
                    </a:lnTo>
                    <a:lnTo>
                      <a:pt x="78" y="490"/>
                    </a:lnTo>
                    <a:lnTo>
                      <a:pt x="219" y="437"/>
                    </a:lnTo>
                    <a:close/>
                  </a:path>
                </a:pathLst>
              </a:custGeom>
              <a:solidFill>
                <a:srgbClr val="EAEAEA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8" name="Freeform 46"/>
              <p:cNvSpPr>
                <a:spLocks/>
              </p:cNvSpPr>
              <p:nvPr/>
            </p:nvSpPr>
            <p:spPr bwMode="auto">
              <a:xfrm>
                <a:off x="603" y="3317"/>
                <a:ext cx="24" cy="375"/>
              </a:xfrm>
              <a:custGeom>
                <a:avLst/>
                <a:gdLst>
                  <a:gd name="T0" fmla="*/ 24 w 24"/>
                  <a:gd name="T1" fmla="*/ 375 h 375"/>
                  <a:gd name="T2" fmla="*/ 24 w 24"/>
                  <a:gd name="T3" fmla="*/ 9 h 375"/>
                  <a:gd name="T4" fmla="*/ 0 w 24"/>
                  <a:gd name="T5" fmla="*/ 0 h 375"/>
                  <a:gd name="T6" fmla="*/ 0 w 24"/>
                  <a:gd name="T7" fmla="*/ 375 h 375"/>
                  <a:gd name="T8" fmla="*/ 24 w 24"/>
                  <a:gd name="T9" fmla="*/ 375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75"/>
                  <a:gd name="T17" fmla="*/ 24 w 24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75">
                    <a:moveTo>
                      <a:pt x="24" y="375"/>
                    </a:moveTo>
                    <a:lnTo>
                      <a:pt x="24" y="9"/>
                    </a:lnTo>
                    <a:lnTo>
                      <a:pt x="0" y="0"/>
                    </a:lnTo>
                    <a:lnTo>
                      <a:pt x="0" y="375"/>
                    </a:lnTo>
                    <a:lnTo>
                      <a:pt x="24" y="375"/>
                    </a:lnTo>
                    <a:close/>
                  </a:path>
                </a:pathLst>
              </a:custGeom>
              <a:solidFill>
                <a:srgbClr val="008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29" name="Freeform 47"/>
              <p:cNvSpPr>
                <a:spLocks/>
              </p:cNvSpPr>
              <p:nvPr/>
            </p:nvSpPr>
            <p:spPr bwMode="auto">
              <a:xfrm>
                <a:off x="734" y="3120"/>
                <a:ext cx="171" cy="27"/>
              </a:xfrm>
              <a:custGeom>
                <a:avLst/>
                <a:gdLst>
                  <a:gd name="T0" fmla="*/ 169 w 171"/>
                  <a:gd name="T1" fmla="*/ 0 h 27"/>
                  <a:gd name="T2" fmla="*/ 171 w 171"/>
                  <a:gd name="T3" fmla="*/ 6 h 27"/>
                  <a:gd name="T4" fmla="*/ 1 w 171"/>
                  <a:gd name="T5" fmla="*/ 27 h 27"/>
                  <a:gd name="T6" fmla="*/ 0 w 171"/>
                  <a:gd name="T7" fmla="*/ 19 h 27"/>
                  <a:gd name="T8" fmla="*/ 169 w 171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1"/>
                  <a:gd name="T16" fmla="*/ 0 h 27"/>
                  <a:gd name="T17" fmla="*/ 171 w 171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1" h="27">
                    <a:moveTo>
                      <a:pt x="169" y="0"/>
                    </a:moveTo>
                    <a:lnTo>
                      <a:pt x="171" y="6"/>
                    </a:lnTo>
                    <a:lnTo>
                      <a:pt x="1" y="27"/>
                    </a:lnTo>
                    <a:lnTo>
                      <a:pt x="0" y="19"/>
                    </a:lnTo>
                    <a:lnTo>
                      <a:pt x="16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0" name="Freeform 48"/>
              <p:cNvSpPr>
                <a:spLocks/>
              </p:cNvSpPr>
              <p:nvPr/>
            </p:nvSpPr>
            <p:spPr bwMode="auto">
              <a:xfrm>
                <a:off x="731" y="3140"/>
                <a:ext cx="215" cy="410"/>
              </a:xfrm>
              <a:custGeom>
                <a:avLst/>
                <a:gdLst>
                  <a:gd name="T0" fmla="*/ 161 w 215"/>
                  <a:gd name="T1" fmla="*/ 0 h 410"/>
                  <a:gd name="T2" fmla="*/ 167 w 215"/>
                  <a:gd name="T3" fmla="*/ 2 h 410"/>
                  <a:gd name="T4" fmla="*/ 174 w 215"/>
                  <a:gd name="T5" fmla="*/ 6 h 410"/>
                  <a:gd name="T6" fmla="*/ 176 w 215"/>
                  <a:gd name="T7" fmla="*/ 12 h 410"/>
                  <a:gd name="T8" fmla="*/ 215 w 215"/>
                  <a:gd name="T9" fmla="*/ 348 h 410"/>
                  <a:gd name="T10" fmla="*/ 215 w 215"/>
                  <a:gd name="T11" fmla="*/ 355 h 410"/>
                  <a:gd name="T12" fmla="*/ 211 w 215"/>
                  <a:gd name="T13" fmla="*/ 361 h 410"/>
                  <a:gd name="T14" fmla="*/ 204 w 215"/>
                  <a:gd name="T15" fmla="*/ 365 h 410"/>
                  <a:gd name="T16" fmla="*/ 60 w 215"/>
                  <a:gd name="T17" fmla="*/ 410 h 410"/>
                  <a:gd name="T18" fmla="*/ 53 w 215"/>
                  <a:gd name="T19" fmla="*/ 410 h 410"/>
                  <a:gd name="T20" fmla="*/ 47 w 215"/>
                  <a:gd name="T21" fmla="*/ 407 h 410"/>
                  <a:gd name="T22" fmla="*/ 43 w 215"/>
                  <a:gd name="T23" fmla="*/ 400 h 410"/>
                  <a:gd name="T24" fmla="*/ 0 w 215"/>
                  <a:gd name="T25" fmla="*/ 38 h 410"/>
                  <a:gd name="T26" fmla="*/ 1 w 215"/>
                  <a:gd name="T27" fmla="*/ 32 h 410"/>
                  <a:gd name="T28" fmla="*/ 5 w 215"/>
                  <a:gd name="T29" fmla="*/ 25 h 410"/>
                  <a:gd name="T30" fmla="*/ 12 w 215"/>
                  <a:gd name="T31" fmla="*/ 23 h 410"/>
                  <a:gd name="T32" fmla="*/ 161 w 215"/>
                  <a:gd name="T33" fmla="*/ 0 h 4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5"/>
                  <a:gd name="T52" fmla="*/ 0 h 410"/>
                  <a:gd name="T53" fmla="*/ 215 w 215"/>
                  <a:gd name="T54" fmla="*/ 410 h 4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5" h="410">
                    <a:moveTo>
                      <a:pt x="161" y="0"/>
                    </a:moveTo>
                    <a:lnTo>
                      <a:pt x="167" y="2"/>
                    </a:lnTo>
                    <a:lnTo>
                      <a:pt x="174" y="6"/>
                    </a:lnTo>
                    <a:lnTo>
                      <a:pt x="176" y="12"/>
                    </a:lnTo>
                    <a:lnTo>
                      <a:pt x="215" y="348"/>
                    </a:lnTo>
                    <a:lnTo>
                      <a:pt x="215" y="355"/>
                    </a:lnTo>
                    <a:lnTo>
                      <a:pt x="211" y="361"/>
                    </a:lnTo>
                    <a:lnTo>
                      <a:pt x="204" y="365"/>
                    </a:lnTo>
                    <a:lnTo>
                      <a:pt x="60" y="410"/>
                    </a:lnTo>
                    <a:lnTo>
                      <a:pt x="53" y="410"/>
                    </a:lnTo>
                    <a:lnTo>
                      <a:pt x="47" y="407"/>
                    </a:lnTo>
                    <a:lnTo>
                      <a:pt x="43" y="400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5" y="25"/>
                    </a:lnTo>
                    <a:lnTo>
                      <a:pt x="12" y="23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1" name="Freeform 49"/>
              <p:cNvSpPr>
                <a:spLocks/>
              </p:cNvSpPr>
              <p:nvPr/>
            </p:nvSpPr>
            <p:spPr bwMode="auto">
              <a:xfrm>
                <a:off x="426" y="3121"/>
                <a:ext cx="337" cy="476"/>
              </a:xfrm>
              <a:custGeom>
                <a:avLst/>
                <a:gdLst>
                  <a:gd name="T0" fmla="*/ 177 w 337"/>
                  <a:gd name="T1" fmla="*/ 476 h 476"/>
                  <a:gd name="T2" fmla="*/ 177 w 337"/>
                  <a:gd name="T3" fmla="*/ 196 h 476"/>
                  <a:gd name="T4" fmla="*/ 201 w 337"/>
                  <a:gd name="T5" fmla="*/ 205 h 476"/>
                  <a:gd name="T6" fmla="*/ 201 w 337"/>
                  <a:gd name="T7" fmla="*/ 475 h 476"/>
                  <a:gd name="T8" fmla="*/ 203 w 337"/>
                  <a:gd name="T9" fmla="*/ 476 h 476"/>
                  <a:gd name="T10" fmla="*/ 337 w 337"/>
                  <a:gd name="T11" fmla="*/ 476 h 476"/>
                  <a:gd name="T12" fmla="*/ 331 w 337"/>
                  <a:gd name="T13" fmla="*/ 472 h 476"/>
                  <a:gd name="T14" fmla="*/ 326 w 337"/>
                  <a:gd name="T15" fmla="*/ 466 h 476"/>
                  <a:gd name="T16" fmla="*/ 322 w 337"/>
                  <a:gd name="T17" fmla="*/ 457 h 476"/>
                  <a:gd name="T18" fmla="*/ 275 w 337"/>
                  <a:gd name="T19" fmla="*/ 22 h 476"/>
                  <a:gd name="T20" fmla="*/ 275 w 337"/>
                  <a:gd name="T21" fmla="*/ 14 h 476"/>
                  <a:gd name="T22" fmla="*/ 276 w 337"/>
                  <a:gd name="T23" fmla="*/ 5 h 476"/>
                  <a:gd name="T24" fmla="*/ 279 w 337"/>
                  <a:gd name="T25" fmla="*/ 1 h 476"/>
                  <a:gd name="T26" fmla="*/ 279 w 337"/>
                  <a:gd name="T27" fmla="*/ 0 h 476"/>
                  <a:gd name="T28" fmla="*/ 157 w 337"/>
                  <a:gd name="T29" fmla="*/ 51 h 476"/>
                  <a:gd name="T30" fmla="*/ 156 w 337"/>
                  <a:gd name="T31" fmla="*/ 51 h 476"/>
                  <a:gd name="T32" fmla="*/ 13 w 337"/>
                  <a:gd name="T33" fmla="*/ 115 h 476"/>
                  <a:gd name="T34" fmla="*/ 5 w 337"/>
                  <a:gd name="T35" fmla="*/ 122 h 476"/>
                  <a:gd name="T36" fmla="*/ 0 w 337"/>
                  <a:gd name="T37" fmla="*/ 132 h 476"/>
                  <a:gd name="T38" fmla="*/ 0 w 337"/>
                  <a:gd name="T39" fmla="*/ 458 h 476"/>
                  <a:gd name="T40" fmla="*/ 2 w 337"/>
                  <a:gd name="T41" fmla="*/ 467 h 476"/>
                  <a:gd name="T42" fmla="*/ 9 w 337"/>
                  <a:gd name="T43" fmla="*/ 475 h 476"/>
                  <a:gd name="T44" fmla="*/ 21 w 337"/>
                  <a:gd name="T45" fmla="*/ 476 h 476"/>
                  <a:gd name="T46" fmla="*/ 177 w 337"/>
                  <a:gd name="T47" fmla="*/ 476 h 47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337"/>
                  <a:gd name="T73" fmla="*/ 0 h 476"/>
                  <a:gd name="T74" fmla="*/ 337 w 337"/>
                  <a:gd name="T75" fmla="*/ 476 h 47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337" h="476">
                    <a:moveTo>
                      <a:pt x="177" y="476"/>
                    </a:moveTo>
                    <a:lnTo>
                      <a:pt x="177" y="196"/>
                    </a:lnTo>
                    <a:lnTo>
                      <a:pt x="201" y="205"/>
                    </a:lnTo>
                    <a:lnTo>
                      <a:pt x="201" y="475"/>
                    </a:lnTo>
                    <a:lnTo>
                      <a:pt x="203" y="476"/>
                    </a:lnTo>
                    <a:lnTo>
                      <a:pt x="337" y="476"/>
                    </a:lnTo>
                    <a:lnTo>
                      <a:pt x="331" y="472"/>
                    </a:lnTo>
                    <a:lnTo>
                      <a:pt x="326" y="466"/>
                    </a:lnTo>
                    <a:lnTo>
                      <a:pt x="322" y="457"/>
                    </a:lnTo>
                    <a:lnTo>
                      <a:pt x="275" y="22"/>
                    </a:lnTo>
                    <a:lnTo>
                      <a:pt x="275" y="14"/>
                    </a:lnTo>
                    <a:lnTo>
                      <a:pt x="276" y="5"/>
                    </a:lnTo>
                    <a:lnTo>
                      <a:pt x="279" y="1"/>
                    </a:lnTo>
                    <a:lnTo>
                      <a:pt x="279" y="0"/>
                    </a:lnTo>
                    <a:lnTo>
                      <a:pt x="157" y="51"/>
                    </a:lnTo>
                    <a:lnTo>
                      <a:pt x="156" y="51"/>
                    </a:lnTo>
                    <a:lnTo>
                      <a:pt x="13" y="115"/>
                    </a:lnTo>
                    <a:lnTo>
                      <a:pt x="5" y="122"/>
                    </a:lnTo>
                    <a:lnTo>
                      <a:pt x="0" y="132"/>
                    </a:lnTo>
                    <a:lnTo>
                      <a:pt x="0" y="458"/>
                    </a:lnTo>
                    <a:lnTo>
                      <a:pt x="2" y="467"/>
                    </a:lnTo>
                    <a:lnTo>
                      <a:pt x="9" y="475"/>
                    </a:lnTo>
                    <a:lnTo>
                      <a:pt x="21" y="476"/>
                    </a:lnTo>
                    <a:lnTo>
                      <a:pt x="177" y="476"/>
                    </a:lnTo>
                    <a:close/>
                  </a:path>
                </a:pathLst>
              </a:custGeom>
              <a:solidFill>
                <a:srgbClr val="C0C0C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2" name="Freeform 50"/>
              <p:cNvSpPr>
                <a:spLocks/>
              </p:cNvSpPr>
              <p:nvPr/>
            </p:nvSpPr>
            <p:spPr bwMode="auto">
              <a:xfrm>
                <a:off x="1355" y="2989"/>
                <a:ext cx="81" cy="14"/>
              </a:xfrm>
              <a:custGeom>
                <a:avLst/>
                <a:gdLst>
                  <a:gd name="T0" fmla="*/ 80 w 81"/>
                  <a:gd name="T1" fmla="*/ 0 h 14"/>
                  <a:gd name="T2" fmla="*/ 0 w 81"/>
                  <a:gd name="T3" fmla="*/ 10 h 14"/>
                  <a:gd name="T4" fmla="*/ 0 w 81"/>
                  <a:gd name="T5" fmla="*/ 14 h 14"/>
                  <a:gd name="T6" fmla="*/ 81 w 81"/>
                  <a:gd name="T7" fmla="*/ 2 h 14"/>
                  <a:gd name="T8" fmla="*/ 80 w 81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14"/>
                  <a:gd name="T17" fmla="*/ 81 w 8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14">
                    <a:moveTo>
                      <a:pt x="80" y="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81" y="2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FFFF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3" name="Freeform 51"/>
              <p:cNvSpPr>
                <a:spLocks/>
              </p:cNvSpPr>
              <p:nvPr/>
            </p:nvSpPr>
            <p:spPr bwMode="auto">
              <a:xfrm>
                <a:off x="1325" y="3064"/>
                <a:ext cx="26" cy="6"/>
              </a:xfrm>
              <a:custGeom>
                <a:avLst/>
                <a:gdLst>
                  <a:gd name="T0" fmla="*/ 0 w 26"/>
                  <a:gd name="T1" fmla="*/ 0 h 6"/>
                  <a:gd name="T2" fmla="*/ 26 w 26"/>
                  <a:gd name="T3" fmla="*/ 1 h 6"/>
                  <a:gd name="T4" fmla="*/ 6 w 26"/>
                  <a:gd name="T5" fmla="*/ 6 h 6"/>
                  <a:gd name="T6" fmla="*/ 0 w 2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6"/>
                  <a:gd name="T14" fmla="*/ 26 w 26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6">
                    <a:moveTo>
                      <a:pt x="0" y="0"/>
                    </a:moveTo>
                    <a:lnTo>
                      <a:pt x="26" y="1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57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4" name="Freeform 52"/>
              <p:cNvSpPr>
                <a:spLocks/>
              </p:cNvSpPr>
              <p:nvPr/>
            </p:nvSpPr>
            <p:spPr bwMode="auto">
              <a:xfrm>
                <a:off x="1592" y="2990"/>
                <a:ext cx="14" cy="48"/>
              </a:xfrm>
              <a:custGeom>
                <a:avLst/>
                <a:gdLst>
                  <a:gd name="T0" fmla="*/ 5 w 14"/>
                  <a:gd name="T1" fmla="*/ 0 h 48"/>
                  <a:gd name="T2" fmla="*/ 9 w 14"/>
                  <a:gd name="T3" fmla="*/ 12 h 48"/>
                  <a:gd name="T4" fmla="*/ 9 w 14"/>
                  <a:gd name="T5" fmla="*/ 23 h 48"/>
                  <a:gd name="T6" fmla="*/ 5 w 14"/>
                  <a:gd name="T7" fmla="*/ 36 h 48"/>
                  <a:gd name="T8" fmla="*/ 0 w 14"/>
                  <a:gd name="T9" fmla="*/ 48 h 48"/>
                  <a:gd name="T10" fmla="*/ 9 w 14"/>
                  <a:gd name="T11" fmla="*/ 39 h 48"/>
                  <a:gd name="T12" fmla="*/ 13 w 14"/>
                  <a:gd name="T13" fmla="*/ 30 h 48"/>
                  <a:gd name="T14" fmla="*/ 14 w 14"/>
                  <a:gd name="T15" fmla="*/ 19 h 48"/>
                  <a:gd name="T16" fmla="*/ 12 w 14"/>
                  <a:gd name="T17" fmla="*/ 8 h 48"/>
                  <a:gd name="T18" fmla="*/ 5 w 14"/>
                  <a:gd name="T19" fmla="*/ 0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8"/>
                  <a:gd name="T32" fmla="*/ 14 w 14"/>
                  <a:gd name="T33" fmla="*/ 48 h 4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8">
                    <a:moveTo>
                      <a:pt x="5" y="0"/>
                    </a:moveTo>
                    <a:lnTo>
                      <a:pt x="9" y="12"/>
                    </a:lnTo>
                    <a:lnTo>
                      <a:pt x="9" y="23"/>
                    </a:lnTo>
                    <a:lnTo>
                      <a:pt x="5" y="36"/>
                    </a:lnTo>
                    <a:lnTo>
                      <a:pt x="0" y="48"/>
                    </a:lnTo>
                    <a:lnTo>
                      <a:pt x="9" y="39"/>
                    </a:lnTo>
                    <a:lnTo>
                      <a:pt x="13" y="30"/>
                    </a:lnTo>
                    <a:lnTo>
                      <a:pt x="14" y="19"/>
                    </a:lnTo>
                    <a:lnTo>
                      <a:pt x="12" y="8"/>
                    </a:lnTo>
                    <a:lnTo>
                      <a:pt x="5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5" name="Freeform 53"/>
              <p:cNvSpPr>
                <a:spLocks/>
              </p:cNvSpPr>
              <p:nvPr/>
            </p:nvSpPr>
            <p:spPr bwMode="auto">
              <a:xfrm>
                <a:off x="1604" y="3009"/>
                <a:ext cx="9" cy="39"/>
              </a:xfrm>
              <a:custGeom>
                <a:avLst/>
                <a:gdLst>
                  <a:gd name="T0" fmla="*/ 0 w 9"/>
                  <a:gd name="T1" fmla="*/ 39 h 39"/>
                  <a:gd name="T2" fmla="*/ 9 w 9"/>
                  <a:gd name="T3" fmla="*/ 32 h 39"/>
                  <a:gd name="T4" fmla="*/ 7 w 9"/>
                  <a:gd name="T5" fmla="*/ 16 h 39"/>
                  <a:gd name="T6" fmla="*/ 5 w 9"/>
                  <a:gd name="T7" fmla="*/ 0 h 39"/>
                  <a:gd name="T8" fmla="*/ 0 w 9"/>
                  <a:gd name="T9" fmla="*/ 39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39"/>
                  <a:gd name="T17" fmla="*/ 9 w 9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39">
                    <a:moveTo>
                      <a:pt x="0" y="39"/>
                    </a:moveTo>
                    <a:lnTo>
                      <a:pt x="9" y="32"/>
                    </a:lnTo>
                    <a:lnTo>
                      <a:pt x="7" y="16"/>
                    </a:lnTo>
                    <a:lnTo>
                      <a:pt x="5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6" name="Freeform 54"/>
              <p:cNvSpPr>
                <a:spLocks/>
              </p:cNvSpPr>
              <p:nvPr/>
            </p:nvSpPr>
            <p:spPr bwMode="auto">
              <a:xfrm>
                <a:off x="1471" y="3064"/>
                <a:ext cx="22" cy="45"/>
              </a:xfrm>
              <a:custGeom>
                <a:avLst/>
                <a:gdLst>
                  <a:gd name="T0" fmla="*/ 22 w 22"/>
                  <a:gd name="T1" fmla="*/ 0 h 45"/>
                  <a:gd name="T2" fmla="*/ 18 w 22"/>
                  <a:gd name="T3" fmla="*/ 13 h 45"/>
                  <a:gd name="T4" fmla="*/ 16 w 22"/>
                  <a:gd name="T5" fmla="*/ 26 h 45"/>
                  <a:gd name="T6" fmla="*/ 7 w 22"/>
                  <a:gd name="T7" fmla="*/ 39 h 45"/>
                  <a:gd name="T8" fmla="*/ 0 w 22"/>
                  <a:gd name="T9" fmla="*/ 45 h 45"/>
                  <a:gd name="T10" fmla="*/ 7 w 22"/>
                  <a:gd name="T11" fmla="*/ 32 h 45"/>
                  <a:gd name="T12" fmla="*/ 12 w 22"/>
                  <a:gd name="T13" fmla="*/ 17 h 45"/>
                  <a:gd name="T14" fmla="*/ 13 w 22"/>
                  <a:gd name="T15" fmla="*/ 6 h 45"/>
                  <a:gd name="T16" fmla="*/ 22 w 22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"/>
                  <a:gd name="T28" fmla="*/ 0 h 45"/>
                  <a:gd name="T29" fmla="*/ 22 w 22"/>
                  <a:gd name="T30" fmla="*/ 45 h 4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" h="45">
                    <a:moveTo>
                      <a:pt x="22" y="0"/>
                    </a:moveTo>
                    <a:lnTo>
                      <a:pt x="18" y="13"/>
                    </a:lnTo>
                    <a:lnTo>
                      <a:pt x="16" y="26"/>
                    </a:lnTo>
                    <a:lnTo>
                      <a:pt x="7" y="39"/>
                    </a:lnTo>
                    <a:lnTo>
                      <a:pt x="0" y="45"/>
                    </a:lnTo>
                    <a:lnTo>
                      <a:pt x="7" y="32"/>
                    </a:lnTo>
                    <a:lnTo>
                      <a:pt x="12" y="17"/>
                    </a:lnTo>
                    <a:lnTo>
                      <a:pt x="13" y="6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A857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7" name="Freeform 55"/>
              <p:cNvSpPr>
                <a:spLocks/>
              </p:cNvSpPr>
              <p:nvPr/>
            </p:nvSpPr>
            <p:spPr bwMode="auto">
              <a:xfrm>
                <a:off x="607" y="3227"/>
                <a:ext cx="23" cy="81"/>
              </a:xfrm>
              <a:custGeom>
                <a:avLst/>
                <a:gdLst>
                  <a:gd name="T0" fmla="*/ 12 w 23"/>
                  <a:gd name="T1" fmla="*/ 0 h 81"/>
                  <a:gd name="T2" fmla="*/ 6 w 23"/>
                  <a:gd name="T3" fmla="*/ 21 h 81"/>
                  <a:gd name="T4" fmla="*/ 2 w 23"/>
                  <a:gd name="T5" fmla="*/ 34 h 81"/>
                  <a:gd name="T6" fmla="*/ 1 w 23"/>
                  <a:gd name="T7" fmla="*/ 46 h 81"/>
                  <a:gd name="T8" fmla="*/ 0 w 23"/>
                  <a:gd name="T9" fmla="*/ 55 h 81"/>
                  <a:gd name="T10" fmla="*/ 1 w 23"/>
                  <a:gd name="T11" fmla="*/ 65 h 81"/>
                  <a:gd name="T12" fmla="*/ 1 w 23"/>
                  <a:gd name="T13" fmla="*/ 72 h 81"/>
                  <a:gd name="T14" fmla="*/ 3 w 23"/>
                  <a:gd name="T15" fmla="*/ 76 h 81"/>
                  <a:gd name="T16" fmla="*/ 7 w 23"/>
                  <a:gd name="T17" fmla="*/ 80 h 81"/>
                  <a:gd name="T18" fmla="*/ 11 w 23"/>
                  <a:gd name="T19" fmla="*/ 81 h 81"/>
                  <a:gd name="T20" fmla="*/ 15 w 23"/>
                  <a:gd name="T21" fmla="*/ 80 h 81"/>
                  <a:gd name="T22" fmla="*/ 19 w 23"/>
                  <a:gd name="T23" fmla="*/ 76 h 81"/>
                  <a:gd name="T24" fmla="*/ 20 w 23"/>
                  <a:gd name="T25" fmla="*/ 69 h 81"/>
                  <a:gd name="T26" fmla="*/ 23 w 23"/>
                  <a:gd name="T27" fmla="*/ 63 h 81"/>
                  <a:gd name="T28" fmla="*/ 23 w 23"/>
                  <a:gd name="T29" fmla="*/ 51 h 81"/>
                  <a:gd name="T30" fmla="*/ 20 w 23"/>
                  <a:gd name="T31" fmla="*/ 39 h 81"/>
                  <a:gd name="T32" fmla="*/ 18 w 23"/>
                  <a:gd name="T33" fmla="*/ 20 h 81"/>
                  <a:gd name="T34" fmla="*/ 12 w 23"/>
                  <a:gd name="T35" fmla="*/ 0 h 8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3"/>
                  <a:gd name="T55" fmla="*/ 0 h 81"/>
                  <a:gd name="T56" fmla="*/ 23 w 23"/>
                  <a:gd name="T57" fmla="*/ 81 h 8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3" h="81">
                    <a:moveTo>
                      <a:pt x="12" y="0"/>
                    </a:moveTo>
                    <a:lnTo>
                      <a:pt x="6" y="21"/>
                    </a:lnTo>
                    <a:lnTo>
                      <a:pt x="2" y="34"/>
                    </a:lnTo>
                    <a:lnTo>
                      <a:pt x="1" y="46"/>
                    </a:lnTo>
                    <a:lnTo>
                      <a:pt x="0" y="55"/>
                    </a:lnTo>
                    <a:lnTo>
                      <a:pt x="1" y="65"/>
                    </a:lnTo>
                    <a:lnTo>
                      <a:pt x="1" y="72"/>
                    </a:lnTo>
                    <a:lnTo>
                      <a:pt x="3" y="76"/>
                    </a:lnTo>
                    <a:lnTo>
                      <a:pt x="7" y="80"/>
                    </a:lnTo>
                    <a:lnTo>
                      <a:pt x="11" y="81"/>
                    </a:lnTo>
                    <a:lnTo>
                      <a:pt x="15" y="80"/>
                    </a:lnTo>
                    <a:lnTo>
                      <a:pt x="19" y="76"/>
                    </a:lnTo>
                    <a:lnTo>
                      <a:pt x="20" y="69"/>
                    </a:lnTo>
                    <a:lnTo>
                      <a:pt x="23" y="63"/>
                    </a:lnTo>
                    <a:lnTo>
                      <a:pt x="23" y="51"/>
                    </a:lnTo>
                    <a:lnTo>
                      <a:pt x="20" y="39"/>
                    </a:lnTo>
                    <a:lnTo>
                      <a:pt x="18" y="2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24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8" name="Freeform 56"/>
              <p:cNvSpPr>
                <a:spLocks/>
              </p:cNvSpPr>
              <p:nvPr/>
            </p:nvSpPr>
            <p:spPr bwMode="auto">
              <a:xfrm>
                <a:off x="1429" y="3307"/>
                <a:ext cx="25" cy="129"/>
              </a:xfrm>
              <a:custGeom>
                <a:avLst/>
                <a:gdLst>
                  <a:gd name="T0" fmla="*/ 1 w 25"/>
                  <a:gd name="T1" fmla="*/ 129 h 129"/>
                  <a:gd name="T2" fmla="*/ 3 w 25"/>
                  <a:gd name="T3" fmla="*/ 75 h 129"/>
                  <a:gd name="T4" fmla="*/ 9 w 25"/>
                  <a:gd name="T5" fmla="*/ 44 h 129"/>
                  <a:gd name="T6" fmla="*/ 15 w 25"/>
                  <a:gd name="T7" fmla="*/ 19 h 129"/>
                  <a:gd name="T8" fmla="*/ 25 w 25"/>
                  <a:gd name="T9" fmla="*/ 0 h 129"/>
                  <a:gd name="T10" fmla="*/ 19 w 25"/>
                  <a:gd name="T11" fmla="*/ 6 h 129"/>
                  <a:gd name="T12" fmla="*/ 9 w 25"/>
                  <a:gd name="T13" fmla="*/ 19 h 129"/>
                  <a:gd name="T14" fmla="*/ 1 w 25"/>
                  <a:gd name="T15" fmla="*/ 37 h 129"/>
                  <a:gd name="T16" fmla="*/ 0 w 25"/>
                  <a:gd name="T17" fmla="*/ 89 h 129"/>
                  <a:gd name="T18" fmla="*/ 1 w 25"/>
                  <a:gd name="T19" fmla="*/ 129 h 1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5"/>
                  <a:gd name="T31" fmla="*/ 0 h 129"/>
                  <a:gd name="T32" fmla="*/ 25 w 25"/>
                  <a:gd name="T33" fmla="*/ 129 h 1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5" h="129">
                    <a:moveTo>
                      <a:pt x="1" y="129"/>
                    </a:moveTo>
                    <a:lnTo>
                      <a:pt x="3" y="75"/>
                    </a:lnTo>
                    <a:lnTo>
                      <a:pt x="9" y="44"/>
                    </a:lnTo>
                    <a:lnTo>
                      <a:pt x="15" y="19"/>
                    </a:lnTo>
                    <a:lnTo>
                      <a:pt x="25" y="0"/>
                    </a:lnTo>
                    <a:lnTo>
                      <a:pt x="19" y="6"/>
                    </a:lnTo>
                    <a:lnTo>
                      <a:pt x="9" y="19"/>
                    </a:lnTo>
                    <a:lnTo>
                      <a:pt x="1" y="37"/>
                    </a:lnTo>
                    <a:lnTo>
                      <a:pt x="0" y="89"/>
                    </a:lnTo>
                    <a:lnTo>
                      <a:pt x="1" y="12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39" name="Freeform 57"/>
              <p:cNvSpPr>
                <a:spLocks/>
              </p:cNvSpPr>
              <p:nvPr/>
            </p:nvSpPr>
            <p:spPr bwMode="auto">
              <a:xfrm>
                <a:off x="1601" y="3018"/>
                <a:ext cx="48" cy="42"/>
              </a:xfrm>
              <a:custGeom>
                <a:avLst/>
                <a:gdLst>
                  <a:gd name="T0" fmla="*/ 27 w 48"/>
                  <a:gd name="T1" fmla="*/ 12 h 42"/>
                  <a:gd name="T2" fmla="*/ 12 w 48"/>
                  <a:gd name="T3" fmla="*/ 23 h 42"/>
                  <a:gd name="T4" fmla="*/ 3 w 48"/>
                  <a:gd name="T5" fmla="*/ 30 h 42"/>
                  <a:gd name="T6" fmla="*/ 0 w 48"/>
                  <a:gd name="T7" fmla="*/ 41 h 42"/>
                  <a:gd name="T8" fmla="*/ 9 w 48"/>
                  <a:gd name="T9" fmla="*/ 42 h 42"/>
                  <a:gd name="T10" fmla="*/ 26 w 48"/>
                  <a:gd name="T11" fmla="*/ 42 h 42"/>
                  <a:gd name="T12" fmla="*/ 43 w 48"/>
                  <a:gd name="T13" fmla="*/ 38 h 42"/>
                  <a:gd name="T14" fmla="*/ 48 w 48"/>
                  <a:gd name="T15" fmla="*/ 36 h 42"/>
                  <a:gd name="T16" fmla="*/ 45 w 48"/>
                  <a:gd name="T17" fmla="*/ 20 h 42"/>
                  <a:gd name="T18" fmla="*/ 48 w 48"/>
                  <a:gd name="T19" fmla="*/ 0 h 42"/>
                  <a:gd name="T20" fmla="*/ 27 w 48"/>
                  <a:gd name="T21" fmla="*/ 12 h 4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8"/>
                  <a:gd name="T34" fmla="*/ 0 h 42"/>
                  <a:gd name="T35" fmla="*/ 48 w 48"/>
                  <a:gd name="T36" fmla="*/ 42 h 4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8" h="42">
                    <a:moveTo>
                      <a:pt x="27" y="12"/>
                    </a:moveTo>
                    <a:lnTo>
                      <a:pt x="12" y="23"/>
                    </a:lnTo>
                    <a:lnTo>
                      <a:pt x="3" y="30"/>
                    </a:lnTo>
                    <a:lnTo>
                      <a:pt x="0" y="41"/>
                    </a:lnTo>
                    <a:lnTo>
                      <a:pt x="9" y="42"/>
                    </a:lnTo>
                    <a:lnTo>
                      <a:pt x="26" y="42"/>
                    </a:lnTo>
                    <a:lnTo>
                      <a:pt x="43" y="38"/>
                    </a:lnTo>
                    <a:lnTo>
                      <a:pt x="48" y="36"/>
                    </a:lnTo>
                    <a:lnTo>
                      <a:pt x="45" y="20"/>
                    </a:lnTo>
                    <a:lnTo>
                      <a:pt x="48" y="0"/>
                    </a:lnTo>
                    <a:lnTo>
                      <a:pt x="27" y="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0" name="Freeform 58"/>
              <p:cNvSpPr>
                <a:spLocks/>
              </p:cNvSpPr>
              <p:nvPr/>
            </p:nvSpPr>
            <p:spPr bwMode="auto">
              <a:xfrm>
                <a:off x="1358" y="3104"/>
                <a:ext cx="233" cy="170"/>
              </a:xfrm>
              <a:custGeom>
                <a:avLst/>
                <a:gdLst>
                  <a:gd name="T0" fmla="*/ 233 w 233"/>
                  <a:gd name="T1" fmla="*/ 13 h 170"/>
                  <a:gd name="T2" fmla="*/ 205 w 233"/>
                  <a:gd name="T3" fmla="*/ 21 h 170"/>
                  <a:gd name="T4" fmla="*/ 168 w 233"/>
                  <a:gd name="T5" fmla="*/ 39 h 170"/>
                  <a:gd name="T6" fmla="*/ 125 w 233"/>
                  <a:gd name="T7" fmla="*/ 62 h 170"/>
                  <a:gd name="T8" fmla="*/ 67 w 233"/>
                  <a:gd name="T9" fmla="*/ 100 h 170"/>
                  <a:gd name="T10" fmla="*/ 0 w 233"/>
                  <a:gd name="T11" fmla="*/ 170 h 170"/>
                  <a:gd name="T12" fmla="*/ 47 w 233"/>
                  <a:gd name="T13" fmla="*/ 105 h 170"/>
                  <a:gd name="T14" fmla="*/ 60 w 233"/>
                  <a:gd name="T15" fmla="*/ 90 h 170"/>
                  <a:gd name="T16" fmla="*/ 108 w 233"/>
                  <a:gd name="T17" fmla="*/ 61 h 170"/>
                  <a:gd name="T18" fmla="*/ 163 w 233"/>
                  <a:gd name="T19" fmla="*/ 33 h 170"/>
                  <a:gd name="T20" fmla="*/ 230 w 233"/>
                  <a:gd name="T21" fmla="*/ 0 h 170"/>
                  <a:gd name="T22" fmla="*/ 233 w 233"/>
                  <a:gd name="T23" fmla="*/ 13 h 17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33"/>
                  <a:gd name="T37" fmla="*/ 0 h 170"/>
                  <a:gd name="T38" fmla="*/ 233 w 233"/>
                  <a:gd name="T39" fmla="*/ 170 h 17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33" h="170">
                    <a:moveTo>
                      <a:pt x="233" y="13"/>
                    </a:moveTo>
                    <a:lnTo>
                      <a:pt x="205" y="21"/>
                    </a:lnTo>
                    <a:lnTo>
                      <a:pt x="168" y="39"/>
                    </a:lnTo>
                    <a:lnTo>
                      <a:pt x="125" y="62"/>
                    </a:lnTo>
                    <a:lnTo>
                      <a:pt x="67" y="100"/>
                    </a:lnTo>
                    <a:lnTo>
                      <a:pt x="0" y="170"/>
                    </a:lnTo>
                    <a:lnTo>
                      <a:pt x="47" y="105"/>
                    </a:lnTo>
                    <a:lnTo>
                      <a:pt x="60" y="90"/>
                    </a:lnTo>
                    <a:lnTo>
                      <a:pt x="108" y="61"/>
                    </a:lnTo>
                    <a:lnTo>
                      <a:pt x="163" y="33"/>
                    </a:lnTo>
                    <a:lnTo>
                      <a:pt x="230" y="0"/>
                    </a:lnTo>
                    <a:lnTo>
                      <a:pt x="233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1" name="Freeform 59"/>
              <p:cNvSpPr>
                <a:spLocks/>
              </p:cNvSpPr>
              <p:nvPr/>
            </p:nvSpPr>
            <p:spPr bwMode="auto">
              <a:xfrm>
                <a:off x="1268" y="3331"/>
                <a:ext cx="127" cy="144"/>
              </a:xfrm>
              <a:custGeom>
                <a:avLst/>
                <a:gdLst>
                  <a:gd name="T0" fmla="*/ 0 w 127"/>
                  <a:gd name="T1" fmla="*/ 144 h 144"/>
                  <a:gd name="T2" fmla="*/ 5 w 127"/>
                  <a:gd name="T3" fmla="*/ 127 h 144"/>
                  <a:gd name="T4" fmla="*/ 14 w 127"/>
                  <a:gd name="T5" fmla="*/ 110 h 144"/>
                  <a:gd name="T6" fmla="*/ 28 w 127"/>
                  <a:gd name="T7" fmla="*/ 88 h 144"/>
                  <a:gd name="T8" fmla="*/ 48 w 127"/>
                  <a:gd name="T9" fmla="*/ 62 h 144"/>
                  <a:gd name="T10" fmla="*/ 84 w 127"/>
                  <a:gd name="T11" fmla="*/ 27 h 144"/>
                  <a:gd name="T12" fmla="*/ 125 w 127"/>
                  <a:gd name="T13" fmla="*/ 0 h 144"/>
                  <a:gd name="T14" fmla="*/ 127 w 127"/>
                  <a:gd name="T15" fmla="*/ 9 h 144"/>
                  <a:gd name="T16" fmla="*/ 110 w 127"/>
                  <a:gd name="T17" fmla="*/ 22 h 144"/>
                  <a:gd name="T18" fmla="*/ 92 w 127"/>
                  <a:gd name="T19" fmla="*/ 33 h 144"/>
                  <a:gd name="T20" fmla="*/ 61 w 127"/>
                  <a:gd name="T21" fmla="*/ 59 h 144"/>
                  <a:gd name="T22" fmla="*/ 48 w 127"/>
                  <a:gd name="T23" fmla="*/ 73 h 144"/>
                  <a:gd name="T24" fmla="*/ 26 w 127"/>
                  <a:gd name="T25" fmla="*/ 100 h 144"/>
                  <a:gd name="T26" fmla="*/ 9 w 127"/>
                  <a:gd name="T27" fmla="*/ 127 h 144"/>
                  <a:gd name="T28" fmla="*/ 0 w 127"/>
                  <a:gd name="T29" fmla="*/ 144 h 14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27"/>
                  <a:gd name="T46" fmla="*/ 0 h 144"/>
                  <a:gd name="T47" fmla="*/ 127 w 127"/>
                  <a:gd name="T48" fmla="*/ 144 h 14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27" h="144">
                    <a:moveTo>
                      <a:pt x="0" y="144"/>
                    </a:moveTo>
                    <a:lnTo>
                      <a:pt x="5" y="127"/>
                    </a:lnTo>
                    <a:lnTo>
                      <a:pt x="14" y="110"/>
                    </a:lnTo>
                    <a:lnTo>
                      <a:pt x="28" y="88"/>
                    </a:lnTo>
                    <a:lnTo>
                      <a:pt x="48" y="62"/>
                    </a:lnTo>
                    <a:lnTo>
                      <a:pt x="84" y="27"/>
                    </a:lnTo>
                    <a:lnTo>
                      <a:pt x="125" y="0"/>
                    </a:lnTo>
                    <a:lnTo>
                      <a:pt x="127" y="9"/>
                    </a:lnTo>
                    <a:lnTo>
                      <a:pt x="110" y="22"/>
                    </a:lnTo>
                    <a:lnTo>
                      <a:pt x="92" y="33"/>
                    </a:lnTo>
                    <a:lnTo>
                      <a:pt x="61" y="59"/>
                    </a:lnTo>
                    <a:lnTo>
                      <a:pt x="48" y="73"/>
                    </a:lnTo>
                    <a:lnTo>
                      <a:pt x="26" y="100"/>
                    </a:lnTo>
                    <a:lnTo>
                      <a:pt x="9" y="127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2" name="Freeform 60"/>
              <p:cNvSpPr>
                <a:spLocks/>
              </p:cNvSpPr>
              <p:nvPr/>
            </p:nvSpPr>
            <p:spPr bwMode="auto">
              <a:xfrm>
                <a:off x="1386" y="3292"/>
                <a:ext cx="40" cy="15"/>
              </a:xfrm>
              <a:custGeom>
                <a:avLst/>
                <a:gdLst>
                  <a:gd name="T0" fmla="*/ 40 w 40"/>
                  <a:gd name="T1" fmla="*/ 2 h 15"/>
                  <a:gd name="T2" fmla="*/ 0 w 40"/>
                  <a:gd name="T3" fmla="*/ 4 h 15"/>
                  <a:gd name="T4" fmla="*/ 6 w 40"/>
                  <a:gd name="T5" fmla="*/ 13 h 15"/>
                  <a:gd name="T6" fmla="*/ 28 w 40"/>
                  <a:gd name="T7" fmla="*/ 15 h 15"/>
                  <a:gd name="T8" fmla="*/ 39 w 40"/>
                  <a:gd name="T9" fmla="*/ 0 h 15"/>
                  <a:gd name="T10" fmla="*/ 40 w 40"/>
                  <a:gd name="T11" fmla="*/ 2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15"/>
                  <a:gd name="T20" fmla="*/ 40 w 40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15">
                    <a:moveTo>
                      <a:pt x="40" y="2"/>
                    </a:moveTo>
                    <a:lnTo>
                      <a:pt x="0" y="4"/>
                    </a:lnTo>
                    <a:lnTo>
                      <a:pt x="6" y="13"/>
                    </a:lnTo>
                    <a:lnTo>
                      <a:pt x="28" y="15"/>
                    </a:lnTo>
                    <a:lnTo>
                      <a:pt x="39" y="0"/>
                    </a:lnTo>
                    <a:lnTo>
                      <a:pt x="40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3" name="Freeform 61"/>
              <p:cNvSpPr>
                <a:spLocks/>
              </p:cNvSpPr>
              <p:nvPr/>
            </p:nvSpPr>
            <p:spPr bwMode="auto">
              <a:xfrm>
                <a:off x="1594" y="3059"/>
                <a:ext cx="26" cy="28"/>
              </a:xfrm>
              <a:custGeom>
                <a:avLst/>
                <a:gdLst>
                  <a:gd name="T0" fmla="*/ 16 w 26"/>
                  <a:gd name="T1" fmla="*/ 1 h 28"/>
                  <a:gd name="T2" fmla="*/ 7 w 26"/>
                  <a:gd name="T3" fmla="*/ 0 h 28"/>
                  <a:gd name="T4" fmla="*/ 0 w 26"/>
                  <a:gd name="T5" fmla="*/ 24 h 28"/>
                  <a:gd name="T6" fmla="*/ 13 w 26"/>
                  <a:gd name="T7" fmla="*/ 28 h 28"/>
                  <a:gd name="T8" fmla="*/ 20 w 26"/>
                  <a:gd name="T9" fmla="*/ 20 h 28"/>
                  <a:gd name="T10" fmla="*/ 26 w 26"/>
                  <a:gd name="T11" fmla="*/ 4 h 28"/>
                  <a:gd name="T12" fmla="*/ 16 w 26"/>
                  <a:gd name="T13" fmla="*/ 1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"/>
                  <a:gd name="T22" fmla="*/ 0 h 28"/>
                  <a:gd name="T23" fmla="*/ 26 w 26"/>
                  <a:gd name="T24" fmla="*/ 28 h 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" h="28">
                    <a:moveTo>
                      <a:pt x="16" y="1"/>
                    </a:moveTo>
                    <a:lnTo>
                      <a:pt x="7" y="0"/>
                    </a:lnTo>
                    <a:lnTo>
                      <a:pt x="0" y="24"/>
                    </a:lnTo>
                    <a:lnTo>
                      <a:pt x="13" y="28"/>
                    </a:lnTo>
                    <a:lnTo>
                      <a:pt x="20" y="20"/>
                    </a:lnTo>
                    <a:lnTo>
                      <a:pt x="26" y="4"/>
                    </a:lnTo>
                    <a:lnTo>
                      <a:pt x="16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4" name="Freeform 62"/>
              <p:cNvSpPr>
                <a:spLocks/>
              </p:cNvSpPr>
              <p:nvPr/>
            </p:nvSpPr>
            <p:spPr bwMode="auto">
              <a:xfrm>
                <a:off x="1338" y="2859"/>
                <a:ext cx="35" cy="14"/>
              </a:xfrm>
              <a:custGeom>
                <a:avLst/>
                <a:gdLst>
                  <a:gd name="T0" fmla="*/ 0 w 35"/>
                  <a:gd name="T1" fmla="*/ 14 h 14"/>
                  <a:gd name="T2" fmla="*/ 17 w 35"/>
                  <a:gd name="T3" fmla="*/ 4 h 14"/>
                  <a:gd name="T4" fmla="*/ 30 w 35"/>
                  <a:gd name="T5" fmla="*/ 0 h 14"/>
                  <a:gd name="T6" fmla="*/ 35 w 35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14"/>
                  <a:gd name="T14" fmla="*/ 35 w 35"/>
                  <a:gd name="T15" fmla="*/ 14 h 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14">
                    <a:moveTo>
                      <a:pt x="0" y="14"/>
                    </a:moveTo>
                    <a:lnTo>
                      <a:pt x="17" y="4"/>
                    </a:lnTo>
                    <a:lnTo>
                      <a:pt x="30" y="0"/>
                    </a:lnTo>
                    <a:lnTo>
                      <a:pt x="35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5" name="Line 63"/>
              <p:cNvSpPr>
                <a:spLocks noChangeShapeType="1"/>
              </p:cNvSpPr>
              <p:nvPr/>
            </p:nvSpPr>
            <p:spPr bwMode="auto">
              <a:xfrm>
                <a:off x="1562" y="3087"/>
                <a:ext cx="10" cy="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6" name="Freeform 64"/>
              <p:cNvSpPr>
                <a:spLocks/>
              </p:cNvSpPr>
              <p:nvPr/>
            </p:nvSpPr>
            <p:spPr bwMode="auto">
              <a:xfrm>
                <a:off x="1527" y="3052"/>
                <a:ext cx="49" cy="24"/>
              </a:xfrm>
              <a:custGeom>
                <a:avLst/>
                <a:gdLst>
                  <a:gd name="T0" fmla="*/ 0 w 49"/>
                  <a:gd name="T1" fmla="*/ 0 h 24"/>
                  <a:gd name="T2" fmla="*/ 5 w 49"/>
                  <a:gd name="T3" fmla="*/ 7 h 24"/>
                  <a:gd name="T4" fmla="*/ 13 w 49"/>
                  <a:gd name="T5" fmla="*/ 14 h 24"/>
                  <a:gd name="T6" fmla="*/ 23 w 49"/>
                  <a:gd name="T7" fmla="*/ 20 h 24"/>
                  <a:gd name="T8" fmla="*/ 27 w 49"/>
                  <a:gd name="T9" fmla="*/ 21 h 24"/>
                  <a:gd name="T10" fmla="*/ 32 w 49"/>
                  <a:gd name="T11" fmla="*/ 22 h 24"/>
                  <a:gd name="T12" fmla="*/ 39 w 49"/>
                  <a:gd name="T13" fmla="*/ 24 h 24"/>
                  <a:gd name="T14" fmla="*/ 49 w 49"/>
                  <a:gd name="T15" fmla="*/ 24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24"/>
                  <a:gd name="T26" fmla="*/ 49 w 49"/>
                  <a:gd name="T27" fmla="*/ 24 h 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24">
                    <a:moveTo>
                      <a:pt x="0" y="0"/>
                    </a:moveTo>
                    <a:lnTo>
                      <a:pt x="5" y="7"/>
                    </a:lnTo>
                    <a:lnTo>
                      <a:pt x="13" y="14"/>
                    </a:lnTo>
                    <a:lnTo>
                      <a:pt x="23" y="20"/>
                    </a:lnTo>
                    <a:lnTo>
                      <a:pt x="27" y="21"/>
                    </a:lnTo>
                    <a:lnTo>
                      <a:pt x="32" y="22"/>
                    </a:lnTo>
                    <a:lnTo>
                      <a:pt x="39" y="24"/>
                    </a:lnTo>
                    <a:lnTo>
                      <a:pt x="49" y="2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7" name="Freeform 65"/>
              <p:cNvSpPr>
                <a:spLocks/>
              </p:cNvSpPr>
              <p:nvPr/>
            </p:nvSpPr>
            <p:spPr bwMode="auto">
              <a:xfrm>
                <a:off x="1436" y="2991"/>
                <a:ext cx="92" cy="14"/>
              </a:xfrm>
              <a:custGeom>
                <a:avLst/>
                <a:gdLst>
                  <a:gd name="T0" fmla="*/ 0 w 92"/>
                  <a:gd name="T1" fmla="*/ 0 h 14"/>
                  <a:gd name="T2" fmla="*/ 13 w 92"/>
                  <a:gd name="T3" fmla="*/ 8 h 14"/>
                  <a:gd name="T4" fmla="*/ 29 w 92"/>
                  <a:gd name="T5" fmla="*/ 13 h 14"/>
                  <a:gd name="T6" fmla="*/ 47 w 92"/>
                  <a:gd name="T7" fmla="*/ 14 h 14"/>
                  <a:gd name="T8" fmla="*/ 68 w 92"/>
                  <a:gd name="T9" fmla="*/ 14 h 14"/>
                  <a:gd name="T10" fmla="*/ 87 w 92"/>
                  <a:gd name="T11" fmla="*/ 11 h 14"/>
                  <a:gd name="T12" fmla="*/ 92 w 92"/>
                  <a:gd name="T13" fmla="*/ 8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4"/>
                  <a:gd name="T23" fmla="*/ 92 w 92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4">
                    <a:moveTo>
                      <a:pt x="0" y="0"/>
                    </a:moveTo>
                    <a:lnTo>
                      <a:pt x="13" y="8"/>
                    </a:lnTo>
                    <a:lnTo>
                      <a:pt x="29" y="13"/>
                    </a:lnTo>
                    <a:lnTo>
                      <a:pt x="47" y="14"/>
                    </a:lnTo>
                    <a:lnTo>
                      <a:pt x="68" y="14"/>
                    </a:lnTo>
                    <a:lnTo>
                      <a:pt x="87" y="11"/>
                    </a:lnTo>
                    <a:lnTo>
                      <a:pt x="92" y="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8" name="Freeform 66"/>
              <p:cNvSpPr>
                <a:spLocks/>
              </p:cNvSpPr>
              <p:nvPr/>
            </p:nvSpPr>
            <p:spPr bwMode="auto">
              <a:xfrm>
                <a:off x="1495" y="3015"/>
                <a:ext cx="22" cy="3"/>
              </a:xfrm>
              <a:custGeom>
                <a:avLst/>
                <a:gdLst>
                  <a:gd name="T0" fmla="*/ 0 w 22"/>
                  <a:gd name="T1" fmla="*/ 3 h 3"/>
                  <a:gd name="T2" fmla="*/ 15 w 22"/>
                  <a:gd name="T3" fmla="*/ 2 h 3"/>
                  <a:gd name="T4" fmla="*/ 22 w 22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3"/>
                  <a:gd name="T11" fmla="*/ 22 w 2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3">
                    <a:moveTo>
                      <a:pt x="0" y="3"/>
                    </a:moveTo>
                    <a:lnTo>
                      <a:pt x="15" y="2"/>
                    </a:lnTo>
                    <a:lnTo>
                      <a:pt x="2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49" name="Freeform 67"/>
              <p:cNvSpPr>
                <a:spLocks/>
              </p:cNvSpPr>
              <p:nvPr/>
            </p:nvSpPr>
            <p:spPr bwMode="auto">
              <a:xfrm>
                <a:off x="1403" y="2881"/>
                <a:ext cx="13" cy="36"/>
              </a:xfrm>
              <a:custGeom>
                <a:avLst/>
                <a:gdLst>
                  <a:gd name="T0" fmla="*/ 0 w 13"/>
                  <a:gd name="T1" fmla="*/ 0 h 36"/>
                  <a:gd name="T2" fmla="*/ 6 w 13"/>
                  <a:gd name="T3" fmla="*/ 5 h 36"/>
                  <a:gd name="T4" fmla="*/ 13 w 13"/>
                  <a:gd name="T5" fmla="*/ 17 h 36"/>
                  <a:gd name="T6" fmla="*/ 13 w 13"/>
                  <a:gd name="T7" fmla="*/ 30 h 36"/>
                  <a:gd name="T8" fmla="*/ 9 w 13"/>
                  <a:gd name="T9" fmla="*/ 36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36"/>
                  <a:gd name="T17" fmla="*/ 13 w 13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36">
                    <a:moveTo>
                      <a:pt x="0" y="0"/>
                    </a:moveTo>
                    <a:lnTo>
                      <a:pt x="6" y="5"/>
                    </a:lnTo>
                    <a:lnTo>
                      <a:pt x="13" y="17"/>
                    </a:lnTo>
                    <a:lnTo>
                      <a:pt x="13" y="30"/>
                    </a:lnTo>
                    <a:lnTo>
                      <a:pt x="9" y="3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0" name="Freeform 68"/>
              <p:cNvSpPr>
                <a:spLocks/>
              </p:cNvSpPr>
              <p:nvPr/>
            </p:nvSpPr>
            <p:spPr bwMode="auto">
              <a:xfrm>
                <a:off x="1471" y="3065"/>
                <a:ext cx="15" cy="5"/>
              </a:xfrm>
              <a:custGeom>
                <a:avLst/>
                <a:gdLst>
                  <a:gd name="T0" fmla="*/ 15 w 15"/>
                  <a:gd name="T1" fmla="*/ 5 h 5"/>
                  <a:gd name="T2" fmla="*/ 8 w 15"/>
                  <a:gd name="T3" fmla="*/ 5 h 5"/>
                  <a:gd name="T4" fmla="*/ 0 w 15"/>
                  <a:gd name="T5" fmla="*/ 0 h 5"/>
                  <a:gd name="T6" fmla="*/ 0 60000 65536"/>
                  <a:gd name="T7" fmla="*/ 0 60000 65536"/>
                  <a:gd name="T8" fmla="*/ 0 60000 65536"/>
                  <a:gd name="T9" fmla="*/ 0 w 15"/>
                  <a:gd name="T10" fmla="*/ 0 h 5"/>
                  <a:gd name="T11" fmla="*/ 15 w 15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" h="5">
                    <a:moveTo>
                      <a:pt x="15" y="5"/>
                    </a:moveTo>
                    <a:lnTo>
                      <a:pt x="8" y="5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1" name="Freeform 69"/>
              <p:cNvSpPr>
                <a:spLocks/>
              </p:cNvSpPr>
              <p:nvPr/>
            </p:nvSpPr>
            <p:spPr bwMode="auto">
              <a:xfrm>
                <a:off x="1528" y="3041"/>
                <a:ext cx="17" cy="16"/>
              </a:xfrm>
              <a:custGeom>
                <a:avLst/>
                <a:gdLst>
                  <a:gd name="T0" fmla="*/ 17 w 17"/>
                  <a:gd name="T1" fmla="*/ 16 h 16"/>
                  <a:gd name="T2" fmla="*/ 12 w 17"/>
                  <a:gd name="T3" fmla="*/ 9 h 16"/>
                  <a:gd name="T4" fmla="*/ 6 w 17"/>
                  <a:gd name="T5" fmla="*/ 3 h 16"/>
                  <a:gd name="T6" fmla="*/ 0 w 17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6"/>
                  <a:gd name="T14" fmla="*/ 17 w 17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6">
                    <a:moveTo>
                      <a:pt x="17" y="16"/>
                    </a:moveTo>
                    <a:lnTo>
                      <a:pt x="12" y="9"/>
                    </a:lnTo>
                    <a:lnTo>
                      <a:pt x="6" y="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2" name="Freeform 70"/>
              <p:cNvSpPr>
                <a:spLocks/>
              </p:cNvSpPr>
              <p:nvPr/>
            </p:nvSpPr>
            <p:spPr bwMode="auto">
              <a:xfrm>
                <a:off x="1545" y="3057"/>
                <a:ext cx="16" cy="29"/>
              </a:xfrm>
              <a:custGeom>
                <a:avLst/>
                <a:gdLst>
                  <a:gd name="T0" fmla="*/ 0 w 16"/>
                  <a:gd name="T1" fmla="*/ 0 h 29"/>
                  <a:gd name="T2" fmla="*/ 9 w 16"/>
                  <a:gd name="T3" fmla="*/ 16 h 29"/>
                  <a:gd name="T4" fmla="*/ 16 w 16"/>
                  <a:gd name="T5" fmla="*/ 29 h 29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29"/>
                  <a:gd name="T11" fmla="*/ 16 w 16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29">
                    <a:moveTo>
                      <a:pt x="0" y="0"/>
                    </a:moveTo>
                    <a:lnTo>
                      <a:pt x="9" y="16"/>
                    </a:lnTo>
                    <a:lnTo>
                      <a:pt x="16" y="2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3" name="Freeform 71"/>
              <p:cNvSpPr>
                <a:spLocks/>
              </p:cNvSpPr>
              <p:nvPr/>
            </p:nvSpPr>
            <p:spPr bwMode="auto">
              <a:xfrm>
                <a:off x="1514" y="3042"/>
                <a:ext cx="45" cy="15"/>
              </a:xfrm>
              <a:custGeom>
                <a:avLst/>
                <a:gdLst>
                  <a:gd name="T0" fmla="*/ 0 w 45"/>
                  <a:gd name="T1" fmla="*/ 0 h 15"/>
                  <a:gd name="T2" fmla="*/ 13 w 45"/>
                  <a:gd name="T3" fmla="*/ 10 h 15"/>
                  <a:gd name="T4" fmla="*/ 32 w 45"/>
                  <a:gd name="T5" fmla="*/ 15 h 15"/>
                  <a:gd name="T6" fmla="*/ 45 w 45"/>
                  <a:gd name="T7" fmla="*/ 15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15"/>
                  <a:gd name="T14" fmla="*/ 45 w 45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15">
                    <a:moveTo>
                      <a:pt x="0" y="0"/>
                    </a:moveTo>
                    <a:lnTo>
                      <a:pt x="13" y="10"/>
                    </a:lnTo>
                    <a:lnTo>
                      <a:pt x="32" y="15"/>
                    </a:lnTo>
                    <a:lnTo>
                      <a:pt x="45" y="1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4" name="Freeform 72"/>
              <p:cNvSpPr>
                <a:spLocks/>
              </p:cNvSpPr>
              <p:nvPr/>
            </p:nvSpPr>
            <p:spPr bwMode="auto">
              <a:xfrm>
                <a:off x="1493" y="3030"/>
                <a:ext cx="17" cy="34"/>
              </a:xfrm>
              <a:custGeom>
                <a:avLst/>
                <a:gdLst>
                  <a:gd name="T0" fmla="*/ 17 w 17"/>
                  <a:gd name="T1" fmla="*/ 0 h 34"/>
                  <a:gd name="T2" fmla="*/ 4 w 17"/>
                  <a:gd name="T3" fmla="*/ 27 h 34"/>
                  <a:gd name="T4" fmla="*/ 0 w 17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34"/>
                  <a:gd name="T11" fmla="*/ 17 w 17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34">
                    <a:moveTo>
                      <a:pt x="17" y="0"/>
                    </a:moveTo>
                    <a:lnTo>
                      <a:pt x="4" y="27"/>
                    </a:lnTo>
                    <a:lnTo>
                      <a:pt x="0" y="3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5" name="Line 73"/>
              <p:cNvSpPr>
                <a:spLocks noChangeShapeType="1"/>
              </p:cNvSpPr>
              <p:nvPr/>
            </p:nvSpPr>
            <p:spPr bwMode="auto">
              <a:xfrm>
                <a:off x="1510" y="3030"/>
                <a:ext cx="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6" name="Freeform 74"/>
              <p:cNvSpPr>
                <a:spLocks/>
              </p:cNvSpPr>
              <p:nvPr/>
            </p:nvSpPr>
            <p:spPr bwMode="auto">
              <a:xfrm>
                <a:off x="1510" y="3017"/>
                <a:ext cx="22" cy="16"/>
              </a:xfrm>
              <a:custGeom>
                <a:avLst/>
                <a:gdLst>
                  <a:gd name="T0" fmla="*/ 0 w 22"/>
                  <a:gd name="T1" fmla="*/ 0 h 16"/>
                  <a:gd name="T2" fmla="*/ 5 w 22"/>
                  <a:gd name="T3" fmla="*/ 5 h 16"/>
                  <a:gd name="T4" fmla="*/ 13 w 22"/>
                  <a:gd name="T5" fmla="*/ 12 h 16"/>
                  <a:gd name="T6" fmla="*/ 22 w 22"/>
                  <a:gd name="T7" fmla="*/ 16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16"/>
                  <a:gd name="T14" fmla="*/ 22 w 22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16">
                    <a:moveTo>
                      <a:pt x="0" y="0"/>
                    </a:moveTo>
                    <a:lnTo>
                      <a:pt x="5" y="5"/>
                    </a:lnTo>
                    <a:lnTo>
                      <a:pt x="13" y="12"/>
                    </a:lnTo>
                    <a:lnTo>
                      <a:pt x="22" y="1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7" name="Line 75"/>
              <p:cNvSpPr>
                <a:spLocks noChangeShapeType="1"/>
              </p:cNvSpPr>
              <p:nvPr/>
            </p:nvSpPr>
            <p:spPr bwMode="auto">
              <a:xfrm flipH="1">
                <a:off x="1513" y="3022"/>
                <a:ext cx="2" cy="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8" name="Line 76"/>
              <p:cNvSpPr>
                <a:spLocks noChangeShapeType="1"/>
              </p:cNvSpPr>
              <p:nvPr/>
            </p:nvSpPr>
            <p:spPr bwMode="auto">
              <a:xfrm flipH="1">
                <a:off x="1334" y="3082"/>
                <a:ext cx="5" cy="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59" name="Freeform 77"/>
              <p:cNvSpPr>
                <a:spLocks/>
              </p:cNvSpPr>
              <p:nvPr/>
            </p:nvSpPr>
            <p:spPr bwMode="auto">
              <a:xfrm>
                <a:off x="1349" y="3059"/>
                <a:ext cx="6" cy="15"/>
              </a:xfrm>
              <a:custGeom>
                <a:avLst/>
                <a:gdLst>
                  <a:gd name="T0" fmla="*/ 0 w 6"/>
                  <a:gd name="T1" fmla="*/ 0 h 15"/>
                  <a:gd name="T2" fmla="*/ 2 w 6"/>
                  <a:gd name="T3" fmla="*/ 6 h 15"/>
                  <a:gd name="T4" fmla="*/ 4 w 6"/>
                  <a:gd name="T5" fmla="*/ 11 h 15"/>
                  <a:gd name="T6" fmla="*/ 6 w 6"/>
                  <a:gd name="T7" fmla="*/ 15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15"/>
                  <a:gd name="T14" fmla="*/ 6 w 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15">
                    <a:moveTo>
                      <a:pt x="0" y="0"/>
                    </a:moveTo>
                    <a:lnTo>
                      <a:pt x="2" y="6"/>
                    </a:lnTo>
                    <a:lnTo>
                      <a:pt x="4" y="11"/>
                    </a:lnTo>
                    <a:lnTo>
                      <a:pt x="6" y="1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0" name="Freeform 78"/>
              <p:cNvSpPr>
                <a:spLocks/>
              </p:cNvSpPr>
              <p:nvPr/>
            </p:nvSpPr>
            <p:spPr bwMode="auto">
              <a:xfrm>
                <a:off x="1347" y="2996"/>
                <a:ext cx="2" cy="26"/>
              </a:xfrm>
              <a:custGeom>
                <a:avLst/>
                <a:gdLst>
                  <a:gd name="T0" fmla="*/ 1 w 2"/>
                  <a:gd name="T1" fmla="*/ 0 h 26"/>
                  <a:gd name="T2" fmla="*/ 2 w 2"/>
                  <a:gd name="T3" fmla="*/ 6 h 26"/>
                  <a:gd name="T4" fmla="*/ 2 w 2"/>
                  <a:gd name="T5" fmla="*/ 19 h 26"/>
                  <a:gd name="T6" fmla="*/ 0 w 2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"/>
                  <a:gd name="T13" fmla="*/ 0 h 26"/>
                  <a:gd name="T14" fmla="*/ 2 w 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" h="26">
                    <a:moveTo>
                      <a:pt x="1" y="0"/>
                    </a:moveTo>
                    <a:lnTo>
                      <a:pt x="2" y="6"/>
                    </a:lnTo>
                    <a:lnTo>
                      <a:pt x="2" y="19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1" name="Line 79"/>
              <p:cNvSpPr>
                <a:spLocks noChangeShapeType="1"/>
              </p:cNvSpPr>
              <p:nvPr/>
            </p:nvSpPr>
            <p:spPr bwMode="auto">
              <a:xfrm flipH="1" flipV="1">
                <a:off x="1346" y="2985"/>
                <a:ext cx="9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2" name="Freeform 80"/>
              <p:cNvSpPr>
                <a:spLocks/>
              </p:cNvSpPr>
              <p:nvPr/>
            </p:nvSpPr>
            <p:spPr bwMode="auto">
              <a:xfrm>
                <a:off x="1353" y="2989"/>
                <a:ext cx="4" cy="6"/>
              </a:xfrm>
              <a:custGeom>
                <a:avLst/>
                <a:gdLst>
                  <a:gd name="T0" fmla="*/ 0 w 4"/>
                  <a:gd name="T1" fmla="*/ 6 h 6"/>
                  <a:gd name="T2" fmla="*/ 4 w 4"/>
                  <a:gd name="T3" fmla="*/ 1 h 6"/>
                  <a:gd name="T4" fmla="*/ 2 w 4"/>
                  <a:gd name="T5" fmla="*/ 0 h 6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6"/>
                  <a:gd name="T11" fmla="*/ 4 w 4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6">
                    <a:moveTo>
                      <a:pt x="0" y="6"/>
                    </a:moveTo>
                    <a:lnTo>
                      <a:pt x="4" y="1"/>
                    </a:lnTo>
                    <a:lnTo>
                      <a:pt x="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3" name="Freeform 81"/>
              <p:cNvSpPr>
                <a:spLocks/>
              </p:cNvSpPr>
              <p:nvPr/>
            </p:nvSpPr>
            <p:spPr bwMode="auto">
              <a:xfrm>
                <a:off x="1330" y="2957"/>
                <a:ext cx="6" cy="29"/>
              </a:xfrm>
              <a:custGeom>
                <a:avLst/>
                <a:gdLst>
                  <a:gd name="T0" fmla="*/ 3 w 6"/>
                  <a:gd name="T1" fmla="*/ 0 h 29"/>
                  <a:gd name="T2" fmla="*/ 5 w 6"/>
                  <a:gd name="T3" fmla="*/ 8 h 29"/>
                  <a:gd name="T4" fmla="*/ 6 w 6"/>
                  <a:gd name="T5" fmla="*/ 20 h 29"/>
                  <a:gd name="T6" fmla="*/ 0 w 6"/>
                  <a:gd name="T7" fmla="*/ 29 h 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29"/>
                  <a:gd name="T14" fmla="*/ 6 w 6"/>
                  <a:gd name="T15" fmla="*/ 29 h 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29">
                    <a:moveTo>
                      <a:pt x="3" y="0"/>
                    </a:moveTo>
                    <a:lnTo>
                      <a:pt x="5" y="8"/>
                    </a:lnTo>
                    <a:lnTo>
                      <a:pt x="6" y="20"/>
                    </a:lnTo>
                    <a:lnTo>
                      <a:pt x="0" y="2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4" name="Line 82"/>
              <p:cNvSpPr>
                <a:spLocks noChangeShapeType="1"/>
              </p:cNvSpPr>
              <p:nvPr/>
            </p:nvSpPr>
            <p:spPr bwMode="auto">
              <a:xfrm>
                <a:off x="1344" y="2960"/>
                <a:ext cx="13" cy="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5" name="Freeform 83"/>
              <p:cNvSpPr>
                <a:spLocks/>
              </p:cNvSpPr>
              <p:nvPr/>
            </p:nvSpPr>
            <p:spPr bwMode="auto">
              <a:xfrm>
                <a:off x="1353" y="2989"/>
                <a:ext cx="2" cy="6"/>
              </a:xfrm>
              <a:custGeom>
                <a:avLst/>
                <a:gdLst>
                  <a:gd name="T0" fmla="*/ 2 w 2"/>
                  <a:gd name="T1" fmla="*/ 0 h 6"/>
                  <a:gd name="T2" fmla="*/ 0 w 2"/>
                  <a:gd name="T3" fmla="*/ 1 h 6"/>
                  <a:gd name="T4" fmla="*/ 0 w 2"/>
                  <a:gd name="T5" fmla="*/ 6 h 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"/>
                  <a:gd name="T11" fmla="*/ 2 w 2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">
                    <a:moveTo>
                      <a:pt x="2" y="0"/>
                    </a:moveTo>
                    <a:lnTo>
                      <a:pt x="0" y="1"/>
                    </a:lnTo>
                    <a:lnTo>
                      <a:pt x="0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6" name="Freeform 84"/>
              <p:cNvSpPr>
                <a:spLocks/>
              </p:cNvSpPr>
              <p:nvPr/>
            </p:nvSpPr>
            <p:spPr bwMode="auto">
              <a:xfrm>
                <a:off x="1348" y="2961"/>
                <a:ext cx="7" cy="28"/>
              </a:xfrm>
              <a:custGeom>
                <a:avLst/>
                <a:gdLst>
                  <a:gd name="T0" fmla="*/ 0 w 7"/>
                  <a:gd name="T1" fmla="*/ 0 h 28"/>
                  <a:gd name="T2" fmla="*/ 0 w 7"/>
                  <a:gd name="T3" fmla="*/ 12 h 28"/>
                  <a:gd name="T4" fmla="*/ 5 w 7"/>
                  <a:gd name="T5" fmla="*/ 17 h 28"/>
                  <a:gd name="T6" fmla="*/ 7 w 7"/>
                  <a:gd name="T7" fmla="*/ 25 h 28"/>
                  <a:gd name="T8" fmla="*/ 7 w 7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28"/>
                  <a:gd name="T17" fmla="*/ 7 w 7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28">
                    <a:moveTo>
                      <a:pt x="0" y="0"/>
                    </a:moveTo>
                    <a:lnTo>
                      <a:pt x="0" y="12"/>
                    </a:lnTo>
                    <a:lnTo>
                      <a:pt x="5" y="17"/>
                    </a:lnTo>
                    <a:lnTo>
                      <a:pt x="7" y="25"/>
                    </a:lnTo>
                    <a:lnTo>
                      <a:pt x="7" y="2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7" name="Freeform 85"/>
              <p:cNvSpPr>
                <a:spLocks/>
              </p:cNvSpPr>
              <p:nvPr/>
            </p:nvSpPr>
            <p:spPr bwMode="auto">
              <a:xfrm>
                <a:off x="1353" y="2961"/>
                <a:ext cx="26" cy="8"/>
              </a:xfrm>
              <a:custGeom>
                <a:avLst/>
                <a:gdLst>
                  <a:gd name="T0" fmla="*/ 0 w 26"/>
                  <a:gd name="T1" fmla="*/ 0 h 8"/>
                  <a:gd name="T2" fmla="*/ 12 w 26"/>
                  <a:gd name="T3" fmla="*/ 6 h 8"/>
                  <a:gd name="T4" fmla="*/ 16 w 26"/>
                  <a:gd name="T5" fmla="*/ 8 h 8"/>
                  <a:gd name="T6" fmla="*/ 26 w 26"/>
                  <a:gd name="T7" fmla="*/ 8 h 8"/>
                  <a:gd name="T8" fmla="*/ 20 w 26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8"/>
                  <a:gd name="T17" fmla="*/ 26 w 26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8">
                    <a:moveTo>
                      <a:pt x="0" y="0"/>
                    </a:moveTo>
                    <a:lnTo>
                      <a:pt x="12" y="6"/>
                    </a:lnTo>
                    <a:lnTo>
                      <a:pt x="16" y="8"/>
                    </a:lnTo>
                    <a:lnTo>
                      <a:pt x="26" y="8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8" name="Line 86"/>
              <p:cNvSpPr>
                <a:spLocks noChangeShapeType="1"/>
              </p:cNvSpPr>
              <p:nvPr/>
            </p:nvSpPr>
            <p:spPr bwMode="auto">
              <a:xfrm>
                <a:off x="1335" y="2956"/>
                <a:ext cx="9" cy="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69" name="Line 87"/>
              <p:cNvSpPr>
                <a:spLocks noChangeShapeType="1"/>
              </p:cNvSpPr>
              <p:nvPr/>
            </p:nvSpPr>
            <p:spPr bwMode="auto">
              <a:xfrm>
                <a:off x="1334" y="2947"/>
                <a:ext cx="6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0" name="Line 88"/>
              <p:cNvSpPr>
                <a:spLocks noChangeShapeType="1"/>
              </p:cNvSpPr>
              <p:nvPr/>
            </p:nvSpPr>
            <p:spPr bwMode="auto">
              <a:xfrm>
                <a:off x="1343" y="2951"/>
                <a:ext cx="8" cy="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1" name="Freeform 89"/>
              <p:cNvSpPr>
                <a:spLocks/>
              </p:cNvSpPr>
              <p:nvPr/>
            </p:nvSpPr>
            <p:spPr bwMode="auto">
              <a:xfrm>
                <a:off x="1349" y="2952"/>
                <a:ext cx="24" cy="12"/>
              </a:xfrm>
              <a:custGeom>
                <a:avLst/>
                <a:gdLst>
                  <a:gd name="T0" fmla="*/ 0 w 24"/>
                  <a:gd name="T1" fmla="*/ 0 h 12"/>
                  <a:gd name="T2" fmla="*/ 8 w 24"/>
                  <a:gd name="T3" fmla="*/ 4 h 12"/>
                  <a:gd name="T4" fmla="*/ 17 w 24"/>
                  <a:gd name="T5" fmla="*/ 5 h 12"/>
                  <a:gd name="T6" fmla="*/ 24 w 24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12"/>
                  <a:gd name="T14" fmla="*/ 24 w 24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12">
                    <a:moveTo>
                      <a:pt x="0" y="0"/>
                    </a:moveTo>
                    <a:lnTo>
                      <a:pt x="8" y="4"/>
                    </a:lnTo>
                    <a:lnTo>
                      <a:pt x="17" y="5"/>
                    </a:lnTo>
                    <a:lnTo>
                      <a:pt x="24" y="1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2" name="Line 90"/>
              <p:cNvSpPr>
                <a:spLocks noChangeShapeType="1"/>
              </p:cNvSpPr>
              <p:nvPr/>
            </p:nvSpPr>
            <p:spPr bwMode="auto">
              <a:xfrm flipV="1">
                <a:off x="1357" y="2986"/>
                <a:ext cx="17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3" name="Line 91"/>
              <p:cNvSpPr>
                <a:spLocks noChangeShapeType="1"/>
              </p:cNvSpPr>
              <p:nvPr/>
            </p:nvSpPr>
            <p:spPr bwMode="auto">
              <a:xfrm>
                <a:off x="1333" y="2957"/>
                <a:ext cx="9" cy="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4" name="Freeform 92"/>
              <p:cNvSpPr>
                <a:spLocks/>
              </p:cNvSpPr>
              <p:nvPr/>
            </p:nvSpPr>
            <p:spPr bwMode="auto">
              <a:xfrm>
                <a:off x="569" y="3691"/>
                <a:ext cx="25" cy="49"/>
              </a:xfrm>
              <a:custGeom>
                <a:avLst/>
                <a:gdLst>
                  <a:gd name="T0" fmla="*/ 25 w 25"/>
                  <a:gd name="T1" fmla="*/ 0 h 49"/>
                  <a:gd name="T2" fmla="*/ 25 w 25"/>
                  <a:gd name="T3" fmla="*/ 10 h 49"/>
                  <a:gd name="T4" fmla="*/ 22 w 25"/>
                  <a:gd name="T5" fmla="*/ 20 h 49"/>
                  <a:gd name="T6" fmla="*/ 15 w 25"/>
                  <a:gd name="T7" fmla="*/ 32 h 49"/>
                  <a:gd name="T8" fmla="*/ 9 w 25"/>
                  <a:gd name="T9" fmla="*/ 40 h 49"/>
                  <a:gd name="T10" fmla="*/ 0 w 25"/>
                  <a:gd name="T11" fmla="*/ 49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49"/>
                  <a:gd name="T20" fmla="*/ 25 w 25"/>
                  <a:gd name="T21" fmla="*/ 49 h 4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49">
                    <a:moveTo>
                      <a:pt x="25" y="0"/>
                    </a:moveTo>
                    <a:lnTo>
                      <a:pt x="25" y="10"/>
                    </a:lnTo>
                    <a:lnTo>
                      <a:pt x="22" y="20"/>
                    </a:lnTo>
                    <a:lnTo>
                      <a:pt x="15" y="32"/>
                    </a:lnTo>
                    <a:lnTo>
                      <a:pt x="9" y="40"/>
                    </a:lnTo>
                    <a:lnTo>
                      <a:pt x="0" y="4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5" name="Freeform 93"/>
              <p:cNvSpPr>
                <a:spLocks/>
              </p:cNvSpPr>
              <p:nvPr/>
            </p:nvSpPr>
            <p:spPr bwMode="auto">
              <a:xfrm>
                <a:off x="578" y="3691"/>
                <a:ext cx="21" cy="49"/>
              </a:xfrm>
              <a:custGeom>
                <a:avLst/>
                <a:gdLst>
                  <a:gd name="T0" fmla="*/ 21 w 21"/>
                  <a:gd name="T1" fmla="*/ 0 h 49"/>
                  <a:gd name="T2" fmla="*/ 19 w 21"/>
                  <a:gd name="T3" fmla="*/ 13 h 49"/>
                  <a:gd name="T4" fmla="*/ 16 w 21"/>
                  <a:gd name="T5" fmla="*/ 24 h 49"/>
                  <a:gd name="T6" fmla="*/ 10 w 21"/>
                  <a:gd name="T7" fmla="*/ 33 h 49"/>
                  <a:gd name="T8" fmla="*/ 5 w 21"/>
                  <a:gd name="T9" fmla="*/ 42 h 49"/>
                  <a:gd name="T10" fmla="*/ 0 w 21"/>
                  <a:gd name="T11" fmla="*/ 49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49"/>
                  <a:gd name="T20" fmla="*/ 21 w 21"/>
                  <a:gd name="T21" fmla="*/ 49 h 4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49">
                    <a:moveTo>
                      <a:pt x="21" y="0"/>
                    </a:moveTo>
                    <a:lnTo>
                      <a:pt x="19" y="13"/>
                    </a:lnTo>
                    <a:lnTo>
                      <a:pt x="16" y="24"/>
                    </a:lnTo>
                    <a:lnTo>
                      <a:pt x="10" y="33"/>
                    </a:lnTo>
                    <a:lnTo>
                      <a:pt x="5" y="42"/>
                    </a:lnTo>
                    <a:lnTo>
                      <a:pt x="0" y="4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6" name="Freeform 94"/>
              <p:cNvSpPr>
                <a:spLocks/>
              </p:cNvSpPr>
              <p:nvPr/>
            </p:nvSpPr>
            <p:spPr bwMode="auto">
              <a:xfrm>
                <a:off x="1046" y="3456"/>
                <a:ext cx="38" cy="14"/>
              </a:xfrm>
              <a:custGeom>
                <a:avLst/>
                <a:gdLst>
                  <a:gd name="T0" fmla="*/ 0 w 38"/>
                  <a:gd name="T1" fmla="*/ 14 h 14"/>
                  <a:gd name="T2" fmla="*/ 19 w 38"/>
                  <a:gd name="T3" fmla="*/ 5 h 14"/>
                  <a:gd name="T4" fmla="*/ 38 w 38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38"/>
                  <a:gd name="T10" fmla="*/ 0 h 14"/>
                  <a:gd name="T11" fmla="*/ 38 w 38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" h="14">
                    <a:moveTo>
                      <a:pt x="0" y="14"/>
                    </a:moveTo>
                    <a:lnTo>
                      <a:pt x="19" y="5"/>
                    </a:lnTo>
                    <a:lnTo>
                      <a:pt x="3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7" name="Freeform 95"/>
              <p:cNvSpPr>
                <a:spLocks/>
              </p:cNvSpPr>
              <p:nvPr/>
            </p:nvSpPr>
            <p:spPr bwMode="auto">
              <a:xfrm>
                <a:off x="1276" y="3307"/>
                <a:ext cx="178" cy="459"/>
              </a:xfrm>
              <a:custGeom>
                <a:avLst/>
                <a:gdLst>
                  <a:gd name="T0" fmla="*/ 0 w 178"/>
                  <a:gd name="T1" fmla="*/ 459 h 459"/>
                  <a:gd name="T2" fmla="*/ 14 w 178"/>
                  <a:gd name="T3" fmla="*/ 445 h 459"/>
                  <a:gd name="T4" fmla="*/ 24 w 178"/>
                  <a:gd name="T5" fmla="*/ 433 h 459"/>
                  <a:gd name="T6" fmla="*/ 41 w 178"/>
                  <a:gd name="T7" fmla="*/ 415 h 459"/>
                  <a:gd name="T8" fmla="*/ 54 w 178"/>
                  <a:gd name="T9" fmla="*/ 395 h 459"/>
                  <a:gd name="T10" fmla="*/ 76 w 178"/>
                  <a:gd name="T11" fmla="*/ 373 h 459"/>
                  <a:gd name="T12" fmla="*/ 89 w 178"/>
                  <a:gd name="T13" fmla="*/ 359 h 459"/>
                  <a:gd name="T14" fmla="*/ 95 w 178"/>
                  <a:gd name="T15" fmla="*/ 364 h 459"/>
                  <a:gd name="T16" fmla="*/ 103 w 178"/>
                  <a:gd name="T17" fmla="*/ 372 h 459"/>
                  <a:gd name="T18" fmla="*/ 101 w 178"/>
                  <a:gd name="T19" fmla="*/ 363 h 459"/>
                  <a:gd name="T20" fmla="*/ 94 w 178"/>
                  <a:gd name="T21" fmla="*/ 354 h 459"/>
                  <a:gd name="T22" fmla="*/ 101 w 178"/>
                  <a:gd name="T23" fmla="*/ 345 h 459"/>
                  <a:gd name="T24" fmla="*/ 103 w 178"/>
                  <a:gd name="T25" fmla="*/ 333 h 459"/>
                  <a:gd name="T26" fmla="*/ 114 w 178"/>
                  <a:gd name="T27" fmla="*/ 290 h 459"/>
                  <a:gd name="T28" fmla="*/ 123 w 178"/>
                  <a:gd name="T29" fmla="*/ 267 h 459"/>
                  <a:gd name="T30" fmla="*/ 130 w 178"/>
                  <a:gd name="T31" fmla="*/ 253 h 459"/>
                  <a:gd name="T32" fmla="*/ 140 w 178"/>
                  <a:gd name="T33" fmla="*/ 245 h 459"/>
                  <a:gd name="T34" fmla="*/ 143 w 178"/>
                  <a:gd name="T35" fmla="*/ 242 h 459"/>
                  <a:gd name="T36" fmla="*/ 162 w 178"/>
                  <a:gd name="T37" fmla="*/ 247 h 459"/>
                  <a:gd name="T38" fmla="*/ 159 w 178"/>
                  <a:gd name="T39" fmla="*/ 240 h 459"/>
                  <a:gd name="T40" fmla="*/ 150 w 178"/>
                  <a:gd name="T41" fmla="*/ 221 h 459"/>
                  <a:gd name="T42" fmla="*/ 156 w 178"/>
                  <a:gd name="T43" fmla="*/ 215 h 459"/>
                  <a:gd name="T44" fmla="*/ 154 w 178"/>
                  <a:gd name="T45" fmla="*/ 157 h 459"/>
                  <a:gd name="T46" fmla="*/ 154 w 178"/>
                  <a:gd name="T47" fmla="*/ 129 h 459"/>
                  <a:gd name="T48" fmla="*/ 156 w 178"/>
                  <a:gd name="T49" fmla="*/ 75 h 459"/>
                  <a:gd name="T50" fmla="*/ 162 w 178"/>
                  <a:gd name="T51" fmla="*/ 44 h 459"/>
                  <a:gd name="T52" fmla="*/ 168 w 178"/>
                  <a:gd name="T53" fmla="*/ 19 h 459"/>
                  <a:gd name="T54" fmla="*/ 178 w 178"/>
                  <a:gd name="T55" fmla="*/ 0 h 459"/>
                  <a:gd name="T56" fmla="*/ 172 w 178"/>
                  <a:gd name="T57" fmla="*/ 6 h 459"/>
                  <a:gd name="T58" fmla="*/ 162 w 178"/>
                  <a:gd name="T59" fmla="*/ 19 h 459"/>
                  <a:gd name="T60" fmla="*/ 154 w 178"/>
                  <a:gd name="T61" fmla="*/ 37 h 459"/>
                  <a:gd name="T62" fmla="*/ 153 w 178"/>
                  <a:gd name="T63" fmla="*/ 89 h 459"/>
                  <a:gd name="T64" fmla="*/ 154 w 178"/>
                  <a:gd name="T65" fmla="*/ 129 h 4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78"/>
                  <a:gd name="T100" fmla="*/ 0 h 459"/>
                  <a:gd name="T101" fmla="*/ 178 w 178"/>
                  <a:gd name="T102" fmla="*/ 459 h 4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78" h="459">
                    <a:moveTo>
                      <a:pt x="0" y="459"/>
                    </a:moveTo>
                    <a:lnTo>
                      <a:pt x="14" y="445"/>
                    </a:lnTo>
                    <a:lnTo>
                      <a:pt x="24" y="433"/>
                    </a:lnTo>
                    <a:lnTo>
                      <a:pt x="41" y="415"/>
                    </a:lnTo>
                    <a:lnTo>
                      <a:pt x="54" y="395"/>
                    </a:lnTo>
                    <a:lnTo>
                      <a:pt x="76" y="373"/>
                    </a:lnTo>
                    <a:lnTo>
                      <a:pt x="89" y="359"/>
                    </a:lnTo>
                    <a:lnTo>
                      <a:pt x="95" y="364"/>
                    </a:lnTo>
                    <a:lnTo>
                      <a:pt x="103" y="372"/>
                    </a:lnTo>
                    <a:lnTo>
                      <a:pt x="101" y="363"/>
                    </a:lnTo>
                    <a:lnTo>
                      <a:pt x="94" y="354"/>
                    </a:lnTo>
                    <a:lnTo>
                      <a:pt x="101" y="345"/>
                    </a:lnTo>
                    <a:lnTo>
                      <a:pt x="103" y="333"/>
                    </a:lnTo>
                    <a:lnTo>
                      <a:pt x="114" y="290"/>
                    </a:lnTo>
                    <a:lnTo>
                      <a:pt x="123" y="267"/>
                    </a:lnTo>
                    <a:lnTo>
                      <a:pt x="130" y="253"/>
                    </a:lnTo>
                    <a:lnTo>
                      <a:pt x="140" y="245"/>
                    </a:lnTo>
                    <a:lnTo>
                      <a:pt x="143" y="242"/>
                    </a:lnTo>
                    <a:lnTo>
                      <a:pt x="162" y="247"/>
                    </a:lnTo>
                    <a:lnTo>
                      <a:pt x="159" y="240"/>
                    </a:lnTo>
                    <a:lnTo>
                      <a:pt x="150" y="221"/>
                    </a:lnTo>
                    <a:lnTo>
                      <a:pt x="156" y="215"/>
                    </a:lnTo>
                    <a:lnTo>
                      <a:pt x="154" y="157"/>
                    </a:lnTo>
                    <a:lnTo>
                      <a:pt x="154" y="129"/>
                    </a:lnTo>
                    <a:lnTo>
                      <a:pt x="156" y="75"/>
                    </a:lnTo>
                    <a:lnTo>
                      <a:pt x="162" y="44"/>
                    </a:lnTo>
                    <a:lnTo>
                      <a:pt x="168" y="19"/>
                    </a:lnTo>
                    <a:lnTo>
                      <a:pt x="178" y="0"/>
                    </a:lnTo>
                    <a:lnTo>
                      <a:pt x="172" y="6"/>
                    </a:lnTo>
                    <a:lnTo>
                      <a:pt x="162" y="19"/>
                    </a:lnTo>
                    <a:lnTo>
                      <a:pt x="154" y="37"/>
                    </a:lnTo>
                    <a:lnTo>
                      <a:pt x="153" y="89"/>
                    </a:lnTo>
                    <a:lnTo>
                      <a:pt x="154" y="12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8" name="Freeform 96"/>
              <p:cNvSpPr>
                <a:spLocks/>
              </p:cNvSpPr>
              <p:nvPr/>
            </p:nvSpPr>
            <p:spPr bwMode="auto">
              <a:xfrm>
                <a:off x="1670" y="3195"/>
                <a:ext cx="29" cy="35"/>
              </a:xfrm>
              <a:custGeom>
                <a:avLst/>
                <a:gdLst>
                  <a:gd name="T0" fmla="*/ 29 w 29"/>
                  <a:gd name="T1" fmla="*/ 35 h 35"/>
                  <a:gd name="T2" fmla="*/ 15 w 29"/>
                  <a:gd name="T3" fmla="*/ 23 h 35"/>
                  <a:gd name="T4" fmla="*/ 6 w 29"/>
                  <a:gd name="T5" fmla="*/ 12 h 35"/>
                  <a:gd name="T6" fmla="*/ 0 w 29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35"/>
                  <a:gd name="T14" fmla="*/ 29 w 29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35">
                    <a:moveTo>
                      <a:pt x="29" y="35"/>
                    </a:moveTo>
                    <a:lnTo>
                      <a:pt x="15" y="23"/>
                    </a:lnTo>
                    <a:lnTo>
                      <a:pt x="6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79" name="Freeform 97"/>
              <p:cNvSpPr>
                <a:spLocks/>
              </p:cNvSpPr>
              <p:nvPr/>
            </p:nvSpPr>
            <p:spPr bwMode="auto">
              <a:xfrm>
                <a:off x="766" y="3201"/>
                <a:ext cx="41" cy="21"/>
              </a:xfrm>
              <a:custGeom>
                <a:avLst/>
                <a:gdLst>
                  <a:gd name="T0" fmla="*/ 0 w 41"/>
                  <a:gd name="T1" fmla="*/ 21 h 21"/>
                  <a:gd name="T2" fmla="*/ 5 w 41"/>
                  <a:gd name="T3" fmla="*/ 11 h 21"/>
                  <a:gd name="T4" fmla="*/ 12 w 41"/>
                  <a:gd name="T5" fmla="*/ 6 h 21"/>
                  <a:gd name="T6" fmla="*/ 18 w 41"/>
                  <a:gd name="T7" fmla="*/ 0 h 21"/>
                  <a:gd name="T8" fmla="*/ 29 w 41"/>
                  <a:gd name="T9" fmla="*/ 0 h 21"/>
                  <a:gd name="T10" fmla="*/ 35 w 41"/>
                  <a:gd name="T11" fmla="*/ 3 h 21"/>
                  <a:gd name="T12" fmla="*/ 40 w 41"/>
                  <a:gd name="T13" fmla="*/ 10 h 21"/>
                  <a:gd name="T14" fmla="*/ 41 w 41"/>
                  <a:gd name="T15" fmla="*/ 16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"/>
                  <a:gd name="T25" fmla="*/ 0 h 21"/>
                  <a:gd name="T26" fmla="*/ 41 w 41"/>
                  <a:gd name="T27" fmla="*/ 21 h 2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" h="21">
                    <a:moveTo>
                      <a:pt x="0" y="21"/>
                    </a:moveTo>
                    <a:lnTo>
                      <a:pt x="5" y="11"/>
                    </a:lnTo>
                    <a:lnTo>
                      <a:pt x="12" y="6"/>
                    </a:lnTo>
                    <a:lnTo>
                      <a:pt x="18" y="0"/>
                    </a:lnTo>
                    <a:lnTo>
                      <a:pt x="29" y="0"/>
                    </a:lnTo>
                    <a:lnTo>
                      <a:pt x="35" y="3"/>
                    </a:lnTo>
                    <a:lnTo>
                      <a:pt x="40" y="10"/>
                    </a:lnTo>
                    <a:lnTo>
                      <a:pt x="41" y="16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0" name="Freeform 98"/>
              <p:cNvSpPr>
                <a:spLocks/>
              </p:cNvSpPr>
              <p:nvPr/>
            </p:nvSpPr>
            <p:spPr bwMode="auto">
              <a:xfrm>
                <a:off x="807" y="3201"/>
                <a:ext cx="42" cy="21"/>
              </a:xfrm>
              <a:custGeom>
                <a:avLst/>
                <a:gdLst>
                  <a:gd name="T0" fmla="*/ 42 w 42"/>
                  <a:gd name="T1" fmla="*/ 21 h 21"/>
                  <a:gd name="T2" fmla="*/ 37 w 42"/>
                  <a:gd name="T3" fmla="*/ 12 h 21"/>
                  <a:gd name="T4" fmla="*/ 30 w 42"/>
                  <a:gd name="T5" fmla="*/ 6 h 21"/>
                  <a:gd name="T6" fmla="*/ 23 w 42"/>
                  <a:gd name="T7" fmla="*/ 2 h 21"/>
                  <a:gd name="T8" fmla="*/ 15 w 42"/>
                  <a:gd name="T9" fmla="*/ 0 h 21"/>
                  <a:gd name="T10" fmla="*/ 7 w 42"/>
                  <a:gd name="T11" fmla="*/ 3 h 21"/>
                  <a:gd name="T12" fmla="*/ 2 w 42"/>
                  <a:gd name="T13" fmla="*/ 10 h 21"/>
                  <a:gd name="T14" fmla="*/ 0 w 42"/>
                  <a:gd name="T15" fmla="*/ 16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"/>
                  <a:gd name="T25" fmla="*/ 0 h 21"/>
                  <a:gd name="T26" fmla="*/ 42 w 42"/>
                  <a:gd name="T27" fmla="*/ 21 h 2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" h="21">
                    <a:moveTo>
                      <a:pt x="42" y="21"/>
                    </a:moveTo>
                    <a:lnTo>
                      <a:pt x="37" y="12"/>
                    </a:lnTo>
                    <a:lnTo>
                      <a:pt x="30" y="6"/>
                    </a:lnTo>
                    <a:lnTo>
                      <a:pt x="23" y="2"/>
                    </a:lnTo>
                    <a:lnTo>
                      <a:pt x="15" y="0"/>
                    </a:lnTo>
                    <a:lnTo>
                      <a:pt x="7" y="3"/>
                    </a:lnTo>
                    <a:lnTo>
                      <a:pt x="2" y="10"/>
                    </a:lnTo>
                    <a:lnTo>
                      <a:pt x="0" y="16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1" name="Freeform 99"/>
              <p:cNvSpPr>
                <a:spLocks/>
              </p:cNvSpPr>
              <p:nvPr/>
            </p:nvSpPr>
            <p:spPr bwMode="auto">
              <a:xfrm>
                <a:off x="807" y="3207"/>
                <a:ext cx="35" cy="32"/>
              </a:xfrm>
              <a:custGeom>
                <a:avLst/>
                <a:gdLst>
                  <a:gd name="T0" fmla="*/ 35 w 35"/>
                  <a:gd name="T1" fmla="*/ 32 h 32"/>
                  <a:gd name="T2" fmla="*/ 33 w 35"/>
                  <a:gd name="T3" fmla="*/ 19 h 32"/>
                  <a:gd name="T4" fmla="*/ 29 w 35"/>
                  <a:gd name="T5" fmla="*/ 10 h 32"/>
                  <a:gd name="T6" fmla="*/ 24 w 35"/>
                  <a:gd name="T7" fmla="*/ 4 h 32"/>
                  <a:gd name="T8" fmla="*/ 19 w 35"/>
                  <a:gd name="T9" fmla="*/ 0 h 32"/>
                  <a:gd name="T10" fmla="*/ 11 w 35"/>
                  <a:gd name="T11" fmla="*/ 0 h 32"/>
                  <a:gd name="T12" fmla="*/ 4 w 35"/>
                  <a:gd name="T13" fmla="*/ 5 h 32"/>
                  <a:gd name="T14" fmla="*/ 0 w 35"/>
                  <a:gd name="T15" fmla="*/ 10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"/>
                  <a:gd name="T25" fmla="*/ 0 h 32"/>
                  <a:gd name="T26" fmla="*/ 35 w 35"/>
                  <a:gd name="T27" fmla="*/ 32 h 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" h="32">
                    <a:moveTo>
                      <a:pt x="35" y="32"/>
                    </a:moveTo>
                    <a:lnTo>
                      <a:pt x="33" y="19"/>
                    </a:lnTo>
                    <a:lnTo>
                      <a:pt x="29" y="10"/>
                    </a:lnTo>
                    <a:lnTo>
                      <a:pt x="24" y="4"/>
                    </a:lnTo>
                    <a:lnTo>
                      <a:pt x="19" y="0"/>
                    </a:lnTo>
                    <a:lnTo>
                      <a:pt x="11" y="0"/>
                    </a:lnTo>
                    <a:lnTo>
                      <a:pt x="4" y="5"/>
                    </a:lnTo>
                    <a:lnTo>
                      <a:pt x="0" y="10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2" name="Freeform 100"/>
              <p:cNvSpPr>
                <a:spLocks/>
              </p:cNvSpPr>
              <p:nvPr/>
            </p:nvSpPr>
            <p:spPr bwMode="auto">
              <a:xfrm>
                <a:off x="774" y="3207"/>
                <a:ext cx="33" cy="32"/>
              </a:xfrm>
              <a:custGeom>
                <a:avLst/>
                <a:gdLst>
                  <a:gd name="T0" fmla="*/ 0 w 33"/>
                  <a:gd name="T1" fmla="*/ 32 h 32"/>
                  <a:gd name="T2" fmla="*/ 2 w 33"/>
                  <a:gd name="T3" fmla="*/ 19 h 32"/>
                  <a:gd name="T4" fmla="*/ 6 w 33"/>
                  <a:gd name="T5" fmla="*/ 10 h 32"/>
                  <a:gd name="T6" fmla="*/ 10 w 33"/>
                  <a:gd name="T7" fmla="*/ 4 h 32"/>
                  <a:gd name="T8" fmla="*/ 17 w 33"/>
                  <a:gd name="T9" fmla="*/ 0 h 32"/>
                  <a:gd name="T10" fmla="*/ 23 w 33"/>
                  <a:gd name="T11" fmla="*/ 0 h 32"/>
                  <a:gd name="T12" fmla="*/ 30 w 33"/>
                  <a:gd name="T13" fmla="*/ 5 h 32"/>
                  <a:gd name="T14" fmla="*/ 33 w 33"/>
                  <a:gd name="T15" fmla="*/ 10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32"/>
                  <a:gd name="T26" fmla="*/ 33 w 33"/>
                  <a:gd name="T27" fmla="*/ 32 h 3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32">
                    <a:moveTo>
                      <a:pt x="0" y="32"/>
                    </a:moveTo>
                    <a:lnTo>
                      <a:pt x="2" y="19"/>
                    </a:lnTo>
                    <a:lnTo>
                      <a:pt x="6" y="10"/>
                    </a:lnTo>
                    <a:lnTo>
                      <a:pt x="10" y="4"/>
                    </a:lnTo>
                    <a:lnTo>
                      <a:pt x="17" y="0"/>
                    </a:lnTo>
                    <a:lnTo>
                      <a:pt x="23" y="0"/>
                    </a:lnTo>
                    <a:lnTo>
                      <a:pt x="30" y="5"/>
                    </a:lnTo>
                    <a:lnTo>
                      <a:pt x="33" y="10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3" name="Freeform 101"/>
              <p:cNvSpPr>
                <a:spLocks/>
              </p:cNvSpPr>
              <p:nvPr/>
            </p:nvSpPr>
            <p:spPr bwMode="auto">
              <a:xfrm>
                <a:off x="807" y="3190"/>
                <a:ext cx="29" cy="27"/>
              </a:xfrm>
              <a:custGeom>
                <a:avLst/>
                <a:gdLst>
                  <a:gd name="T0" fmla="*/ 0 w 29"/>
                  <a:gd name="T1" fmla="*/ 27 h 27"/>
                  <a:gd name="T2" fmla="*/ 0 w 29"/>
                  <a:gd name="T3" fmla="*/ 19 h 27"/>
                  <a:gd name="T4" fmla="*/ 3 w 29"/>
                  <a:gd name="T5" fmla="*/ 11 h 27"/>
                  <a:gd name="T6" fmla="*/ 7 w 29"/>
                  <a:gd name="T7" fmla="*/ 5 h 27"/>
                  <a:gd name="T8" fmla="*/ 15 w 29"/>
                  <a:gd name="T9" fmla="*/ 1 h 27"/>
                  <a:gd name="T10" fmla="*/ 23 w 29"/>
                  <a:gd name="T11" fmla="*/ 0 h 27"/>
                  <a:gd name="T12" fmla="*/ 29 w 29"/>
                  <a:gd name="T13" fmla="*/ 2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9"/>
                  <a:gd name="T22" fmla="*/ 0 h 27"/>
                  <a:gd name="T23" fmla="*/ 29 w 29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9" h="27">
                    <a:moveTo>
                      <a:pt x="0" y="27"/>
                    </a:moveTo>
                    <a:lnTo>
                      <a:pt x="0" y="19"/>
                    </a:lnTo>
                    <a:lnTo>
                      <a:pt x="3" y="11"/>
                    </a:lnTo>
                    <a:lnTo>
                      <a:pt x="7" y="5"/>
                    </a:lnTo>
                    <a:lnTo>
                      <a:pt x="15" y="1"/>
                    </a:lnTo>
                    <a:lnTo>
                      <a:pt x="23" y="0"/>
                    </a:lnTo>
                    <a:lnTo>
                      <a:pt x="29" y="2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4" name="Freeform 102"/>
              <p:cNvSpPr>
                <a:spLocks/>
              </p:cNvSpPr>
              <p:nvPr/>
            </p:nvSpPr>
            <p:spPr bwMode="auto">
              <a:xfrm>
                <a:off x="776" y="3188"/>
                <a:ext cx="31" cy="29"/>
              </a:xfrm>
              <a:custGeom>
                <a:avLst/>
                <a:gdLst>
                  <a:gd name="T0" fmla="*/ 31 w 31"/>
                  <a:gd name="T1" fmla="*/ 29 h 29"/>
                  <a:gd name="T2" fmla="*/ 30 w 31"/>
                  <a:gd name="T3" fmla="*/ 17 h 29"/>
                  <a:gd name="T4" fmla="*/ 26 w 31"/>
                  <a:gd name="T5" fmla="*/ 10 h 29"/>
                  <a:gd name="T6" fmla="*/ 21 w 31"/>
                  <a:gd name="T7" fmla="*/ 4 h 29"/>
                  <a:gd name="T8" fmla="*/ 13 w 31"/>
                  <a:gd name="T9" fmla="*/ 0 h 29"/>
                  <a:gd name="T10" fmla="*/ 7 w 31"/>
                  <a:gd name="T11" fmla="*/ 2 h 29"/>
                  <a:gd name="T12" fmla="*/ 3 w 31"/>
                  <a:gd name="T13" fmla="*/ 6 h 29"/>
                  <a:gd name="T14" fmla="*/ 0 w 31"/>
                  <a:gd name="T15" fmla="*/ 11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1"/>
                  <a:gd name="T25" fmla="*/ 0 h 29"/>
                  <a:gd name="T26" fmla="*/ 31 w 31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1" h="29">
                    <a:moveTo>
                      <a:pt x="31" y="29"/>
                    </a:moveTo>
                    <a:lnTo>
                      <a:pt x="30" y="17"/>
                    </a:lnTo>
                    <a:lnTo>
                      <a:pt x="26" y="10"/>
                    </a:lnTo>
                    <a:lnTo>
                      <a:pt x="21" y="4"/>
                    </a:lnTo>
                    <a:lnTo>
                      <a:pt x="13" y="0"/>
                    </a:lnTo>
                    <a:lnTo>
                      <a:pt x="7" y="2"/>
                    </a:lnTo>
                    <a:lnTo>
                      <a:pt x="3" y="6"/>
                    </a:lnTo>
                    <a:lnTo>
                      <a:pt x="0" y="11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5" name="Freeform 103"/>
              <p:cNvSpPr>
                <a:spLocks/>
              </p:cNvSpPr>
              <p:nvPr/>
            </p:nvSpPr>
            <p:spPr bwMode="auto">
              <a:xfrm>
                <a:off x="806" y="3183"/>
                <a:ext cx="7" cy="34"/>
              </a:xfrm>
              <a:custGeom>
                <a:avLst/>
                <a:gdLst>
                  <a:gd name="T0" fmla="*/ 1 w 7"/>
                  <a:gd name="T1" fmla="*/ 34 h 34"/>
                  <a:gd name="T2" fmla="*/ 0 w 7"/>
                  <a:gd name="T3" fmla="*/ 25 h 34"/>
                  <a:gd name="T4" fmla="*/ 0 w 7"/>
                  <a:gd name="T5" fmla="*/ 7 h 34"/>
                  <a:gd name="T6" fmla="*/ 1 w 7"/>
                  <a:gd name="T7" fmla="*/ 2 h 34"/>
                  <a:gd name="T8" fmla="*/ 4 w 7"/>
                  <a:gd name="T9" fmla="*/ 0 h 34"/>
                  <a:gd name="T10" fmla="*/ 7 w 7"/>
                  <a:gd name="T11" fmla="*/ 2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"/>
                  <a:gd name="T19" fmla="*/ 0 h 34"/>
                  <a:gd name="T20" fmla="*/ 7 w 7"/>
                  <a:gd name="T21" fmla="*/ 34 h 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" h="34">
                    <a:moveTo>
                      <a:pt x="1" y="34"/>
                    </a:moveTo>
                    <a:lnTo>
                      <a:pt x="0" y="25"/>
                    </a:lnTo>
                    <a:lnTo>
                      <a:pt x="0" y="7"/>
                    </a:lnTo>
                    <a:lnTo>
                      <a:pt x="1" y="2"/>
                    </a:lnTo>
                    <a:lnTo>
                      <a:pt x="4" y="0"/>
                    </a:lnTo>
                    <a:lnTo>
                      <a:pt x="7" y="2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6" name="Freeform 104"/>
              <p:cNvSpPr>
                <a:spLocks/>
              </p:cNvSpPr>
              <p:nvPr/>
            </p:nvSpPr>
            <p:spPr bwMode="auto">
              <a:xfrm>
                <a:off x="784" y="3216"/>
                <a:ext cx="23" cy="20"/>
              </a:xfrm>
              <a:custGeom>
                <a:avLst/>
                <a:gdLst>
                  <a:gd name="T0" fmla="*/ 23 w 23"/>
                  <a:gd name="T1" fmla="*/ 1 h 20"/>
                  <a:gd name="T2" fmla="*/ 18 w 23"/>
                  <a:gd name="T3" fmla="*/ 0 h 20"/>
                  <a:gd name="T4" fmla="*/ 12 w 23"/>
                  <a:gd name="T5" fmla="*/ 1 h 20"/>
                  <a:gd name="T6" fmla="*/ 7 w 23"/>
                  <a:gd name="T7" fmla="*/ 5 h 20"/>
                  <a:gd name="T8" fmla="*/ 1 w 23"/>
                  <a:gd name="T9" fmla="*/ 14 h 20"/>
                  <a:gd name="T10" fmla="*/ 0 w 23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"/>
                  <a:gd name="T19" fmla="*/ 0 h 20"/>
                  <a:gd name="T20" fmla="*/ 23 w 23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" h="20">
                    <a:moveTo>
                      <a:pt x="23" y="1"/>
                    </a:moveTo>
                    <a:lnTo>
                      <a:pt x="18" y="0"/>
                    </a:lnTo>
                    <a:lnTo>
                      <a:pt x="12" y="1"/>
                    </a:lnTo>
                    <a:lnTo>
                      <a:pt x="7" y="5"/>
                    </a:lnTo>
                    <a:lnTo>
                      <a:pt x="1" y="14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7" name="Freeform 105"/>
              <p:cNvSpPr>
                <a:spLocks/>
              </p:cNvSpPr>
              <p:nvPr/>
            </p:nvSpPr>
            <p:spPr bwMode="auto">
              <a:xfrm>
                <a:off x="797" y="3217"/>
                <a:ext cx="10" cy="35"/>
              </a:xfrm>
              <a:custGeom>
                <a:avLst/>
                <a:gdLst>
                  <a:gd name="T0" fmla="*/ 10 w 10"/>
                  <a:gd name="T1" fmla="*/ 0 h 35"/>
                  <a:gd name="T2" fmla="*/ 7 w 10"/>
                  <a:gd name="T3" fmla="*/ 1 h 35"/>
                  <a:gd name="T4" fmla="*/ 4 w 10"/>
                  <a:gd name="T5" fmla="*/ 8 h 35"/>
                  <a:gd name="T6" fmla="*/ 0 w 10"/>
                  <a:gd name="T7" fmla="*/ 19 h 35"/>
                  <a:gd name="T8" fmla="*/ 0 w 10"/>
                  <a:gd name="T9" fmla="*/ 27 h 35"/>
                  <a:gd name="T10" fmla="*/ 1 w 10"/>
                  <a:gd name="T11" fmla="*/ 35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"/>
                  <a:gd name="T19" fmla="*/ 0 h 35"/>
                  <a:gd name="T20" fmla="*/ 10 w 10"/>
                  <a:gd name="T21" fmla="*/ 35 h 3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" h="35">
                    <a:moveTo>
                      <a:pt x="10" y="0"/>
                    </a:moveTo>
                    <a:lnTo>
                      <a:pt x="7" y="1"/>
                    </a:lnTo>
                    <a:lnTo>
                      <a:pt x="4" y="8"/>
                    </a:lnTo>
                    <a:lnTo>
                      <a:pt x="0" y="19"/>
                    </a:lnTo>
                    <a:lnTo>
                      <a:pt x="0" y="27"/>
                    </a:lnTo>
                    <a:lnTo>
                      <a:pt x="1" y="35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8" name="Freeform 106"/>
              <p:cNvSpPr>
                <a:spLocks/>
              </p:cNvSpPr>
              <p:nvPr/>
            </p:nvSpPr>
            <p:spPr bwMode="auto">
              <a:xfrm>
                <a:off x="807" y="3217"/>
                <a:ext cx="7" cy="44"/>
              </a:xfrm>
              <a:custGeom>
                <a:avLst/>
                <a:gdLst>
                  <a:gd name="T0" fmla="*/ 0 w 7"/>
                  <a:gd name="T1" fmla="*/ 0 h 44"/>
                  <a:gd name="T2" fmla="*/ 4 w 7"/>
                  <a:gd name="T3" fmla="*/ 4 h 44"/>
                  <a:gd name="T4" fmla="*/ 6 w 7"/>
                  <a:gd name="T5" fmla="*/ 8 h 44"/>
                  <a:gd name="T6" fmla="*/ 7 w 7"/>
                  <a:gd name="T7" fmla="*/ 17 h 44"/>
                  <a:gd name="T8" fmla="*/ 7 w 7"/>
                  <a:gd name="T9" fmla="*/ 44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"/>
                  <a:gd name="T16" fmla="*/ 0 h 44"/>
                  <a:gd name="T17" fmla="*/ 7 w 7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" h="44">
                    <a:moveTo>
                      <a:pt x="0" y="0"/>
                    </a:moveTo>
                    <a:lnTo>
                      <a:pt x="4" y="4"/>
                    </a:lnTo>
                    <a:lnTo>
                      <a:pt x="6" y="8"/>
                    </a:lnTo>
                    <a:lnTo>
                      <a:pt x="7" y="17"/>
                    </a:lnTo>
                    <a:lnTo>
                      <a:pt x="7" y="44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89" name="Freeform 107"/>
              <p:cNvSpPr>
                <a:spLocks/>
              </p:cNvSpPr>
              <p:nvPr/>
            </p:nvSpPr>
            <p:spPr bwMode="auto">
              <a:xfrm>
                <a:off x="809" y="3214"/>
                <a:ext cx="23" cy="22"/>
              </a:xfrm>
              <a:custGeom>
                <a:avLst/>
                <a:gdLst>
                  <a:gd name="T0" fmla="*/ 0 w 23"/>
                  <a:gd name="T1" fmla="*/ 3 h 22"/>
                  <a:gd name="T2" fmla="*/ 4 w 23"/>
                  <a:gd name="T3" fmla="*/ 0 h 22"/>
                  <a:gd name="T4" fmla="*/ 10 w 23"/>
                  <a:gd name="T5" fmla="*/ 0 h 22"/>
                  <a:gd name="T6" fmla="*/ 17 w 23"/>
                  <a:gd name="T7" fmla="*/ 4 h 22"/>
                  <a:gd name="T8" fmla="*/ 21 w 23"/>
                  <a:gd name="T9" fmla="*/ 13 h 22"/>
                  <a:gd name="T10" fmla="*/ 23 w 23"/>
                  <a:gd name="T11" fmla="*/ 22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"/>
                  <a:gd name="T19" fmla="*/ 0 h 22"/>
                  <a:gd name="T20" fmla="*/ 23 w 23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" h="22">
                    <a:moveTo>
                      <a:pt x="0" y="3"/>
                    </a:moveTo>
                    <a:lnTo>
                      <a:pt x="4" y="0"/>
                    </a:lnTo>
                    <a:lnTo>
                      <a:pt x="10" y="0"/>
                    </a:lnTo>
                    <a:lnTo>
                      <a:pt x="17" y="4"/>
                    </a:lnTo>
                    <a:lnTo>
                      <a:pt x="21" y="13"/>
                    </a:lnTo>
                    <a:lnTo>
                      <a:pt x="23" y="22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0" name="Freeform 108"/>
              <p:cNvSpPr>
                <a:spLocks/>
              </p:cNvSpPr>
              <p:nvPr/>
            </p:nvSpPr>
            <p:spPr bwMode="auto">
              <a:xfrm>
                <a:off x="795" y="3371"/>
                <a:ext cx="35" cy="21"/>
              </a:xfrm>
              <a:custGeom>
                <a:avLst/>
                <a:gdLst>
                  <a:gd name="T0" fmla="*/ 0 w 35"/>
                  <a:gd name="T1" fmla="*/ 21 h 21"/>
                  <a:gd name="T2" fmla="*/ 3 w 35"/>
                  <a:gd name="T3" fmla="*/ 12 h 21"/>
                  <a:gd name="T4" fmla="*/ 9 w 35"/>
                  <a:gd name="T5" fmla="*/ 7 h 21"/>
                  <a:gd name="T6" fmla="*/ 15 w 35"/>
                  <a:gd name="T7" fmla="*/ 2 h 21"/>
                  <a:gd name="T8" fmla="*/ 23 w 35"/>
                  <a:gd name="T9" fmla="*/ 0 h 21"/>
                  <a:gd name="T10" fmla="*/ 28 w 35"/>
                  <a:gd name="T11" fmla="*/ 4 h 21"/>
                  <a:gd name="T12" fmla="*/ 33 w 35"/>
                  <a:gd name="T13" fmla="*/ 9 h 21"/>
                  <a:gd name="T14" fmla="*/ 35 w 35"/>
                  <a:gd name="T15" fmla="*/ 16 h 2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"/>
                  <a:gd name="T25" fmla="*/ 0 h 21"/>
                  <a:gd name="T26" fmla="*/ 35 w 35"/>
                  <a:gd name="T27" fmla="*/ 21 h 2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" h="21">
                    <a:moveTo>
                      <a:pt x="0" y="21"/>
                    </a:moveTo>
                    <a:lnTo>
                      <a:pt x="3" y="12"/>
                    </a:lnTo>
                    <a:lnTo>
                      <a:pt x="9" y="7"/>
                    </a:lnTo>
                    <a:lnTo>
                      <a:pt x="15" y="2"/>
                    </a:lnTo>
                    <a:lnTo>
                      <a:pt x="23" y="0"/>
                    </a:lnTo>
                    <a:lnTo>
                      <a:pt x="28" y="4"/>
                    </a:lnTo>
                    <a:lnTo>
                      <a:pt x="33" y="9"/>
                    </a:lnTo>
                    <a:lnTo>
                      <a:pt x="35" y="16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1" name="Freeform 109"/>
              <p:cNvSpPr>
                <a:spLocks/>
              </p:cNvSpPr>
              <p:nvPr/>
            </p:nvSpPr>
            <p:spPr bwMode="auto">
              <a:xfrm>
                <a:off x="830" y="3373"/>
                <a:ext cx="33" cy="19"/>
              </a:xfrm>
              <a:custGeom>
                <a:avLst/>
                <a:gdLst>
                  <a:gd name="T0" fmla="*/ 33 w 33"/>
                  <a:gd name="T1" fmla="*/ 19 h 19"/>
                  <a:gd name="T2" fmla="*/ 29 w 33"/>
                  <a:gd name="T3" fmla="*/ 10 h 19"/>
                  <a:gd name="T4" fmla="*/ 24 w 33"/>
                  <a:gd name="T5" fmla="*/ 5 h 19"/>
                  <a:gd name="T6" fmla="*/ 18 w 33"/>
                  <a:gd name="T7" fmla="*/ 0 h 19"/>
                  <a:gd name="T8" fmla="*/ 11 w 33"/>
                  <a:gd name="T9" fmla="*/ 0 h 19"/>
                  <a:gd name="T10" fmla="*/ 5 w 33"/>
                  <a:gd name="T11" fmla="*/ 2 h 19"/>
                  <a:gd name="T12" fmla="*/ 0 w 33"/>
                  <a:gd name="T13" fmla="*/ 9 h 19"/>
                  <a:gd name="T14" fmla="*/ 0 w 33"/>
                  <a:gd name="T15" fmla="*/ 15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19"/>
                  <a:gd name="T26" fmla="*/ 33 w 33"/>
                  <a:gd name="T27" fmla="*/ 19 h 1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19">
                    <a:moveTo>
                      <a:pt x="33" y="19"/>
                    </a:moveTo>
                    <a:lnTo>
                      <a:pt x="29" y="10"/>
                    </a:lnTo>
                    <a:lnTo>
                      <a:pt x="24" y="5"/>
                    </a:lnTo>
                    <a:lnTo>
                      <a:pt x="18" y="0"/>
                    </a:lnTo>
                    <a:lnTo>
                      <a:pt x="11" y="0"/>
                    </a:lnTo>
                    <a:lnTo>
                      <a:pt x="5" y="2"/>
                    </a:lnTo>
                    <a:lnTo>
                      <a:pt x="0" y="9"/>
                    </a:lnTo>
                    <a:lnTo>
                      <a:pt x="0" y="15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2" name="Freeform 110"/>
              <p:cNvSpPr>
                <a:spLocks/>
              </p:cNvSpPr>
              <p:nvPr/>
            </p:nvSpPr>
            <p:spPr bwMode="auto">
              <a:xfrm>
                <a:off x="830" y="3378"/>
                <a:ext cx="28" cy="30"/>
              </a:xfrm>
              <a:custGeom>
                <a:avLst/>
                <a:gdLst>
                  <a:gd name="T0" fmla="*/ 28 w 28"/>
                  <a:gd name="T1" fmla="*/ 30 h 30"/>
                  <a:gd name="T2" fmla="*/ 25 w 28"/>
                  <a:gd name="T3" fmla="*/ 18 h 30"/>
                  <a:gd name="T4" fmla="*/ 24 w 28"/>
                  <a:gd name="T5" fmla="*/ 10 h 30"/>
                  <a:gd name="T6" fmla="*/ 19 w 28"/>
                  <a:gd name="T7" fmla="*/ 4 h 30"/>
                  <a:gd name="T8" fmla="*/ 14 w 28"/>
                  <a:gd name="T9" fmla="*/ 0 h 30"/>
                  <a:gd name="T10" fmla="*/ 7 w 28"/>
                  <a:gd name="T11" fmla="*/ 0 h 30"/>
                  <a:gd name="T12" fmla="*/ 2 w 28"/>
                  <a:gd name="T13" fmla="*/ 4 h 30"/>
                  <a:gd name="T14" fmla="*/ 0 w 28"/>
                  <a:gd name="T15" fmla="*/ 9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"/>
                  <a:gd name="T25" fmla="*/ 0 h 30"/>
                  <a:gd name="T26" fmla="*/ 28 w 28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" h="30">
                    <a:moveTo>
                      <a:pt x="28" y="30"/>
                    </a:moveTo>
                    <a:lnTo>
                      <a:pt x="25" y="18"/>
                    </a:lnTo>
                    <a:lnTo>
                      <a:pt x="24" y="10"/>
                    </a:lnTo>
                    <a:lnTo>
                      <a:pt x="19" y="4"/>
                    </a:lnTo>
                    <a:lnTo>
                      <a:pt x="14" y="0"/>
                    </a:lnTo>
                    <a:lnTo>
                      <a:pt x="7" y="0"/>
                    </a:lnTo>
                    <a:lnTo>
                      <a:pt x="2" y="4"/>
                    </a:lnTo>
                    <a:lnTo>
                      <a:pt x="0" y="9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3" name="Freeform 111"/>
              <p:cNvSpPr>
                <a:spLocks/>
              </p:cNvSpPr>
              <p:nvPr/>
            </p:nvSpPr>
            <p:spPr bwMode="auto">
              <a:xfrm>
                <a:off x="800" y="3378"/>
                <a:ext cx="30" cy="30"/>
              </a:xfrm>
              <a:custGeom>
                <a:avLst/>
                <a:gdLst>
                  <a:gd name="T0" fmla="*/ 0 w 30"/>
                  <a:gd name="T1" fmla="*/ 30 h 30"/>
                  <a:gd name="T2" fmla="*/ 2 w 30"/>
                  <a:gd name="T3" fmla="*/ 18 h 30"/>
                  <a:gd name="T4" fmla="*/ 5 w 30"/>
                  <a:gd name="T5" fmla="*/ 10 h 30"/>
                  <a:gd name="T6" fmla="*/ 9 w 30"/>
                  <a:gd name="T7" fmla="*/ 4 h 30"/>
                  <a:gd name="T8" fmla="*/ 14 w 30"/>
                  <a:gd name="T9" fmla="*/ 0 h 30"/>
                  <a:gd name="T10" fmla="*/ 20 w 30"/>
                  <a:gd name="T11" fmla="*/ 0 h 30"/>
                  <a:gd name="T12" fmla="*/ 26 w 30"/>
                  <a:gd name="T13" fmla="*/ 4 h 30"/>
                  <a:gd name="T14" fmla="*/ 30 w 30"/>
                  <a:gd name="T15" fmla="*/ 9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0"/>
                  <a:gd name="T25" fmla="*/ 0 h 30"/>
                  <a:gd name="T26" fmla="*/ 30 w 30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0" h="30">
                    <a:moveTo>
                      <a:pt x="0" y="30"/>
                    </a:moveTo>
                    <a:lnTo>
                      <a:pt x="2" y="18"/>
                    </a:lnTo>
                    <a:lnTo>
                      <a:pt x="5" y="10"/>
                    </a:lnTo>
                    <a:lnTo>
                      <a:pt x="9" y="4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6" y="4"/>
                    </a:lnTo>
                    <a:lnTo>
                      <a:pt x="30" y="9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4" name="Freeform 112"/>
              <p:cNvSpPr>
                <a:spLocks/>
              </p:cNvSpPr>
              <p:nvPr/>
            </p:nvSpPr>
            <p:spPr bwMode="auto">
              <a:xfrm>
                <a:off x="830" y="3361"/>
                <a:ext cx="24" cy="26"/>
              </a:xfrm>
              <a:custGeom>
                <a:avLst/>
                <a:gdLst>
                  <a:gd name="T0" fmla="*/ 0 w 24"/>
                  <a:gd name="T1" fmla="*/ 26 h 26"/>
                  <a:gd name="T2" fmla="*/ 0 w 24"/>
                  <a:gd name="T3" fmla="*/ 19 h 26"/>
                  <a:gd name="T4" fmla="*/ 1 w 24"/>
                  <a:gd name="T5" fmla="*/ 10 h 26"/>
                  <a:gd name="T6" fmla="*/ 5 w 24"/>
                  <a:gd name="T7" fmla="*/ 5 h 26"/>
                  <a:gd name="T8" fmla="*/ 11 w 24"/>
                  <a:gd name="T9" fmla="*/ 0 h 26"/>
                  <a:gd name="T10" fmla="*/ 18 w 24"/>
                  <a:gd name="T11" fmla="*/ 0 h 26"/>
                  <a:gd name="T12" fmla="*/ 24 w 24"/>
                  <a:gd name="T13" fmla="*/ 1 h 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26"/>
                  <a:gd name="T23" fmla="*/ 24 w 24"/>
                  <a:gd name="T24" fmla="*/ 26 h 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26">
                    <a:moveTo>
                      <a:pt x="0" y="26"/>
                    </a:moveTo>
                    <a:lnTo>
                      <a:pt x="0" y="19"/>
                    </a:lnTo>
                    <a:lnTo>
                      <a:pt x="1" y="10"/>
                    </a:lnTo>
                    <a:lnTo>
                      <a:pt x="5" y="5"/>
                    </a:lnTo>
                    <a:lnTo>
                      <a:pt x="11" y="0"/>
                    </a:lnTo>
                    <a:lnTo>
                      <a:pt x="18" y="0"/>
                    </a:lnTo>
                    <a:lnTo>
                      <a:pt x="24" y="1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5" name="Freeform 113"/>
              <p:cNvSpPr>
                <a:spLocks/>
              </p:cNvSpPr>
              <p:nvPr/>
            </p:nvSpPr>
            <p:spPr bwMode="auto">
              <a:xfrm>
                <a:off x="802" y="3361"/>
                <a:ext cx="28" cy="26"/>
              </a:xfrm>
              <a:custGeom>
                <a:avLst/>
                <a:gdLst>
                  <a:gd name="T0" fmla="*/ 28 w 28"/>
                  <a:gd name="T1" fmla="*/ 26 h 26"/>
                  <a:gd name="T2" fmla="*/ 26 w 28"/>
                  <a:gd name="T3" fmla="*/ 14 h 26"/>
                  <a:gd name="T4" fmla="*/ 22 w 28"/>
                  <a:gd name="T5" fmla="*/ 7 h 26"/>
                  <a:gd name="T6" fmla="*/ 17 w 28"/>
                  <a:gd name="T7" fmla="*/ 3 h 26"/>
                  <a:gd name="T8" fmla="*/ 12 w 28"/>
                  <a:gd name="T9" fmla="*/ 0 h 26"/>
                  <a:gd name="T10" fmla="*/ 7 w 28"/>
                  <a:gd name="T11" fmla="*/ 0 h 26"/>
                  <a:gd name="T12" fmla="*/ 2 w 28"/>
                  <a:gd name="T13" fmla="*/ 4 h 26"/>
                  <a:gd name="T14" fmla="*/ 0 w 28"/>
                  <a:gd name="T15" fmla="*/ 9 h 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"/>
                  <a:gd name="T25" fmla="*/ 0 h 26"/>
                  <a:gd name="T26" fmla="*/ 28 w 28"/>
                  <a:gd name="T27" fmla="*/ 26 h 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" h="26">
                    <a:moveTo>
                      <a:pt x="28" y="26"/>
                    </a:moveTo>
                    <a:lnTo>
                      <a:pt x="26" y="14"/>
                    </a:lnTo>
                    <a:lnTo>
                      <a:pt x="22" y="7"/>
                    </a:lnTo>
                    <a:lnTo>
                      <a:pt x="17" y="3"/>
                    </a:lnTo>
                    <a:lnTo>
                      <a:pt x="12" y="0"/>
                    </a:lnTo>
                    <a:lnTo>
                      <a:pt x="7" y="0"/>
                    </a:lnTo>
                    <a:lnTo>
                      <a:pt x="2" y="4"/>
                    </a:lnTo>
                    <a:lnTo>
                      <a:pt x="0" y="9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6" name="Freeform 114"/>
              <p:cNvSpPr>
                <a:spLocks/>
              </p:cNvSpPr>
              <p:nvPr/>
            </p:nvSpPr>
            <p:spPr bwMode="auto">
              <a:xfrm>
                <a:off x="828" y="3355"/>
                <a:ext cx="5" cy="32"/>
              </a:xfrm>
              <a:custGeom>
                <a:avLst/>
                <a:gdLst>
                  <a:gd name="T0" fmla="*/ 2 w 5"/>
                  <a:gd name="T1" fmla="*/ 32 h 32"/>
                  <a:gd name="T2" fmla="*/ 0 w 5"/>
                  <a:gd name="T3" fmla="*/ 23 h 32"/>
                  <a:gd name="T4" fmla="*/ 0 w 5"/>
                  <a:gd name="T5" fmla="*/ 6 h 32"/>
                  <a:gd name="T6" fmla="*/ 2 w 5"/>
                  <a:gd name="T7" fmla="*/ 1 h 32"/>
                  <a:gd name="T8" fmla="*/ 3 w 5"/>
                  <a:gd name="T9" fmla="*/ 0 h 32"/>
                  <a:gd name="T10" fmla="*/ 5 w 5"/>
                  <a:gd name="T11" fmla="*/ 1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"/>
                  <a:gd name="T19" fmla="*/ 0 h 32"/>
                  <a:gd name="T20" fmla="*/ 5 w 5"/>
                  <a:gd name="T21" fmla="*/ 32 h 3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" h="32">
                    <a:moveTo>
                      <a:pt x="2" y="32"/>
                    </a:moveTo>
                    <a:lnTo>
                      <a:pt x="0" y="23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5" y="1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7" name="Freeform 115"/>
              <p:cNvSpPr>
                <a:spLocks/>
              </p:cNvSpPr>
              <p:nvPr/>
            </p:nvSpPr>
            <p:spPr bwMode="auto">
              <a:xfrm>
                <a:off x="810" y="3386"/>
                <a:ext cx="20" cy="20"/>
              </a:xfrm>
              <a:custGeom>
                <a:avLst/>
                <a:gdLst>
                  <a:gd name="T0" fmla="*/ 20 w 20"/>
                  <a:gd name="T1" fmla="*/ 1 h 20"/>
                  <a:gd name="T2" fmla="*/ 13 w 20"/>
                  <a:gd name="T3" fmla="*/ 0 h 20"/>
                  <a:gd name="T4" fmla="*/ 9 w 20"/>
                  <a:gd name="T5" fmla="*/ 1 h 20"/>
                  <a:gd name="T6" fmla="*/ 5 w 20"/>
                  <a:gd name="T7" fmla="*/ 5 h 20"/>
                  <a:gd name="T8" fmla="*/ 0 w 20"/>
                  <a:gd name="T9" fmla="*/ 14 h 20"/>
                  <a:gd name="T10" fmla="*/ 0 w 20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20"/>
                  <a:gd name="T20" fmla="*/ 20 w 20"/>
                  <a:gd name="T21" fmla="*/ 20 h 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20">
                    <a:moveTo>
                      <a:pt x="20" y="1"/>
                    </a:moveTo>
                    <a:lnTo>
                      <a:pt x="13" y="0"/>
                    </a:lnTo>
                    <a:lnTo>
                      <a:pt x="9" y="1"/>
                    </a:lnTo>
                    <a:lnTo>
                      <a:pt x="5" y="5"/>
                    </a:lnTo>
                    <a:lnTo>
                      <a:pt x="0" y="14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8" name="Freeform 116"/>
              <p:cNvSpPr>
                <a:spLocks/>
              </p:cNvSpPr>
              <p:nvPr/>
            </p:nvSpPr>
            <p:spPr bwMode="auto">
              <a:xfrm>
                <a:off x="820" y="3388"/>
                <a:ext cx="10" cy="34"/>
              </a:xfrm>
              <a:custGeom>
                <a:avLst/>
                <a:gdLst>
                  <a:gd name="T0" fmla="*/ 10 w 10"/>
                  <a:gd name="T1" fmla="*/ 0 h 34"/>
                  <a:gd name="T2" fmla="*/ 6 w 10"/>
                  <a:gd name="T3" fmla="*/ 2 h 34"/>
                  <a:gd name="T4" fmla="*/ 3 w 10"/>
                  <a:gd name="T5" fmla="*/ 7 h 34"/>
                  <a:gd name="T6" fmla="*/ 2 w 10"/>
                  <a:gd name="T7" fmla="*/ 18 h 34"/>
                  <a:gd name="T8" fmla="*/ 0 w 10"/>
                  <a:gd name="T9" fmla="*/ 26 h 34"/>
                  <a:gd name="T10" fmla="*/ 2 w 10"/>
                  <a:gd name="T11" fmla="*/ 34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"/>
                  <a:gd name="T19" fmla="*/ 0 h 34"/>
                  <a:gd name="T20" fmla="*/ 10 w 10"/>
                  <a:gd name="T21" fmla="*/ 34 h 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" h="34">
                    <a:moveTo>
                      <a:pt x="10" y="0"/>
                    </a:moveTo>
                    <a:lnTo>
                      <a:pt x="6" y="2"/>
                    </a:lnTo>
                    <a:lnTo>
                      <a:pt x="3" y="7"/>
                    </a:lnTo>
                    <a:lnTo>
                      <a:pt x="2" y="18"/>
                    </a:lnTo>
                    <a:lnTo>
                      <a:pt x="0" y="26"/>
                    </a:lnTo>
                    <a:lnTo>
                      <a:pt x="2" y="34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299" name="Freeform 117"/>
              <p:cNvSpPr>
                <a:spLocks/>
              </p:cNvSpPr>
              <p:nvPr/>
            </p:nvSpPr>
            <p:spPr bwMode="auto">
              <a:xfrm>
                <a:off x="830" y="3387"/>
                <a:ext cx="5" cy="44"/>
              </a:xfrm>
              <a:custGeom>
                <a:avLst/>
                <a:gdLst>
                  <a:gd name="T0" fmla="*/ 0 w 5"/>
                  <a:gd name="T1" fmla="*/ 0 h 44"/>
                  <a:gd name="T2" fmla="*/ 2 w 5"/>
                  <a:gd name="T3" fmla="*/ 4 h 44"/>
                  <a:gd name="T4" fmla="*/ 3 w 5"/>
                  <a:gd name="T5" fmla="*/ 8 h 44"/>
                  <a:gd name="T6" fmla="*/ 5 w 5"/>
                  <a:gd name="T7" fmla="*/ 16 h 44"/>
                  <a:gd name="T8" fmla="*/ 5 w 5"/>
                  <a:gd name="T9" fmla="*/ 44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"/>
                  <a:gd name="T16" fmla="*/ 0 h 44"/>
                  <a:gd name="T17" fmla="*/ 5 w 5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" h="44">
                    <a:moveTo>
                      <a:pt x="0" y="0"/>
                    </a:moveTo>
                    <a:lnTo>
                      <a:pt x="2" y="4"/>
                    </a:lnTo>
                    <a:lnTo>
                      <a:pt x="3" y="8"/>
                    </a:lnTo>
                    <a:lnTo>
                      <a:pt x="5" y="16"/>
                    </a:lnTo>
                    <a:lnTo>
                      <a:pt x="5" y="44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0" name="Freeform 118"/>
              <p:cNvSpPr>
                <a:spLocks/>
              </p:cNvSpPr>
              <p:nvPr/>
            </p:nvSpPr>
            <p:spPr bwMode="auto">
              <a:xfrm>
                <a:off x="830" y="3384"/>
                <a:ext cx="20" cy="22"/>
              </a:xfrm>
              <a:custGeom>
                <a:avLst/>
                <a:gdLst>
                  <a:gd name="T0" fmla="*/ 0 w 20"/>
                  <a:gd name="T1" fmla="*/ 4 h 22"/>
                  <a:gd name="T2" fmla="*/ 3 w 20"/>
                  <a:gd name="T3" fmla="*/ 0 h 22"/>
                  <a:gd name="T4" fmla="*/ 9 w 20"/>
                  <a:gd name="T5" fmla="*/ 0 h 22"/>
                  <a:gd name="T6" fmla="*/ 15 w 20"/>
                  <a:gd name="T7" fmla="*/ 6 h 22"/>
                  <a:gd name="T8" fmla="*/ 19 w 20"/>
                  <a:gd name="T9" fmla="*/ 13 h 22"/>
                  <a:gd name="T10" fmla="*/ 20 w 20"/>
                  <a:gd name="T11" fmla="*/ 22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22"/>
                  <a:gd name="T20" fmla="*/ 20 w 20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22">
                    <a:moveTo>
                      <a:pt x="0" y="4"/>
                    </a:moveTo>
                    <a:lnTo>
                      <a:pt x="3" y="0"/>
                    </a:lnTo>
                    <a:lnTo>
                      <a:pt x="9" y="0"/>
                    </a:lnTo>
                    <a:lnTo>
                      <a:pt x="15" y="6"/>
                    </a:lnTo>
                    <a:lnTo>
                      <a:pt x="19" y="13"/>
                    </a:lnTo>
                    <a:lnTo>
                      <a:pt x="20" y="22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1" name="Freeform 119"/>
              <p:cNvSpPr>
                <a:spLocks/>
              </p:cNvSpPr>
              <p:nvPr/>
            </p:nvSpPr>
            <p:spPr bwMode="auto">
              <a:xfrm>
                <a:off x="797" y="3281"/>
                <a:ext cx="48" cy="18"/>
              </a:xfrm>
              <a:custGeom>
                <a:avLst/>
                <a:gdLst>
                  <a:gd name="T0" fmla="*/ 48 w 48"/>
                  <a:gd name="T1" fmla="*/ 18 h 18"/>
                  <a:gd name="T2" fmla="*/ 43 w 48"/>
                  <a:gd name="T3" fmla="*/ 9 h 18"/>
                  <a:gd name="T4" fmla="*/ 33 w 48"/>
                  <a:gd name="T5" fmla="*/ 2 h 18"/>
                  <a:gd name="T6" fmla="*/ 21 w 48"/>
                  <a:gd name="T7" fmla="*/ 0 h 18"/>
                  <a:gd name="T8" fmla="*/ 9 w 48"/>
                  <a:gd name="T9" fmla="*/ 1 h 18"/>
                  <a:gd name="T10" fmla="*/ 3 w 48"/>
                  <a:gd name="T11" fmla="*/ 5 h 18"/>
                  <a:gd name="T12" fmla="*/ 0 w 48"/>
                  <a:gd name="T13" fmla="*/ 1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"/>
                  <a:gd name="T22" fmla="*/ 0 h 18"/>
                  <a:gd name="T23" fmla="*/ 48 w 48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" h="18">
                    <a:moveTo>
                      <a:pt x="48" y="18"/>
                    </a:moveTo>
                    <a:lnTo>
                      <a:pt x="43" y="9"/>
                    </a:lnTo>
                    <a:lnTo>
                      <a:pt x="33" y="2"/>
                    </a:lnTo>
                    <a:lnTo>
                      <a:pt x="21" y="0"/>
                    </a:lnTo>
                    <a:lnTo>
                      <a:pt x="9" y="1"/>
                    </a:lnTo>
                    <a:lnTo>
                      <a:pt x="3" y="5"/>
                    </a:lnTo>
                    <a:lnTo>
                      <a:pt x="0" y="15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2" name="Freeform 120"/>
              <p:cNvSpPr>
                <a:spLocks/>
              </p:cNvSpPr>
              <p:nvPr/>
            </p:nvSpPr>
            <p:spPr bwMode="auto">
              <a:xfrm>
                <a:off x="793" y="3290"/>
                <a:ext cx="52" cy="32"/>
              </a:xfrm>
              <a:custGeom>
                <a:avLst/>
                <a:gdLst>
                  <a:gd name="T0" fmla="*/ 52 w 52"/>
                  <a:gd name="T1" fmla="*/ 9 h 32"/>
                  <a:gd name="T2" fmla="*/ 43 w 52"/>
                  <a:gd name="T3" fmla="*/ 2 h 32"/>
                  <a:gd name="T4" fmla="*/ 29 w 52"/>
                  <a:gd name="T5" fmla="*/ 0 h 32"/>
                  <a:gd name="T6" fmla="*/ 13 w 52"/>
                  <a:gd name="T7" fmla="*/ 2 h 32"/>
                  <a:gd name="T8" fmla="*/ 4 w 52"/>
                  <a:gd name="T9" fmla="*/ 11 h 32"/>
                  <a:gd name="T10" fmla="*/ 2 w 52"/>
                  <a:gd name="T11" fmla="*/ 22 h 32"/>
                  <a:gd name="T12" fmla="*/ 0 w 52"/>
                  <a:gd name="T13" fmla="*/ 32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2"/>
                  <a:gd name="T22" fmla="*/ 0 h 32"/>
                  <a:gd name="T23" fmla="*/ 52 w 52"/>
                  <a:gd name="T24" fmla="*/ 32 h 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2" h="32">
                    <a:moveTo>
                      <a:pt x="52" y="9"/>
                    </a:moveTo>
                    <a:lnTo>
                      <a:pt x="43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11"/>
                    </a:lnTo>
                    <a:lnTo>
                      <a:pt x="2" y="22"/>
                    </a:lnTo>
                    <a:lnTo>
                      <a:pt x="0" y="32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3" name="Freeform 121"/>
              <p:cNvSpPr>
                <a:spLocks/>
              </p:cNvSpPr>
              <p:nvPr/>
            </p:nvSpPr>
            <p:spPr bwMode="auto">
              <a:xfrm>
                <a:off x="810" y="3271"/>
                <a:ext cx="35" cy="28"/>
              </a:xfrm>
              <a:custGeom>
                <a:avLst/>
                <a:gdLst>
                  <a:gd name="T0" fmla="*/ 35 w 35"/>
                  <a:gd name="T1" fmla="*/ 28 h 28"/>
                  <a:gd name="T2" fmla="*/ 32 w 35"/>
                  <a:gd name="T3" fmla="*/ 13 h 28"/>
                  <a:gd name="T4" fmla="*/ 25 w 35"/>
                  <a:gd name="T5" fmla="*/ 6 h 28"/>
                  <a:gd name="T6" fmla="*/ 13 w 35"/>
                  <a:gd name="T7" fmla="*/ 0 h 28"/>
                  <a:gd name="T8" fmla="*/ 7 w 35"/>
                  <a:gd name="T9" fmla="*/ 3 h 28"/>
                  <a:gd name="T10" fmla="*/ 0 w 35"/>
                  <a:gd name="T11" fmla="*/ 15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"/>
                  <a:gd name="T19" fmla="*/ 0 h 28"/>
                  <a:gd name="T20" fmla="*/ 35 w 3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" h="28">
                    <a:moveTo>
                      <a:pt x="35" y="28"/>
                    </a:moveTo>
                    <a:lnTo>
                      <a:pt x="32" y="13"/>
                    </a:lnTo>
                    <a:lnTo>
                      <a:pt x="25" y="6"/>
                    </a:lnTo>
                    <a:lnTo>
                      <a:pt x="13" y="0"/>
                    </a:lnTo>
                    <a:lnTo>
                      <a:pt x="7" y="3"/>
                    </a:lnTo>
                    <a:lnTo>
                      <a:pt x="0" y="15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4" name="Freeform 122"/>
              <p:cNvSpPr>
                <a:spLocks/>
              </p:cNvSpPr>
              <p:nvPr/>
            </p:nvSpPr>
            <p:spPr bwMode="auto">
              <a:xfrm>
                <a:off x="832" y="3260"/>
                <a:ext cx="14" cy="39"/>
              </a:xfrm>
              <a:custGeom>
                <a:avLst/>
                <a:gdLst>
                  <a:gd name="T0" fmla="*/ 13 w 14"/>
                  <a:gd name="T1" fmla="*/ 39 h 39"/>
                  <a:gd name="T2" fmla="*/ 13 w 14"/>
                  <a:gd name="T3" fmla="*/ 24 h 39"/>
                  <a:gd name="T4" fmla="*/ 14 w 14"/>
                  <a:gd name="T5" fmla="*/ 13 h 39"/>
                  <a:gd name="T6" fmla="*/ 10 w 14"/>
                  <a:gd name="T7" fmla="*/ 2 h 39"/>
                  <a:gd name="T8" fmla="*/ 7 w 14"/>
                  <a:gd name="T9" fmla="*/ 0 h 39"/>
                  <a:gd name="T10" fmla="*/ 0 w 14"/>
                  <a:gd name="T11" fmla="*/ 2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"/>
                  <a:gd name="T19" fmla="*/ 0 h 39"/>
                  <a:gd name="T20" fmla="*/ 14 w 14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" h="39">
                    <a:moveTo>
                      <a:pt x="13" y="39"/>
                    </a:moveTo>
                    <a:lnTo>
                      <a:pt x="13" y="24"/>
                    </a:lnTo>
                    <a:lnTo>
                      <a:pt x="14" y="13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0" y="2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5" name="Freeform 123"/>
              <p:cNvSpPr>
                <a:spLocks/>
              </p:cNvSpPr>
              <p:nvPr/>
            </p:nvSpPr>
            <p:spPr bwMode="auto">
              <a:xfrm>
                <a:off x="845" y="3269"/>
                <a:ext cx="26" cy="28"/>
              </a:xfrm>
              <a:custGeom>
                <a:avLst/>
                <a:gdLst>
                  <a:gd name="T0" fmla="*/ 0 w 26"/>
                  <a:gd name="T1" fmla="*/ 28 h 28"/>
                  <a:gd name="T2" fmla="*/ 7 w 26"/>
                  <a:gd name="T3" fmla="*/ 12 h 28"/>
                  <a:gd name="T4" fmla="*/ 12 w 26"/>
                  <a:gd name="T5" fmla="*/ 4 h 28"/>
                  <a:gd name="T6" fmla="*/ 16 w 26"/>
                  <a:gd name="T7" fmla="*/ 1 h 28"/>
                  <a:gd name="T8" fmla="*/ 26 w 26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28"/>
                  <a:gd name="T17" fmla="*/ 26 w 26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28">
                    <a:moveTo>
                      <a:pt x="0" y="28"/>
                    </a:moveTo>
                    <a:lnTo>
                      <a:pt x="7" y="12"/>
                    </a:lnTo>
                    <a:lnTo>
                      <a:pt x="12" y="4"/>
                    </a:lnTo>
                    <a:lnTo>
                      <a:pt x="16" y="1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6" name="Freeform 124"/>
              <p:cNvSpPr>
                <a:spLocks/>
              </p:cNvSpPr>
              <p:nvPr/>
            </p:nvSpPr>
            <p:spPr bwMode="auto">
              <a:xfrm>
                <a:off x="845" y="3277"/>
                <a:ext cx="52" cy="22"/>
              </a:xfrm>
              <a:custGeom>
                <a:avLst/>
                <a:gdLst>
                  <a:gd name="T0" fmla="*/ 0 w 52"/>
                  <a:gd name="T1" fmla="*/ 22 h 22"/>
                  <a:gd name="T2" fmla="*/ 9 w 52"/>
                  <a:gd name="T3" fmla="*/ 6 h 22"/>
                  <a:gd name="T4" fmla="*/ 20 w 52"/>
                  <a:gd name="T5" fmla="*/ 2 h 22"/>
                  <a:gd name="T6" fmla="*/ 34 w 52"/>
                  <a:gd name="T7" fmla="*/ 0 h 22"/>
                  <a:gd name="T8" fmla="*/ 44 w 52"/>
                  <a:gd name="T9" fmla="*/ 4 h 22"/>
                  <a:gd name="T10" fmla="*/ 52 w 52"/>
                  <a:gd name="T11" fmla="*/ 14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"/>
                  <a:gd name="T19" fmla="*/ 0 h 22"/>
                  <a:gd name="T20" fmla="*/ 52 w 52"/>
                  <a:gd name="T21" fmla="*/ 22 h 2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" h="22">
                    <a:moveTo>
                      <a:pt x="0" y="22"/>
                    </a:moveTo>
                    <a:lnTo>
                      <a:pt x="9" y="6"/>
                    </a:lnTo>
                    <a:lnTo>
                      <a:pt x="20" y="2"/>
                    </a:lnTo>
                    <a:lnTo>
                      <a:pt x="34" y="0"/>
                    </a:lnTo>
                    <a:lnTo>
                      <a:pt x="44" y="4"/>
                    </a:lnTo>
                    <a:lnTo>
                      <a:pt x="52" y="14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7" name="Freeform 125"/>
              <p:cNvSpPr>
                <a:spLocks/>
              </p:cNvSpPr>
              <p:nvPr/>
            </p:nvSpPr>
            <p:spPr bwMode="auto">
              <a:xfrm>
                <a:off x="845" y="3292"/>
                <a:ext cx="69" cy="31"/>
              </a:xfrm>
              <a:custGeom>
                <a:avLst/>
                <a:gdLst>
                  <a:gd name="T0" fmla="*/ 0 w 69"/>
                  <a:gd name="T1" fmla="*/ 7 h 31"/>
                  <a:gd name="T2" fmla="*/ 14 w 69"/>
                  <a:gd name="T3" fmla="*/ 0 h 31"/>
                  <a:gd name="T4" fmla="*/ 47 w 69"/>
                  <a:gd name="T5" fmla="*/ 0 h 31"/>
                  <a:gd name="T6" fmla="*/ 58 w 69"/>
                  <a:gd name="T7" fmla="*/ 7 h 31"/>
                  <a:gd name="T8" fmla="*/ 66 w 69"/>
                  <a:gd name="T9" fmla="*/ 17 h 31"/>
                  <a:gd name="T10" fmla="*/ 69 w 69"/>
                  <a:gd name="T11" fmla="*/ 31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31"/>
                  <a:gd name="T20" fmla="*/ 69 w 69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31">
                    <a:moveTo>
                      <a:pt x="0" y="7"/>
                    </a:moveTo>
                    <a:lnTo>
                      <a:pt x="14" y="0"/>
                    </a:lnTo>
                    <a:lnTo>
                      <a:pt x="47" y="0"/>
                    </a:lnTo>
                    <a:lnTo>
                      <a:pt x="58" y="7"/>
                    </a:lnTo>
                    <a:lnTo>
                      <a:pt x="66" y="17"/>
                    </a:lnTo>
                    <a:lnTo>
                      <a:pt x="69" y="31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8" name="Freeform 126"/>
              <p:cNvSpPr>
                <a:spLocks/>
              </p:cNvSpPr>
              <p:nvPr/>
            </p:nvSpPr>
            <p:spPr bwMode="auto">
              <a:xfrm>
                <a:off x="845" y="3296"/>
                <a:ext cx="40" cy="56"/>
              </a:xfrm>
              <a:custGeom>
                <a:avLst/>
                <a:gdLst>
                  <a:gd name="T0" fmla="*/ 0 w 40"/>
                  <a:gd name="T1" fmla="*/ 3 h 56"/>
                  <a:gd name="T2" fmla="*/ 16 w 40"/>
                  <a:gd name="T3" fmla="*/ 0 h 56"/>
                  <a:gd name="T4" fmla="*/ 29 w 40"/>
                  <a:gd name="T5" fmla="*/ 3 h 56"/>
                  <a:gd name="T6" fmla="*/ 38 w 40"/>
                  <a:gd name="T7" fmla="*/ 13 h 56"/>
                  <a:gd name="T8" fmla="*/ 40 w 40"/>
                  <a:gd name="T9" fmla="*/ 30 h 56"/>
                  <a:gd name="T10" fmla="*/ 40 w 40"/>
                  <a:gd name="T11" fmla="*/ 42 h 56"/>
                  <a:gd name="T12" fmla="*/ 36 w 40"/>
                  <a:gd name="T13" fmla="*/ 56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"/>
                  <a:gd name="T22" fmla="*/ 0 h 56"/>
                  <a:gd name="T23" fmla="*/ 40 w 40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" h="56">
                    <a:moveTo>
                      <a:pt x="0" y="3"/>
                    </a:moveTo>
                    <a:lnTo>
                      <a:pt x="16" y="0"/>
                    </a:lnTo>
                    <a:lnTo>
                      <a:pt x="29" y="3"/>
                    </a:lnTo>
                    <a:lnTo>
                      <a:pt x="38" y="13"/>
                    </a:lnTo>
                    <a:lnTo>
                      <a:pt x="40" y="30"/>
                    </a:lnTo>
                    <a:lnTo>
                      <a:pt x="40" y="42"/>
                    </a:lnTo>
                    <a:lnTo>
                      <a:pt x="36" y="56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09" name="Freeform 127"/>
              <p:cNvSpPr>
                <a:spLocks/>
              </p:cNvSpPr>
              <p:nvPr/>
            </p:nvSpPr>
            <p:spPr bwMode="auto">
              <a:xfrm>
                <a:off x="845" y="3300"/>
                <a:ext cx="18" cy="40"/>
              </a:xfrm>
              <a:custGeom>
                <a:avLst/>
                <a:gdLst>
                  <a:gd name="T0" fmla="*/ 0 w 18"/>
                  <a:gd name="T1" fmla="*/ 0 h 40"/>
                  <a:gd name="T2" fmla="*/ 13 w 18"/>
                  <a:gd name="T3" fmla="*/ 3 h 40"/>
                  <a:gd name="T4" fmla="*/ 18 w 18"/>
                  <a:gd name="T5" fmla="*/ 10 h 40"/>
                  <a:gd name="T6" fmla="*/ 18 w 18"/>
                  <a:gd name="T7" fmla="*/ 25 h 40"/>
                  <a:gd name="T8" fmla="*/ 16 w 18"/>
                  <a:gd name="T9" fmla="*/ 4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40"/>
                  <a:gd name="T17" fmla="*/ 18 w 18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40">
                    <a:moveTo>
                      <a:pt x="0" y="0"/>
                    </a:moveTo>
                    <a:lnTo>
                      <a:pt x="13" y="3"/>
                    </a:lnTo>
                    <a:lnTo>
                      <a:pt x="18" y="10"/>
                    </a:lnTo>
                    <a:lnTo>
                      <a:pt x="18" y="25"/>
                    </a:lnTo>
                    <a:lnTo>
                      <a:pt x="16" y="40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0" name="Freeform 128"/>
              <p:cNvSpPr>
                <a:spLocks/>
              </p:cNvSpPr>
              <p:nvPr/>
            </p:nvSpPr>
            <p:spPr bwMode="auto">
              <a:xfrm>
                <a:off x="844" y="3300"/>
                <a:ext cx="8" cy="44"/>
              </a:xfrm>
              <a:custGeom>
                <a:avLst/>
                <a:gdLst>
                  <a:gd name="T0" fmla="*/ 1 w 8"/>
                  <a:gd name="T1" fmla="*/ 0 h 44"/>
                  <a:gd name="T2" fmla="*/ 6 w 8"/>
                  <a:gd name="T3" fmla="*/ 5 h 44"/>
                  <a:gd name="T4" fmla="*/ 8 w 8"/>
                  <a:gd name="T5" fmla="*/ 18 h 44"/>
                  <a:gd name="T6" fmla="*/ 5 w 8"/>
                  <a:gd name="T7" fmla="*/ 31 h 44"/>
                  <a:gd name="T8" fmla="*/ 0 w 8"/>
                  <a:gd name="T9" fmla="*/ 44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44"/>
                  <a:gd name="T17" fmla="*/ 8 w 8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44">
                    <a:moveTo>
                      <a:pt x="1" y="0"/>
                    </a:moveTo>
                    <a:lnTo>
                      <a:pt x="6" y="5"/>
                    </a:lnTo>
                    <a:lnTo>
                      <a:pt x="8" y="18"/>
                    </a:lnTo>
                    <a:lnTo>
                      <a:pt x="5" y="31"/>
                    </a:lnTo>
                    <a:lnTo>
                      <a:pt x="0" y="44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1" name="Freeform 129"/>
              <p:cNvSpPr>
                <a:spLocks/>
              </p:cNvSpPr>
              <p:nvPr/>
            </p:nvSpPr>
            <p:spPr bwMode="auto">
              <a:xfrm>
                <a:off x="833" y="3300"/>
                <a:ext cx="12" cy="29"/>
              </a:xfrm>
              <a:custGeom>
                <a:avLst/>
                <a:gdLst>
                  <a:gd name="T0" fmla="*/ 12 w 12"/>
                  <a:gd name="T1" fmla="*/ 0 h 29"/>
                  <a:gd name="T2" fmla="*/ 6 w 12"/>
                  <a:gd name="T3" fmla="*/ 7 h 29"/>
                  <a:gd name="T4" fmla="*/ 0 w 12"/>
                  <a:gd name="T5" fmla="*/ 18 h 29"/>
                  <a:gd name="T6" fmla="*/ 0 w 12"/>
                  <a:gd name="T7" fmla="*/ 29 h 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29"/>
                  <a:gd name="T14" fmla="*/ 12 w 12"/>
                  <a:gd name="T15" fmla="*/ 29 h 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29">
                    <a:moveTo>
                      <a:pt x="12" y="0"/>
                    </a:moveTo>
                    <a:lnTo>
                      <a:pt x="6" y="7"/>
                    </a:lnTo>
                    <a:lnTo>
                      <a:pt x="0" y="18"/>
                    </a:lnTo>
                    <a:lnTo>
                      <a:pt x="0" y="29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2" name="Freeform 130"/>
              <p:cNvSpPr>
                <a:spLocks/>
              </p:cNvSpPr>
              <p:nvPr/>
            </p:nvSpPr>
            <p:spPr bwMode="auto">
              <a:xfrm>
                <a:off x="810" y="3297"/>
                <a:ext cx="35" cy="42"/>
              </a:xfrm>
              <a:custGeom>
                <a:avLst/>
                <a:gdLst>
                  <a:gd name="T0" fmla="*/ 35 w 35"/>
                  <a:gd name="T1" fmla="*/ 3 h 42"/>
                  <a:gd name="T2" fmla="*/ 26 w 35"/>
                  <a:gd name="T3" fmla="*/ 0 h 42"/>
                  <a:gd name="T4" fmla="*/ 13 w 35"/>
                  <a:gd name="T5" fmla="*/ 2 h 42"/>
                  <a:gd name="T6" fmla="*/ 5 w 35"/>
                  <a:gd name="T7" fmla="*/ 10 h 42"/>
                  <a:gd name="T8" fmla="*/ 0 w 35"/>
                  <a:gd name="T9" fmla="*/ 25 h 42"/>
                  <a:gd name="T10" fmla="*/ 3 w 35"/>
                  <a:gd name="T11" fmla="*/ 42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"/>
                  <a:gd name="T19" fmla="*/ 0 h 42"/>
                  <a:gd name="T20" fmla="*/ 35 w 35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" h="42">
                    <a:moveTo>
                      <a:pt x="35" y="3"/>
                    </a:moveTo>
                    <a:lnTo>
                      <a:pt x="26" y="0"/>
                    </a:lnTo>
                    <a:lnTo>
                      <a:pt x="13" y="2"/>
                    </a:lnTo>
                    <a:lnTo>
                      <a:pt x="5" y="10"/>
                    </a:lnTo>
                    <a:lnTo>
                      <a:pt x="0" y="25"/>
                    </a:lnTo>
                    <a:lnTo>
                      <a:pt x="3" y="42"/>
                    </a:lnTo>
                  </a:path>
                </a:pathLst>
              </a:custGeom>
              <a:noFill/>
              <a:ln w="0">
                <a:solidFill>
                  <a:srgbClr val="C2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3" name="Freeform 131"/>
              <p:cNvSpPr>
                <a:spLocks/>
              </p:cNvSpPr>
              <p:nvPr/>
            </p:nvSpPr>
            <p:spPr bwMode="auto">
              <a:xfrm>
                <a:off x="877" y="3444"/>
                <a:ext cx="28" cy="12"/>
              </a:xfrm>
              <a:custGeom>
                <a:avLst/>
                <a:gdLst>
                  <a:gd name="T0" fmla="*/ 0 w 28"/>
                  <a:gd name="T1" fmla="*/ 12 h 12"/>
                  <a:gd name="T2" fmla="*/ 2 w 28"/>
                  <a:gd name="T3" fmla="*/ 5 h 12"/>
                  <a:gd name="T4" fmla="*/ 8 w 28"/>
                  <a:gd name="T5" fmla="*/ 3 h 12"/>
                  <a:gd name="T6" fmla="*/ 16 w 28"/>
                  <a:gd name="T7" fmla="*/ 0 h 12"/>
                  <a:gd name="T8" fmla="*/ 23 w 28"/>
                  <a:gd name="T9" fmla="*/ 1 h 12"/>
                  <a:gd name="T10" fmla="*/ 26 w 28"/>
                  <a:gd name="T11" fmla="*/ 3 h 12"/>
                  <a:gd name="T12" fmla="*/ 28 w 28"/>
                  <a:gd name="T13" fmla="*/ 9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8"/>
                  <a:gd name="T22" fmla="*/ 0 h 12"/>
                  <a:gd name="T23" fmla="*/ 28 w 28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8" h="12">
                    <a:moveTo>
                      <a:pt x="0" y="12"/>
                    </a:moveTo>
                    <a:lnTo>
                      <a:pt x="2" y="5"/>
                    </a:lnTo>
                    <a:lnTo>
                      <a:pt x="8" y="3"/>
                    </a:lnTo>
                    <a:lnTo>
                      <a:pt x="16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8" y="9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4" name="Freeform 132"/>
              <p:cNvSpPr>
                <a:spLocks/>
              </p:cNvSpPr>
              <p:nvPr/>
            </p:nvSpPr>
            <p:spPr bwMode="auto">
              <a:xfrm>
                <a:off x="877" y="3449"/>
                <a:ext cx="30" cy="21"/>
              </a:xfrm>
              <a:custGeom>
                <a:avLst/>
                <a:gdLst>
                  <a:gd name="T0" fmla="*/ 0 w 30"/>
                  <a:gd name="T1" fmla="*/ 7 h 21"/>
                  <a:gd name="T2" fmla="*/ 4 w 30"/>
                  <a:gd name="T3" fmla="*/ 3 h 21"/>
                  <a:gd name="T4" fmla="*/ 13 w 30"/>
                  <a:gd name="T5" fmla="*/ 0 h 21"/>
                  <a:gd name="T6" fmla="*/ 23 w 30"/>
                  <a:gd name="T7" fmla="*/ 3 h 21"/>
                  <a:gd name="T8" fmla="*/ 28 w 30"/>
                  <a:gd name="T9" fmla="*/ 8 h 21"/>
                  <a:gd name="T10" fmla="*/ 30 w 30"/>
                  <a:gd name="T11" fmla="*/ 13 h 21"/>
                  <a:gd name="T12" fmla="*/ 30 w 30"/>
                  <a:gd name="T13" fmla="*/ 2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"/>
                  <a:gd name="T22" fmla="*/ 0 h 21"/>
                  <a:gd name="T23" fmla="*/ 30 w 30"/>
                  <a:gd name="T24" fmla="*/ 21 h 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" h="21">
                    <a:moveTo>
                      <a:pt x="0" y="7"/>
                    </a:moveTo>
                    <a:lnTo>
                      <a:pt x="4" y="3"/>
                    </a:lnTo>
                    <a:lnTo>
                      <a:pt x="13" y="0"/>
                    </a:lnTo>
                    <a:lnTo>
                      <a:pt x="23" y="3"/>
                    </a:lnTo>
                    <a:lnTo>
                      <a:pt x="28" y="8"/>
                    </a:lnTo>
                    <a:lnTo>
                      <a:pt x="30" y="13"/>
                    </a:lnTo>
                    <a:lnTo>
                      <a:pt x="30" y="21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5" name="Freeform 133"/>
              <p:cNvSpPr>
                <a:spLocks/>
              </p:cNvSpPr>
              <p:nvPr/>
            </p:nvSpPr>
            <p:spPr bwMode="auto">
              <a:xfrm>
                <a:off x="877" y="3439"/>
                <a:ext cx="20" cy="17"/>
              </a:xfrm>
              <a:custGeom>
                <a:avLst/>
                <a:gdLst>
                  <a:gd name="T0" fmla="*/ 0 w 20"/>
                  <a:gd name="T1" fmla="*/ 17 h 17"/>
                  <a:gd name="T2" fmla="*/ 0 w 20"/>
                  <a:gd name="T3" fmla="*/ 8 h 17"/>
                  <a:gd name="T4" fmla="*/ 6 w 20"/>
                  <a:gd name="T5" fmla="*/ 2 h 17"/>
                  <a:gd name="T6" fmla="*/ 13 w 20"/>
                  <a:gd name="T7" fmla="*/ 0 h 17"/>
                  <a:gd name="T8" fmla="*/ 17 w 20"/>
                  <a:gd name="T9" fmla="*/ 1 h 17"/>
                  <a:gd name="T10" fmla="*/ 20 w 20"/>
                  <a:gd name="T11" fmla="*/ 8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17"/>
                  <a:gd name="T20" fmla="*/ 20 w 20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17">
                    <a:moveTo>
                      <a:pt x="0" y="17"/>
                    </a:moveTo>
                    <a:lnTo>
                      <a:pt x="0" y="8"/>
                    </a:lnTo>
                    <a:lnTo>
                      <a:pt x="6" y="2"/>
                    </a:lnTo>
                    <a:lnTo>
                      <a:pt x="13" y="0"/>
                    </a:lnTo>
                    <a:lnTo>
                      <a:pt x="17" y="1"/>
                    </a:lnTo>
                    <a:lnTo>
                      <a:pt x="20" y="8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6" name="Freeform 134"/>
              <p:cNvSpPr>
                <a:spLocks/>
              </p:cNvSpPr>
              <p:nvPr/>
            </p:nvSpPr>
            <p:spPr bwMode="auto">
              <a:xfrm>
                <a:off x="875" y="3431"/>
                <a:ext cx="9" cy="25"/>
              </a:xfrm>
              <a:custGeom>
                <a:avLst/>
                <a:gdLst>
                  <a:gd name="T0" fmla="*/ 2 w 9"/>
                  <a:gd name="T1" fmla="*/ 25 h 25"/>
                  <a:gd name="T2" fmla="*/ 1 w 9"/>
                  <a:gd name="T3" fmla="*/ 16 h 25"/>
                  <a:gd name="T4" fmla="*/ 0 w 9"/>
                  <a:gd name="T5" fmla="*/ 8 h 25"/>
                  <a:gd name="T6" fmla="*/ 2 w 9"/>
                  <a:gd name="T7" fmla="*/ 3 h 25"/>
                  <a:gd name="T8" fmla="*/ 5 w 9"/>
                  <a:gd name="T9" fmla="*/ 0 h 25"/>
                  <a:gd name="T10" fmla="*/ 9 w 9"/>
                  <a:gd name="T11" fmla="*/ 3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"/>
                  <a:gd name="T19" fmla="*/ 0 h 25"/>
                  <a:gd name="T20" fmla="*/ 9 w 9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" h="25">
                    <a:moveTo>
                      <a:pt x="2" y="25"/>
                    </a:moveTo>
                    <a:lnTo>
                      <a:pt x="1" y="16"/>
                    </a:lnTo>
                    <a:lnTo>
                      <a:pt x="0" y="8"/>
                    </a:lnTo>
                    <a:lnTo>
                      <a:pt x="2" y="3"/>
                    </a:lnTo>
                    <a:lnTo>
                      <a:pt x="5" y="0"/>
                    </a:lnTo>
                    <a:lnTo>
                      <a:pt x="9" y="3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7" name="Freeform 135"/>
              <p:cNvSpPr>
                <a:spLocks/>
              </p:cNvSpPr>
              <p:nvPr/>
            </p:nvSpPr>
            <p:spPr bwMode="auto">
              <a:xfrm>
                <a:off x="861" y="3438"/>
                <a:ext cx="16" cy="16"/>
              </a:xfrm>
              <a:custGeom>
                <a:avLst/>
                <a:gdLst>
                  <a:gd name="T0" fmla="*/ 16 w 16"/>
                  <a:gd name="T1" fmla="*/ 16 h 16"/>
                  <a:gd name="T2" fmla="*/ 11 w 16"/>
                  <a:gd name="T3" fmla="*/ 6 h 16"/>
                  <a:gd name="T4" fmla="*/ 7 w 16"/>
                  <a:gd name="T5" fmla="*/ 1 h 16"/>
                  <a:gd name="T6" fmla="*/ 6 w 16"/>
                  <a:gd name="T7" fmla="*/ 0 h 16"/>
                  <a:gd name="T8" fmla="*/ 0 w 16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16" y="16"/>
                    </a:moveTo>
                    <a:lnTo>
                      <a:pt x="11" y="6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8" name="Freeform 136"/>
              <p:cNvSpPr>
                <a:spLocks/>
              </p:cNvSpPr>
              <p:nvPr/>
            </p:nvSpPr>
            <p:spPr bwMode="auto">
              <a:xfrm>
                <a:off x="845" y="3441"/>
                <a:ext cx="32" cy="15"/>
              </a:xfrm>
              <a:custGeom>
                <a:avLst/>
                <a:gdLst>
                  <a:gd name="T0" fmla="*/ 32 w 32"/>
                  <a:gd name="T1" fmla="*/ 15 h 15"/>
                  <a:gd name="T2" fmla="*/ 26 w 32"/>
                  <a:gd name="T3" fmla="*/ 6 h 15"/>
                  <a:gd name="T4" fmla="*/ 20 w 32"/>
                  <a:gd name="T5" fmla="*/ 2 h 15"/>
                  <a:gd name="T6" fmla="*/ 10 w 32"/>
                  <a:gd name="T7" fmla="*/ 0 h 15"/>
                  <a:gd name="T8" fmla="*/ 4 w 32"/>
                  <a:gd name="T9" fmla="*/ 3 h 15"/>
                  <a:gd name="T10" fmla="*/ 0 w 32"/>
                  <a:gd name="T11" fmla="*/ 10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"/>
                  <a:gd name="T19" fmla="*/ 0 h 15"/>
                  <a:gd name="T20" fmla="*/ 32 w 32"/>
                  <a:gd name="T21" fmla="*/ 15 h 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" h="15">
                    <a:moveTo>
                      <a:pt x="32" y="15"/>
                    </a:moveTo>
                    <a:lnTo>
                      <a:pt x="26" y="6"/>
                    </a:lnTo>
                    <a:lnTo>
                      <a:pt x="20" y="2"/>
                    </a:lnTo>
                    <a:lnTo>
                      <a:pt x="10" y="0"/>
                    </a:lnTo>
                    <a:lnTo>
                      <a:pt x="4" y="3"/>
                    </a:lnTo>
                    <a:lnTo>
                      <a:pt x="0" y="10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19" name="Freeform 137"/>
              <p:cNvSpPr>
                <a:spLocks/>
              </p:cNvSpPr>
              <p:nvPr/>
            </p:nvSpPr>
            <p:spPr bwMode="auto">
              <a:xfrm>
                <a:off x="833" y="3452"/>
                <a:ext cx="43" cy="18"/>
              </a:xfrm>
              <a:custGeom>
                <a:avLst/>
                <a:gdLst>
                  <a:gd name="T0" fmla="*/ 43 w 43"/>
                  <a:gd name="T1" fmla="*/ 4 h 18"/>
                  <a:gd name="T2" fmla="*/ 34 w 43"/>
                  <a:gd name="T3" fmla="*/ 0 h 18"/>
                  <a:gd name="T4" fmla="*/ 15 w 43"/>
                  <a:gd name="T5" fmla="*/ 0 h 18"/>
                  <a:gd name="T6" fmla="*/ 8 w 43"/>
                  <a:gd name="T7" fmla="*/ 4 h 18"/>
                  <a:gd name="T8" fmla="*/ 3 w 43"/>
                  <a:gd name="T9" fmla="*/ 10 h 18"/>
                  <a:gd name="T10" fmla="*/ 0 w 43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"/>
                  <a:gd name="T19" fmla="*/ 0 h 18"/>
                  <a:gd name="T20" fmla="*/ 43 w 43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" h="18">
                    <a:moveTo>
                      <a:pt x="43" y="4"/>
                    </a:moveTo>
                    <a:lnTo>
                      <a:pt x="34" y="0"/>
                    </a:lnTo>
                    <a:lnTo>
                      <a:pt x="15" y="0"/>
                    </a:lnTo>
                    <a:lnTo>
                      <a:pt x="8" y="4"/>
                    </a:lnTo>
                    <a:lnTo>
                      <a:pt x="3" y="10"/>
                    </a:lnTo>
                    <a:lnTo>
                      <a:pt x="0" y="18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0" name="Freeform 138"/>
              <p:cNvSpPr>
                <a:spLocks/>
              </p:cNvSpPr>
              <p:nvPr/>
            </p:nvSpPr>
            <p:spPr bwMode="auto">
              <a:xfrm>
                <a:off x="852" y="3453"/>
                <a:ext cx="25" cy="35"/>
              </a:xfrm>
              <a:custGeom>
                <a:avLst/>
                <a:gdLst>
                  <a:gd name="T0" fmla="*/ 25 w 25"/>
                  <a:gd name="T1" fmla="*/ 3 h 35"/>
                  <a:gd name="T2" fmla="*/ 15 w 25"/>
                  <a:gd name="T3" fmla="*/ 0 h 35"/>
                  <a:gd name="T4" fmla="*/ 6 w 25"/>
                  <a:gd name="T5" fmla="*/ 3 h 35"/>
                  <a:gd name="T6" fmla="*/ 2 w 25"/>
                  <a:gd name="T7" fmla="*/ 9 h 35"/>
                  <a:gd name="T8" fmla="*/ 0 w 25"/>
                  <a:gd name="T9" fmla="*/ 20 h 35"/>
                  <a:gd name="T10" fmla="*/ 0 w 25"/>
                  <a:gd name="T11" fmla="*/ 25 h 35"/>
                  <a:gd name="T12" fmla="*/ 2 w 25"/>
                  <a:gd name="T13" fmla="*/ 35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5"/>
                  <a:gd name="T22" fmla="*/ 0 h 35"/>
                  <a:gd name="T23" fmla="*/ 25 w 25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5" h="35">
                    <a:moveTo>
                      <a:pt x="25" y="3"/>
                    </a:moveTo>
                    <a:lnTo>
                      <a:pt x="15" y="0"/>
                    </a:lnTo>
                    <a:lnTo>
                      <a:pt x="6" y="3"/>
                    </a:lnTo>
                    <a:lnTo>
                      <a:pt x="2" y="9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2" y="35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1" name="Freeform 139"/>
              <p:cNvSpPr>
                <a:spLocks/>
              </p:cNvSpPr>
              <p:nvPr/>
            </p:nvSpPr>
            <p:spPr bwMode="auto">
              <a:xfrm>
                <a:off x="865" y="3456"/>
                <a:ext cx="11" cy="24"/>
              </a:xfrm>
              <a:custGeom>
                <a:avLst/>
                <a:gdLst>
                  <a:gd name="T0" fmla="*/ 11 w 11"/>
                  <a:gd name="T1" fmla="*/ 0 h 24"/>
                  <a:gd name="T2" fmla="*/ 3 w 11"/>
                  <a:gd name="T3" fmla="*/ 2 h 24"/>
                  <a:gd name="T4" fmla="*/ 0 w 11"/>
                  <a:gd name="T5" fmla="*/ 6 h 24"/>
                  <a:gd name="T6" fmla="*/ 0 w 11"/>
                  <a:gd name="T7" fmla="*/ 15 h 24"/>
                  <a:gd name="T8" fmla="*/ 2 w 11"/>
                  <a:gd name="T9" fmla="*/ 24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24"/>
                  <a:gd name="T17" fmla="*/ 11 w 1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24">
                    <a:moveTo>
                      <a:pt x="11" y="0"/>
                    </a:moveTo>
                    <a:lnTo>
                      <a:pt x="3" y="2"/>
                    </a:lnTo>
                    <a:lnTo>
                      <a:pt x="0" y="6"/>
                    </a:lnTo>
                    <a:lnTo>
                      <a:pt x="0" y="15"/>
                    </a:lnTo>
                    <a:lnTo>
                      <a:pt x="2" y="24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2" name="Freeform 140"/>
              <p:cNvSpPr>
                <a:spLocks/>
              </p:cNvSpPr>
              <p:nvPr/>
            </p:nvSpPr>
            <p:spPr bwMode="auto">
              <a:xfrm>
                <a:off x="872" y="3456"/>
                <a:ext cx="5" cy="27"/>
              </a:xfrm>
              <a:custGeom>
                <a:avLst/>
                <a:gdLst>
                  <a:gd name="T0" fmla="*/ 5 w 5"/>
                  <a:gd name="T1" fmla="*/ 0 h 27"/>
                  <a:gd name="T2" fmla="*/ 0 w 5"/>
                  <a:gd name="T3" fmla="*/ 4 h 27"/>
                  <a:gd name="T4" fmla="*/ 0 w 5"/>
                  <a:gd name="T5" fmla="*/ 10 h 27"/>
                  <a:gd name="T6" fmla="*/ 2 w 5"/>
                  <a:gd name="T7" fmla="*/ 19 h 27"/>
                  <a:gd name="T8" fmla="*/ 5 w 5"/>
                  <a:gd name="T9" fmla="*/ 27 h 27"/>
                  <a:gd name="T10" fmla="*/ 5 w 5"/>
                  <a:gd name="T11" fmla="*/ 26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"/>
                  <a:gd name="T19" fmla="*/ 0 h 27"/>
                  <a:gd name="T20" fmla="*/ 5 w 5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" h="27">
                    <a:moveTo>
                      <a:pt x="5" y="0"/>
                    </a:moveTo>
                    <a:lnTo>
                      <a:pt x="0" y="4"/>
                    </a:lnTo>
                    <a:lnTo>
                      <a:pt x="0" y="10"/>
                    </a:lnTo>
                    <a:lnTo>
                      <a:pt x="2" y="19"/>
                    </a:lnTo>
                    <a:lnTo>
                      <a:pt x="5" y="27"/>
                    </a:lnTo>
                    <a:lnTo>
                      <a:pt x="5" y="26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3" name="Freeform 141"/>
              <p:cNvSpPr>
                <a:spLocks/>
              </p:cNvSpPr>
              <p:nvPr/>
            </p:nvSpPr>
            <p:spPr bwMode="auto">
              <a:xfrm>
                <a:off x="877" y="3456"/>
                <a:ext cx="7" cy="18"/>
              </a:xfrm>
              <a:custGeom>
                <a:avLst/>
                <a:gdLst>
                  <a:gd name="T0" fmla="*/ 0 w 7"/>
                  <a:gd name="T1" fmla="*/ 0 h 18"/>
                  <a:gd name="T2" fmla="*/ 3 w 7"/>
                  <a:gd name="T3" fmla="*/ 4 h 18"/>
                  <a:gd name="T4" fmla="*/ 6 w 7"/>
                  <a:gd name="T5" fmla="*/ 10 h 18"/>
                  <a:gd name="T6" fmla="*/ 7 w 7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18"/>
                  <a:gd name="T14" fmla="*/ 7 w 7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18">
                    <a:moveTo>
                      <a:pt x="0" y="0"/>
                    </a:moveTo>
                    <a:lnTo>
                      <a:pt x="3" y="4"/>
                    </a:lnTo>
                    <a:lnTo>
                      <a:pt x="6" y="10"/>
                    </a:lnTo>
                    <a:lnTo>
                      <a:pt x="7" y="18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4" name="Freeform 142"/>
              <p:cNvSpPr>
                <a:spLocks/>
              </p:cNvSpPr>
              <p:nvPr/>
            </p:nvSpPr>
            <p:spPr bwMode="auto">
              <a:xfrm>
                <a:off x="877" y="3454"/>
                <a:ext cx="21" cy="25"/>
              </a:xfrm>
              <a:custGeom>
                <a:avLst/>
                <a:gdLst>
                  <a:gd name="T0" fmla="*/ 0 w 21"/>
                  <a:gd name="T1" fmla="*/ 2 h 25"/>
                  <a:gd name="T2" fmla="*/ 4 w 21"/>
                  <a:gd name="T3" fmla="*/ 0 h 25"/>
                  <a:gd name="T4" fmla="*/ 12 w 21"/>
                  <a:gd name="T5" fmla="*/ 2 h 25"/>
                  <a:gd name="T6" fmla="*/ 17 w 21"/>
                  <a:gd name="T7" fmla="*/ 6 h 25"/>
                  <a:gd name="T8" fmla="*/ 21 w 21"/>
                  <a:gd name="T9" fmla="*/ 15 h 25"/>
                  <a:gd name="T10" fmla="*/ 19 w 21"/>
                  <a:gd name="T11" fmla="*/ 25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25"/>
                  <a:gd name="T20" fmla="*/ 21 w 21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25">
                    <a:moveTo>
                      <a:pt x="0" y="2"/>
                    </a:moveTo>
                    <a:lnTo>
                      <a:pt x="4" y="0"/>
                    </a:lnTo>
                    <a:lnTo>
                      <a:pt x="12" y="2"/>
                    </a:lnTo>
                    <a:lnTo>
                      <a:pt x="17" y="6"/>
                    </a:lnTo>
                    <a:lnTo>
                      <a:pt x="21" y="15"/>
                    </a:lnTo>
                    <a:lnTo>
                      <a:pt x="19" y="25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5" name="Freeform 143"/>
              <p:cNvSpPr>
                <a:spLocks/>
              </p:cNvSpPr>
              <p:nvPr/>
            </p:nvSpPr>
            <p:spPr bwMode="auto">
              <a:xfrm>
                <a:off x="791" y="3217"/>
                <a:ext cx="54" cy="260"/>
              </a:xfrm>
              <a:custGeom>
                <a:avLst/>
                <a:gdLst>
                  <a:gd name="T0" fmla="*/ 15 w 54"/>
                  <a:gd name="T1" fmla="*/ 0 h 260"/>
                  <a:gd name="T2" fmla="*/ 9 w 54"/>
                  <a:gd name="T3" fmla="*/ 21 h 260"/>
                  <a:gd name="T4" fmla="*/ 4 w 54"/>
                  <a:gd name="T5" fmla="*/ 49 h 260"/>
                  <a:gd name="T6" fmla="*/ 0 w 54"/>
                  <a:gd name="T7" fmla="*/ 83 h 260"/>
                  <a:gd name="T8" fmla="*/ 0 w 54"/>
                  <a:gd name="T9" fmla="*/ 174 h 260"/>
                  <a:gd name="T10" fmla="*/ 2 w 54"/>
                  <a:gd name="T11" fmla="*/ 223 h 260"/>
                  <a:gd name="T12" fmla="*/ 6 w 54"/>
                  <a:gd name="T13" fmla="*/ 260 h 260"/>
                  <a:gd name="T14" fmla="*/ 5 w 54"/>
                  <a:gd name="T15" fmla="*/ 232 h 260"/>
                  <a:gd name="T16" fmla="*/ 6 w 54"/>
                  <a:gd name="T17" fmla="*/ 205 h 260"/>
                  <a:gd name="T18" fmla="*/ 9 w 54"/>
                  <a:gd name="T19" fmla="*/ 169 h 260"/>
                  <a:gd name="T20" fmla="*/ 13 w 54"/>
                  <a:gd name="T21" fmla="*/ 141 h 260"/>
                  <a:gd name="T22" fmla="*/ 18 w 54"/>
                  <a:gd name="T23" fmla="*/ 106 h 260"/>
                  <a:gd name="T24" fmla="*/ 24 w 54"/>
                  <a:gd name="T25" fmla="*/ 83 h 260"/>
                  <a:gd name="T26" fmla="*/ 32 w 54"/>
                  <a:gd name="T27" fmla="*/ 70 h 260"/>
                  <a:gd name="T28" fmla="*/ 41 w 54"/>
                  <a:gd name="T29" fmla="*/ 65 h 260"/>
                  <a:gd name="T30" fmla="*/ 49 w 54"/>
                  <a:gd name="T31" fmla="*/ 66 h 260"/>
                  <a:gd name="T32" fmla="*/ 54 w 54"/>
                  <a:gd name="T33" fmla="*/ 79 h 26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4"/>
                  <a:gd name="T52" fmla="*/ 0 h 260"/>
                  <a:gd name="T53" fmla="*/ 54 w 54"/>
                  <a:gd name="T54" fmla="*/ 260 h 26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4" h="260">
                    <a:moveTo>
                      <a:pt x="15" y="0"/>
                    </a:moveTo>
                    <a:lnTo>
                      <a:pt x="9" y="21"/>
                    </a:lnTo>
                    <a:lnTo>
                      <a:pt x="4" y="49"/>
                    </a:lnTo>
                    <a:lnTo>
                      <a:pt x="0" y="83"/>
                    </a:lnTo>
                    <a:lnTo>
                      <a:pt x="0" y="174"/>
                    </a:lnTo>
                    <a:lnTo>
                      <a:pt x="2" y="223"/>
                    </a:lnTo>
                    <a:lnTo>
                      <a:pt x="6" y="260"/>
                    </a:lnTo>
                    <a:lnTo>
                      <a:pt x="5" y="232"/>
                    </a:lnTo>
                    <a:lnTo>
                      <a:pt x="6" y="205"/>
                    </a:lnTo>
                    <a:lnTo>
                      <a:pt x="9" y="169"/>
                    </a:lnTo>
                    <a:lnTo>
                      <a:pt x="13" y="141"/>
                    </a:lnTo>
                    <a:lnTo>
                      <a:pt x="18" y="106"/>
                    </a:lnTo>
                    <a:lnTo>
                      <a:pt x="24" y="83"/>
                    </a:lnTo>
                    <a:lnTo>
                      <a:pt x="32" y="70"/>
                    </a:lnTo>
                    <a:lnTo>
                      <a:pt x="41" y="65"/>
                    </a:lnTo>
                    <a:lnTo>
                      <a:pt x="49" y="66"/>
                    </a:lnTo>
                    <a:lnTo>
                      <a:pt x="54" y="79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6" name="Freeform 144"/>
              <p:cNvSpPr>
                <a:spLocks/>
              </p:cNvSpPr>
              <p:nvPr/>
            </p:nvSpPr>
            <p:spPr bwMode="auto">
              <a:xfrm>
                <a:off x="797" y="3387"/>
                <a:ext cx="31" cy="90"/>
              </a:xfrm>
              <a:custGeom>
                <a:avLst/>
                <a:gdLst>
                  <a:gd name="T0" fmla="*/ 0 w 31"/>
                  <a:gd name="T1" fmla="*/ 90 h 90"/>
                  <a:gd name="T2" fmla="*/ 0 w 31"/>
                  <a:gd name="T3" fmla="*/ 66 h 90"/>
                  <a:gd name="T4" fmla="*/ 1 w 31"/>
                  <a:gd name="T5" fmla="*/ 43 h 90"/>
                  <a:gd name="T6" fmla="*/ 5 w 31"/>
                  <a:gd name="T7" fmla="*/ 29 h 90"/>
                  <a:gd name="T8" fmla="*/ 10 w 31"/>
                  <a:gd name="T9" fmla="*/ 14 h 90"/>
                  <a:gd name="T10" fmla="*/ 20 w 31"/>
                  <a:gd name="T11" fmla="*/ 4 h 90"/>
                  <a:gd name="T12" fmla="*/ 31 w 3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90"/>
                  <a:gd name="T23" fmla="*/ 31 w 3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90">
                    <a:moveTo>
                      <a:pt x="0" y="90"/>
                    </a:moveTo>
                    <a:lnTo>
                      <a:pt x="0" y="66"/>
                    </a:lnTo>
                    <a:lnTo>
                      <a:pt x="1" y="43"/>
                    </a:lnTo>
                    <a:lnTo>
                      <a:pt x="5" y="29"/>
                    </a:lnTo>
                    <a:lnTo>
                      <a:pt x="10" y="14"/>
                    </a:lnTo>
                    <a:lnTo>
                      <a:pt x="20" y="4"/>
                    </a:lnTo>
                    <a:lnTo>
                      <a:pt x="31" y="0"/>
                    </a:lnTo>
                  </a:path>
                </a:pathLst>
              </a:custGeom>
              <a:noFill/>
              <a:ln w="0">
                <a:solidFill>
                  <a:srgbClr val="FFC2C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7" name="Freeform 145"/>
              <p:cNvSpPr>
                <a:spLocks/>
              </p:cNvSpPr>
              <p:nvPr/>
            </p:nvSpPr>
            <p:spPr bwMode="auto">
              <a:xfrm>
                <a:off x="877" y="3452"/>
                <a:ext cx="43" cy="48"/>
              </a:xfrm>
              <a:custGeom>
                <a:avLst/>
                <a:gdLst>
                  <a:gd name="T0" fmla="*/ 0 w 43"/>
                  <a:gd name="T1" fmla="*/ 4 h 48"/>
                  <a:gd name="T2" fmla="*/ 8 w 43"/>
                  <a:gd name="T3" fmla="*/ 0 h 48"/>
                  <a:gd name="T4" fmla="*/ 20 w 43"/>
                  <a:gd name="T5" fmla="*/ 1 h 48"/>
                  <a:gd name="T6" fmla="*/ 28 w 43"/>
                  <a:gd name="T7" fmla="*/ 10 h 48"/>
                  <a:gd name="T8" fmla="*/ 37 w 43"/>
                  <a:gd name="T9" fmla="*/ 30 h 48"/>
                  <a:gd name="T10" fmla="*/ 43 w 43"/>
                  <a:gd name="T11" fmla="*/ 48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"/>
                  <a:gd name="T19" fmla="*/ 0 h 48"/>
                  <a:gd name="T20" fmla="*/ 43 w 43"/>
                  <a:gd name="T21" fmla="*/ 48 h 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" h="48">
                    <a:moveTo>
                      <a:pt x="0" y="4"/>
                    </a:moveTo>
                    <a:lnTo>
                      <a:pt x="8" y="0"/>
                    </a:lnTo>
                    <a:lnTo>
                      <a:pt x="20" y="1"/>
                    </a:lnTo>
                    <a:lnTo>
                      <a:pt x="28" y="10"/>
                    </a:lnTo>
                    <a:lnTo>
                      <a:pt x="37" y="30"/>
                    </a:lnTo>
                    <a:lnTo>
                      <a:pt x="43" y="48"/>
                    </a:lnTo>
                  </a:path>
                </a:pathLst>
              </a:custGeom>
              <a:noFill/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328" name="Freeform 146"/>
              <p:cNvSpPr>
                <a:spLocks/>
              </p:cNvSpPr>
              <p:nvPr/>
            </p:nvSpPr>
            <p:spPr bwMode="auto">
              <a:xfrm>
                <a:off x="1602" y="3383"/>
                <a:ext cx="33" cy="33"/>
              </a:xfrm>
              <a:custGeom>
                <a:avLst/>
                <a:gdLst>
                  <a:gd name="T0" fmla="*/ 30 w 33"/>
                  <a:gd name="T1" fmla="*/ 33 h 33"/>
                  <a:gd name="T2" fmla="*/ 26 w 33"/>
                  <a:gd name="T3" fmla="*/ 25 h 33"/>
                  <a:gd name="T4" fmla="*/ 21 w 33"/>
                  <a:gd name="T5" fmla="*/ 17 h 33"/>
                  <a:gd name="T6" fmla="*/ 5 w 33"/>
                  <a:gd name="T7" fmla="*/ 4 h 33"/>
                  <a:gd name="T8" fmla="*/ 0 w 33"/>
                  <a:gd name="T9" fmla="*/ 0 h 33"/>
                  <a:gd name="T10" fmla="*/ 12 w 33"/>
                  <a:gd name="T11" fmla="*/ 1 h 33"/>
                  <a:gd name="T12" fmla="*/ 24 w 33"/>
                  <a:gd name="T13" fmla="*/ 7 h 33"/>
                  <a:gd name="T14" fmla="*/ 33 w 33"/>
                  <a:gd name="T15" fmla="*/ 13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33"/>
                  <a:gd name="T26" fmla="*/ 33 w 33"/>
                  <a:gd name="T27" fmla="*/ 33 h 3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33">
                    <a:moveTo>
                      <a:pt x="30" y="33"/>
                    </a:moveTo>
                    <a:lnTo>
                      <a:pt x="26" y="25"/>
                    </a:lnTo>
                    <a:lnTo>
                      <a:pt x="21" y="17"/>
                    </a:lnTo>
                    <a:lnTo>
                      <a:pt x="5" y="4"/>
                    </a:lnTo>
                    <a:lnTo>
                      <a:pt x="0" y="0"/>
                    </a:lnTo>
                    <a:lnTo>
                      <a:pt x="12" y="1"/>
                    </a:lnTo>
                    <a:lnTo>
                      <a:pt x="24" y="7"/>
                    </a:lnTo>
                    <a:lnTo>
                      <a:pt x="33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pic>
          <p:nvPicPr>
            <p:cNvPr id="7187" name="Picture 149" descr="Корпус-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1788" y="751"/>
              <a:ext cx="455" cy="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88" name="Rectangle 150"/>
            <p:cNvSpPr>
              <a:spLocks noChangeArrowheads="1"/>
            </p:cNvSpPr>
            <p:nvPr/>
          </p:nvSpPr>
          <p:spPr bwMode="auto">
            <a:xfrm>
              <a:off x="1237" y="832"/>
              <a:ext cx="443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a-GE" b="1">
                  <a:latin typeface="Arial" charset="0"/>
                </a:rPr>
                <a:t>მბ</a:t>
              </a:r>
              <a:endParaRPr lang="ru-RU" b="1">
                <a:latin typeface="Arial" charset="0"/>
              </a:endParaRPr>
            </a:p>
            <a:p>
              <a:pPr algn="ctr"/>
              <a:r>
                <a:rPr lang="ka-GE" b="1">
                  <a:latin typeface="Arial" charset="0"/>
                </a:rPr>
                <a:t>მბმს</a:t>
              </a:r>
              <a:r>
                <a:rPr lang="ru-RU" b="1">
                  <a:latin typeface="Arial" charset="0"/>
                </a:rPr>
                <a:t> </a:t>
              </a:r>
            </a:p>
          </p:txBody>
        </p:sp>
      </p:grpSp>
      <p:grpSp>
        <p:nvGrpSpPr>
          <p:cNvPr id="4" name="Group 151"/>
          <p:cNvGrpSpPr>
            <a:grpSpLocks noChangeAspect="1"/>
          </p:cNvGrpSpPr>
          <p:nvPr/>
        </p:nvGrpSpPr>
        <p:grpSpPr bwMode="auto">
          <a:xfrm>
            <a:off x="723900" y="2640013"/>
            <a:ext cx="385763" cy="385762"/>
            <a:chOff x="2816" y="2458"/>
            <a:chExt cx="1728" cy="1728"/>
          </a:xfrm>
        </p:grpSpPr>
        <p:sp>
          <p:nvSpPr>
            <p:cNvPr id="7180" name="Oval 152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5" name="Group 153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7183" name="Rectangle 154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7184" name="Rectangle 155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7182" name="Freeform 156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69469" name="Rectangle 157"/>
          <p:cNvSpPr>
            <a:spLocks noChangeArrowheads="1"/>
          </p:cNvSpPr>
          <p:nvPr/>
        </p:nvSpPr>
        <p:spPr bwMode="auto">
          <a:xfrm>
            <a:off x="1195388" y="2686050"/>
            <a:ext cx="40544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342900" indent="-342900"/>
            <a:r>
              <a:rPr lang="ka-GE" sz="2400">
                <a:latin typeface="Arial" charset="0"/>
              </a:rPr>
              <a:t>ავტონომიურობა</a:t>
            </a:r>
            <a:r>
              <a:rPr lang="ru-RU" sz="2400">
                <a:latin typeface="Arial" charset="0"/>
              </a:rPr>
              <a:t> (</a:t>
            </a:r>
            <a:r>
              <a:rPr lang="ka-GE" sz="2400">
                <a:latin typeface="Arial" charset="0"/>
              </a:rPr>
              <a:t>დამოუკიდებლობა</a:t>
            </a:r>
            <a:r>
              <a:rPr lang="ru-RU" sz="2400">
                <a:latin typeface="Arial" charset="0"/>
              </a:rPr>
              <a:t>)</a:t>
            </a:r>
          </a:p>
        </p:txBody>
      </p:sp>
      <p:grpSp>
        <p:nvGrpSpPr>
          <p:cNvPr id="6" name="Group 158"/>
          <p:cNvGrpSpPr>
            <a:grpSpLocks noChangeAspect="1"/>
          </p:cNvGrpSpPr>
          <p:nvPr/>
        </p:nvGrpSpPr>
        <p:grpSpPr bwMode="auto">
          <a:xfrm>
            <a:off x="715963" y="3140075"/>
            <a:ext cx="395287" cy="395288"/>
            <a:chOff x="552" y="2523"/>
            <a:chExt cx="1728" cy="1728"/>
          </a:xfrm>
        </p:grpSpPr>
        <p:sp>
          <p:nvSpPr>
            <p:cNvPr id="7178" name="Oval 159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7179" name="Rectangle 160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69473" name="Rectangle 161"/>
          <p:cNvSpPr>
            <a:spLocks noChangeArrowheads="1"/>
          </p:cNvSpPr>
          <p:nvPr/>
        </p:nvSpPr>
        <p:spPr bwMode="auto">
          <a:xfrm>
            <a:off x="1184275" y="3162300"/>
            <a:ext cx="7723188" cy="328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ka-GE" sz="2400">
                <a:latin typeface="Arial" charset="0"/>
              </a:rPr>
              <a:t>1) </a:t>
            </a:r>
            <a:r>
              <a:rPr lang="ka-GE" sz="2400">
                <a:solidFill>
                  <a:srgbClr val="FF6699"/>
                </a:solidFill>
                <a:latin typeface="Arial" charset="0"/>
              </a:rPr>
              <a:t>მბ</a:t>
            </a:r>
            <a:r>
              <a:rPr lang="ka-GE" sz="2400">
                <a:latin typeface="Arial" charset="0"/>
              </a:rPr>
              <a:t>-სთან მუშაობს მხოლოდ ერთი ადამიანი</a:t>
            </a:r>
          </a:p>
          <a:p>
            <a:pPr marL="342900" indent="-342900"/>
            <a:endParaRPr lang="ru-RU" sz="2400">
              <a:latin typeface="Arial" charset="0"/>
            </a:endParaRPr>
          </a:p>
          <a:p>
            <a:pPr marL="342900" indent="-342900"/>
            <a:r>
              <a:rPr lang="ka-GE" sz="2400">
                <a:latin typeface="Arial" charset="0"/>
              </a:rPr>
              <a:t>2) მომხმარებლების დიდი რაოდენობის შემთხვევაში რთულდება განახლების პროცესი</a:t>
            </a:r>
          </a:p>
          <a:p>
            <a:pPr marL="342900" indent="-342900"/>
            <a:endParaRPr lang="ru-RU" sz="2400">
              <a:latin typeface="Arial" charset="0"/>
            </a:endParaRPr>
          </a:p>
          <a:p>
            <a:pPr marL="342900" indent="-342900"/>
            <a:r>
              <a:rPr lang="ka-GE" sz="2400">
                <a:latin typeface="Arial" charset="0"/>
              </a:rPr>
              <a:t>3</a:t>
            </a:r>
            <a:r>
              <a:rPr lang="ka-GE" sz="2400" smtClean="0">
                <a:latin typeface="Arial" charset="0"/>
              </a:rPr>
              <a:t>)</a:t>
            </a:r>
            <a:r>
              <a:rPr lang="en-US" sz="2400" smtClean="0">
                <a:latin typeface="Arial" charset="0"/>
              </a:rPr>
              <a:t> </a:t>
            </a:r>
            <a:r>
              <a:rPr lang="ka-GE" sz="2400" smtClean="0">
                <a:latin typeface="Arial" charset="0"/>
              </a:rPr>
              <a:t>პრაქტიკულად </a:t>
            </a:r>
            <a:r>
              <a:rPr lang="ka-GE" sz="2400">
                <a:latin typeface="Arial" charset="0"/>
              </a:rPr>
              <a:t>შეუძლებელია ერთდროულად რამოდენიმე მომხმარებლის მიერ შეტანილი ცვლილებების ”სინხრონიზება”</a:t>
            </a:r>
            <a:endParaRPr lang="ru-RU" sz="2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9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9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469" grpId="0"/>
      <p:bldP spid="26947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0977CBD8-6A24-4B86-AAEA-062FD748B018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6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819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ფაილ-სერვერული სს-ები</a:t>
            </a:r>
            <a:endParaRPr lang="ru-RU" sz="3000" b="1">
              <a:latin typeface="Arial" charset="0"/>
            </a:endParaRPr>
          </a:p>
        </p:txBody>
      </p:sp>
      <p:grpSp>
        <p:nvGrpSpPr>
          <p:cNvPr id="2" name="Group 207"/>
          <p:cNvGrpSpPr>
            <a:grpSpLocks/>
          </p:cNvGrpSpPr>
          <p:nvPr/>
        </p:nvGrpSpPr>
        <p:grpSpPr bwMode="auto">
          <a:xfrm>
            <a:off x="3738563" y="925513"/>
            <a:ext cx="1208087" cy="1363662"/>
            <a:chOff x="2355" y="583"/>
            <a:chExt cx="761" cy="859"/>
          </a:xfrm>
        </p:grpSpPr>
        <p:pic>
          <p:nvPicPr>
            <p:cNvPr id="8358" name="Picture 79" descr="Корпус-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1515224" flipH="1">
              <a:off x="2676" y="609"/>
              <a:ext cx="440" cy="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59" name="Rectangle 190"/>
            <p:cNvSpPr>
              <a:spLocks noChangeArrowheads="1"/>
            </p:cNvSpPr>
            <p:nvPr/>
          </p:nvSpPr>
          <p:spPr bwMode="auto">
            <a:xfrm>
              <a:off x="2355" y="583"/>
              <a:ext cx="26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</a:t>
              </a:r>
              <a:endParaRPr lang="ru-RU" b="1">
                <a:latin typeface="Arial" charset="0"/>
              </a:endParaRPr>
            </a:p>
          </p:txBody>
        </p:sp>
      </p:grpSp>
      <p:grpSp>
        <p:nvGrpSpPr>
          <p:cNvPr id="3" name="Group 208"/>
          <p:cNvGrpSpPr>
            <a:grpSpLocks/>
          </p:cNvGrpSpPr>
          <p:nvPr/>
        </p:nvGrpSpPr>
        <p:grpSpPr bwMode="auto">
          <a:xfrm>
            <a:off x="973138" y="860425"/>
            <a:ext cx="7480300" cy="2516188"/>
            <a:chOff x="613" y="542"/>
            <a:chExt cx="4712" cy="1585"/>
          </a:xfrm>
        </p:grpSpPr>
        <p:grpSp>
          <p:nvGrpSpPr>
            <p:cNvPr id="4" name="Group 44"/>
            <p:cNvGrpSpPr>
              <a:grpSpLocks/>
            </p:cNvGrpSpPr>
            <p:nvPr/>
          </p:nvGrpSpPr>
          <p:grpSpPr bwMode="auto">
            <a:xfrm>
              <a:off x="4574" y="800"/>
              <a:ext cx="751" cy="737"/>
              <a:chOff x="1950" y="2534"/>
              <a:chExt cx="1547" cy="1277"/>
            </a:xfrm>
          </p:grpSpPr>
          <p:sp>
            <p:nvSpPr>
              <p:cNvPr id="8324" name="AutoShape 45"/>
              <p:cNvSpPr>
                <a:spLocks noChangeAspect="1" noChangeArrowheads="1" noTextEdit="1"/>
              </p:cNvSpPr>
              <p:nvPr/>
            </p:nvSpPr>
            <p:spPr bwMode="auto">
              <a:xfrm>
                <a:off x="1950" y="2537"/>
                <a:ext cx="1440" cy="1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5" name="AutoShape 46"/>
              <p:cNvSpPr>
                <a:spLocks noChangeAspect="1" noChangeArrowheads="1" noTextEdit="1"/>
              </p:cNvSpPr>
              <p:nvPr/>
            </p:nvSpPr>
            <p:spPr bwMode="auto">
              <a:xfrm>
                <a:off x="2366" y="2534"/>
                <a:ext cx="1131" cy="1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6" name="Freeform 47"/>
              <p:cNvSpPr>
                <a:spLocks/>
              </p:cNvSpPr>
              <p:nvPr/>
            </p:nvSpPr>
            <p:spPr bwMode="auto">
              <a:xfrm>
                <a:off x="2145" y="3062"/>
                <a:ext cx="921" cy="399"/>
              </a:xfrm>
              <a:custGeom>
                <a:avLst/>
                <a:gdLst>
                  <a:gd name="T0" fmla="*/ 0 w 921"/>
                  <a:gd name="T1" fmla="*/ 190 h 399"/>
                  <a:gd name="T2" fmla="*/ 522 w 921"/>
                  <a:gd name="T3" fmla="*/ 399 h 399"/>
                  <a:gd name="T4" fmla="*/ 913 w 921"/>
                  <a:gd name="T5" fmla="*/ 251 h 399"/>
                  <a:gd name="T6" fmla="*/ 921 w 921"/>
                  <a:gd name="T7" fmla="*/ 85 h 399"/>
                  <a:gd name="T8" fmla="*/ 680 w 921"/>
                  <a:gd name="T9" fmla="*/ 0 h 399"/>
                  <a:gd name="T10" fmla="*/ 0 w 921"/>
                  <a:gd name="T11" fmla="*/ 190 h 3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1"/>
                  <a:gd name="T19" fmla="*/ 0 h 399"/>
                  <a:gd name="T20" fmla="*/ 921 w 921"/>
                  <a:gd name="T21" fmla="*/ 399 h 3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1" h="399">
                    <a:moveTo>
                      <a:pt x="0" y="190"/>
                    </a:moveTo>
                    <a:lnTo>
                      <a:pt x="522" y="399"/>
                    </a:lnTo>
                    <a:lnTo>
                      <a:pt x="913" y="251"/>
                    </a:lnTo>
                    <a:lnTo>
                      <a:pt x="921" y="85"/>
                    </a:lnTo>
                    <a:lnTo>
                      <a:pt x="680" y="0"/>
                    </a:lnTo>
                    <a:lnTo>
                      <a:pt x="0" y="190"/>
                    </a:lnTo>
                    <a:close/>
                  </a:path>
                </a:pathLst>
              </a:custGeom>
              <a:blipFill dpi="0" rotWithShape="1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7" name="Freeform 48"/>
              <p:cNvSpPr>
                <a:spLocks/>
              </p:cNvSpPr>
              <p:nvPr/>
            </p:nvSpPr>
            <p:spPr bwMode="auto">
              <a:xfrm>
                <a:off x="3002" y="2631"/>
                <a:ext cx="338" cy="438"/>
              </a:xfrm>
              <a:custGeom>
                <a:avLst/>
                <a:gdLst>
                  <a:gd name="T0" fmla="*/ 266 w 676"/>
                  <a:gd name="T1" fmla="*/ 217 h 876"/>
                  <a:gd name="T2" fmla="*/ 271 w 676"/>
                  <a:gd name="T3" fmla="*/ 184 h 876"/>
                  <a:gd name="T4" fmla="*/ 271 w 676"/>
                  <a:gd name="T5" fmla="*/ 150 h 876"/>
                  <a:gd name="T6" fmla="*/ 265 w 676"/>
                  <a:gd name="T7" fmla="*/ 117 h 876"/>
                  <a:gd name="T8" fmla="*/ 255 w 676"/>
                  <a:gd name="T9" fmla="*/ 88 h 876"/>
                  <a:gd name="T10" fmla="*/ 240 w 676"/>
                  <a:gd name="T11" fmla="*/ 61 h 876"/>
                  <a:gd name="T12" fmla="*/ 222 w 676"/>
                  <a:gd name="T13" fmla="*/ 38 h 876"/>
                  <a:gd name="T14" fmla="*/ 200 w 676"/>
                  <a:gd name="T15" fmla="*/ 20 h 876"/>
                  <a:gd name="T16" fmla="*/ 176 w 676"/>
                  <a:gd name="T17" fmla="*/ 7 h 876"/>
                  <a:gd name="T18" fmla="*/ 150 w 676"/>
                  <a:gd name="T19" fmla="*/ 1 h 876"/>
                  <a:gd name="T20" fmla="*/ 122 w 676"/>
                  <a:gd name="T21" fmla="*/ 1 h 876"/>
                  <a:gd name="T22" fmla="*/ 95 w 676"/>
                  <a:gd name="T23" fmla="*/ 7 h 876"/>
                  <a:gd name="T24" fmla="*/ 71 w 676"/>
                  <a:gd name="T25" fmla="*/ 20 h 876"/>
                  <a:gd name="T26" fmla="*/ 49 w 676"/>
                  <a:gd name="T27" fmla="*/ 38 h 876"/>
                  <a:gd name="T28" fmla="*/ 31 w 676"/>
                  <a:gd name="T29" fmla="*/ 61 h 876"/>
                  <a:gd name="T30" fmla="*/ 17 w 676"/>
                  <a:gd name="T31" fmla="*/ 88 h 876"/>
                  <a:gd name="T32" fmla="*/ 6 w 676"/>
                  <a:gd name="T33" fmla="*/ 117 h 876"/>
                  <a:gd name="T34" fmla="*/ 1 w 676"/>
                  <a:gd name="T35" fmla="*/ 150 h 876"/>
                  <a:gd name="T36" fmla="*/ 1 w 676"/>
                  <a:gd name="T37" fmla="*/ 185 h 876"/>
                  <a:gd name="T38" fmla="*/ 5 w 676"/>
                  <a:gd name="T39" fmla="*/ 217 h 876"/>
                  <a:gd name="T40" fmla="*/ 15 w 676"/>
                  <a:gd name="T41" fmla="*/ 247 h 876"/>
                  <a:gd name="T42" fmla="*/ 28 w 676"/>
                  <a:gd name="T43" fmla="*/ 274 h 876"/>
                  <a:gd name="T44" fmla="*/ 45 w 676"/>
                  <a:gd name="T45" fmla="*/ 297 h 876"/>
                  <a:gd name="T46" fmla="*/ 66 w 676"/>
                  <a:gd name="T47" fmla="*/ 315 h 876"/>
                  <a:gd name="T48" fmla="*/ 89 w 676"/>
                  <a:gd name="T49" fmla="*/ 328 h 876"/>
                  <a:gd name="T50" fmla="*/ 115 w 676"/>
                  <a:gd name="T51" fmla="*/ 334 h 876"/>
                  <a:gd name="T52" fmla="*/ 133 w 676"/>
                  <a:gd name="T53" fmla="*/ 335 h 876"/>
                  <a:gd name="T54" fmla="*/ 139 w 676"/>
                  <a:gd name="T55" fmla="*/ 335 h 876"/>
                  <a:gd name="T56" fmla="*/ 145 w 676"/>
                  <a:gd name="T57" fmla="*/ 334 h 876"/>
                  <a:gd name="T58" fmla="*/ 151 w 676"/>
                  <a:gd name="T59" fmla="*/ 332 h 876"/>
                  <a:gd name="T60" fmla="*/ 138 w 676"/>
                  <a:gd name="T61" fmla="*/ 389 h 876"/>
                  <a:gd name="T62" fmla="*/ 143 w 676"/>
                  <a:gd name="T63" fmla="*/ 393 h 876"/>
                  <a:gd name="T64" fmla="*/ 157 w 676"/>
                  <a:gd name="T65" fmla="*/ 404 h 876"/>
                  <a:gd name="T66" fmla="*/ 178 w 676"/>
                  <a:gd name="T67" fmla="*/ 419 h 876"/>
                  <a:gd name="T68" fmla="*/ 205 w 676"/>
                  <a:gd name="T69" fmla="*/ 433 h 876"/>
                  <a:gd name="T70" fmla="*/ 220 w 676"/>
                  <a:gd name="T71" fmla="*/ 438 h 876"/>
                  <a:gd name="T72" fmla="*/ 235 w 676"/>
                  <a:gd name="T73" fmla="*/ 438 h 876"/>
                  <a:gd name="T74" fmla="*/ 251 w 676"/>
                  <a:gd name="T75" fmla="*/ 435 h 876"/>
                  <a:gd name="T76" fmla="*/ 266 w 676"/>
                  <a:gd name="T77" fmla="*/ 430 h 876"/>
                  <a:gd name="T78" fmla="*/ 279 w 676"/>
                  <a:gd name="T79" fmla="*/ 423 h 876"/>
                  <a:gd name="T80" fmla="*/ 291 w 676"/>
                  <a:gd name="T81" fmla="*/ 417 h 876"/>
                  <a:gd name="T82" fmla="*/ 301 w 676"/>
                  <a:gd name="T83" fmla="*/ 412 h 876"/>
                  <a:gd name="T84" fmla="*/ 309 w 676"/>
                  <a:gd name="T85" fmla="*/ 408 h 876"/>
                  <a:gd name="T86" fmla="*/ 320 w 676"/>
                  <a:gd name="T87" fmla="*/ 400 h 876"/>
                  <a:gd name="T88" fmla="*/ 329 w 676"/>
                  <a:gd name="T89" fmla="*/ 385 h 876"/>
                  <a:gd name="T90" fmla="*/ 336 w 676"/>
                  <a:gd name="T91" fmla="*/ 372 h 876"/>
                  <a:gd name="T92" fmla="*/ 338 w 676"/>
                  <a:gd name="T93" fmla="*/ 366 h 8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676"/>
                  <a:gd name="T142" fmla="*/ 0 h 876"/>
                  <a:gd name="T143" fmla="*/ 676 w 676"/>
                  <a:gd name="T144" fmla="*/ 876 h 87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676" h="876">
                    <a:moveTo>
                      <a:pt x="521" y="464"/>
                    </a:moveTo>
                    <a:lnTo>
                      <a:pt x="531" y="433"/>
                    </a:lnTo>
                    <a:lnTo>
                      <a:pt x="538" y="402"/>
                    </a:lnTo>
                    <a:lnTo>
                      <a:pt x="541" y="368"/>
                    </a:lnTo>
                    <a:lnTo>
                      <a:pt x="542" y="335"/>
                    </a:lnTo>
                    <a:lnTo>
                      <a:pt x="541" y="300"/>
                    </a:lnTo>
                    <a:lnTo>
                      <a:pt x="536" y="267"/>
                    </a:lnTo>
                    <a:lnTo>
                      <a:pt x="529" y="235"/>
                    </a:lnTo>
                    <a:lnTo>
                      <a:pt x="521" y="205"/>
                    </a:lnTo>
                    <a:lnTo>
                      <a:pt x="510" y="175"/>
                    </a:lnTo>
                    <a:lnTo>
                      <a:pt x="496" y="147"/>
                    </a:lnTo>
                    <a:lnTo>
                      <a:pt x="480" y="122"/>
                    </a:lnTo>
                    <a:lnTo>
                      <a:pt x="463" y="97"/>
                    </a:lnTo>
                    <a:lnTo>
                      <a:pt x="444" y="76"/>
                    </a:lnTo>
                    <a:lnTo>
                      <a:pt x="422" y="57"/>
                    </a:lnTo>
                    <a:lnTo>
                      <a:pt x="400" y="40"/>
                    </a:lnTo>
                    <a:lnTo>
                      <a:pt x="377" y="26"/>
                    </a:lnTo>
                    <a:lnTo>
                      <a:pt x="352" y="15"/>
                    </a:lnTo>
                    <a:lnTo>
                      <a:pt x="326" y="6"/>
                    </a:lnTo>
                    <a:lnTo>
                      <a:pt x="299" y="1"/>
                    </a:lnTo>
                    <a:lnTo>
                      <a:pt x="271" y="0"/>
                    </a:lnTo>
                    <a:lnTo>
                      <a:pt x="244" y="1"/>
                    </a:lnTo>
                    <a:lnTo>
                      <a:pt x="217" y="6"/>
                    </a:lnTo>
                    <a:lnTo>
                      <a:pt x="191" y="15"/>
                    </a:lnTo>
                    <a:lnTo>
                      <a:pt x="166" y="26"/>
                    </a:lnTo>
                    <a:lnTo>
                      <a:pt x="142" y="40"/>
                    </a:lnTo>
                    <a:lnTo>
                      <a:pt x="119" y="57"/>
                    </a:lnTo>
                    <a:lnTo>
                      <a:pt x="99" y="76"/>
                    </a:lnTo>
                    <a:lnTo>
                      <a:pt x="79" y="97"/>
                    </a:lnTo>
                    <a:lnTo>
                      <a:pt x="62" y="122"/>
                    </a:lnTo>
                    <a:lnTo>
                      <a:pt x="46" y="147"/>
                    </a:lnTo>
                    <a:lnTo>
                      <a:pt x="33" y="175"/>
                    </a:lnTo>
                    <a:lnTo>
                      <a:pt x="22" y="205"/>
                    </a:lnTo>
                    <a:lnTo>
                      <a:pt x="12" y="235"/>
                    </a:lnTo>
                    <a:lnTo>
                      <a:pt x="5" y="267"/>
                    </a:lnTo>
                    <a:lnTo>
                      <a:pt x="1" y="300"/>
                    </a:lnTo>
                    <a:lnTo>
                      <a:pt x="0" y="335"/>
                    </a:lnTo>
                    <a:lnTo>
                      <a:pt x="1" y="369"/>
                    </a:lnTo>
                    <a:lnTo>
                      <a:pt x="4" y="402"/>
                    </a:lnTo>
                    <a:lnTo>
                      <a:pt x="11" y="434"/>
                    </a:lnTo>
                    <a:lnTo>
                      <a:pt x="19" y="465"/>
                    </a:lnTo>
                    <a:lnTo>
                      <a:pt x="30" y="494"/>
                    </a:lnTo>
                    <a:lnTo>
                      <a:pt x="42" y="521"/>
                    </a:lnTo>
                    <a:lnTo>
                      <a:pt x="57" y="548"/>
                    </a:lnTo>
                    <a:lnTo>
                      <a:pt x="73" y="571"/>
                    </a:lnTo>
                    <a:lnTo>
                      <a:pt x="91" y="593"/>
                    </a:lnTo>
                    <a:lnTo>
                      <a:pt x="111" y="612"/>
                    </a:lnTo>
                    <a:lnTo>
                      <a:pt x="132" y="630"/>
                    </a:lnTo>
                    <a:lnTo>
                      <a:pt x="155" y="644"/>
                    </a:lnTo>
                    <a:lnTo>
                      <a:pt x="179" y="655"/>
                    </a:lnTo>
                    <a:lnTo>
                      <a:pt x="205" y="663"/>
                    </a:lnTo>
                    <a:lnTo>
                      <a:pt x="231" y="668"/>
                    </a:lnTo>
                    <a:lnTo>
                      <a:pt x="259" y="670"/>
                    </a:lnTo>
                    <a:lnTo>
                      <a:pt x="265" y="670"/>
                    </a:lnTo>
                    <a:lnTo>
                      <a:pt x="270" y="669"/>
                    </a:lnTo>
                    <a:lnTo>
                      <a:pt x="277" y="669"/>
                    </a:lnTo>
                    <a:lnTo>
                      <a:pt x="283" y="668"/>
                    </a:lnTo>
                    <a:lnTo>
                      <a:pt x="290" y="667"/>
                    </a:lnTo>
                    <a:lnTo>
                      <a:pt x="296" y="665"/>
                    </a:lnTo>
                    <a:lnTo>
                      <a:pt x="301" y="664"/>
                    </a:lnTo>
                    <a:lnTo>
                      <a:pt x="307" y="663"/>
                    </a:lnTo>
                    <a:lnTo>
                      <a:pt x="276" y="778"/>
                    </a:lnTo>
                    <a:lnTo>
                      <a:pt x="278" y="781"/>
                    </a:lnTo>
                    <a:lnTo>
                      <a:pt x="285" y="786"/>
                    </a:lnTo>
                    <a:lnTo>
                      <a:pt x="298" y="797"/>
                    </a:lnTo>
                    <a:lnTo>
                      <a:pt x="313" y="808"/>
                    </a:lnTo>
                    <a:lnTo>
                      <a:pt x="333" y="822"/>
                    </a:lnTo>
                    <a:lnTo>
                      <a:pt x="356" y="837"/>
                    </a:lnTo>
                    <a:lnTo>
                      <a:pt x="381" y="852"/>
                    </a:lnTo>
                    <a:lnTo>
                      <a:pt x="410" y="866"/>
                    </a:lnTo>
                    <a:lnTo>
                      <a:pt x="425" y="872"/>
                    </a:lnTo>
                    <a:lnTo>
                      <a:pt x="440" y="875"/>
                    </a:lnTo>
                    <a:lnTo>
                      <a:pt x="456" y="876"/>
                    </a:lnTo>
                    <a:lnTo>
                      <a:pt x="471" y="875"/>
                    </a:lnTo>
                    <a:lnTo>
                      <a:pt x="487" y="873"/>
                    </a:lnTo>
                    <a:lnTo>
                      <a:pt x="502" y="869"/>
                    </a:lnTo>
                    <a:lnTo>
                      <a:pt x="517" y="865"/>
                    </a:lnTo>
                    <a:lnTo>
                      <a:pt x="531" y="859"/>
                    </a:lnTo>
                    <a:lnTo>
                      <a:pt x="544" y="853"/>
                    </a:lnTo>
                    <a:lnTo>
                      <a:pt x="558" y="846"/>
                    </a:lnTo>
                    <a:lnTo>
                      <a:pt x="571" y="839"/>
                    </a:lnTo>
                    <a:lnTo>
                      <a:pt x="582" y="834"/>
                    </a:lnTo>
                    <a:lnTo>
                      <a:pt x="593" y="828"/>
                    </a:lnTo>
                    <a:lnTo>
                      <a:pt x="602" y="823"/>
                    </a:lnTo>
                    <a:lnTo>
                      <a:pt x="610" y="819"/>
                    </a:lnTo>
                    <a:lnTo>
                      <a:pt x="617" y="816"/>
                    </a:lnTo>
                    <a:lnTo>
                      <a:pt x="629" y="809"/>
                    </a:lnTo>
                    <a:lnTo>
                      <a:pt x="640" y="799"/>
                    </a:lnTo>
                    <a:lnTo>
                      <a:pt x="649" y="785"/>
                    </a:lnTo>
                    <a:lnTo>
                      <a:pt x="658" y="770"/>
                    </a:lnTo>
                    <a:lnTo>
                      <a:pt x="665" y="755"/>
                    </a:lnTo>
                    <a:lnTo>
                      <a:pt x="671" y="743"/>
                    </a:lnTo>
                    <a:lnTo>
                      <a:pt x="675" y="735"/>
                    </a:lnTo>
                    <a:lnTo>
                      <a:pt x="676" y="731"/>
                    </a:lnTo>
                    <a:lnTo>
                      <a:pt x="521" y="464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8" name="Freeform 49"/>
              <p:cNvSpPr>
                <a:spLocks/>
              </p:cNvSpPr>
              <p:nvPr/>
            </p:nvSpPr>
            <p:spPr bwMode="auto">
              <a:xfrm>
                <a:off x="3005" y="2536"/>
                <a:ext cx="491" cy="398"/>
              </a:xfrm>
              <a:custGeom>
                <a:avLst/>
                <a:gdLst>
                  <a:gd name="T0" fmla="*/ 488 w 983"/>
                  <a:gd name="T1" fmla="*/ 180 h 798"/>
                  <a:gd name="T2" fmla="*/ 481 w 983"/>
                  <a:gd name="T3" fmla="*/ 151 h 798"/>
                  <a:gd name="T4" fmla="*/ 470 w 983"/>
                  <a:gd name="T5" fmla="*/ 129 h 798"/>
                  <a:gd name="T6" fmla="*/ 450 w 983"/>
                  <a:gd name="T7" fmla="*/ 100 h 798"/>
                  <a:gd name="T8" fmla="*/ 425 w 983"/>
                  <a:gd name="T9" fmla="*/ 79 h 798"/>
                  <a:gd name="T10" fmla="*/ 391 w 983"/>
                  <a:gd name="T11" fmla="*/ 71 h 798"/>
                  <a:gd name="T12" fmla="*/ 360 w 983"/>
                  <a:gd name="T13" fmla="*/ 75 h 798"/>
                  <a:gd name="T14" fmla="*/ 332 w 983"/>
                  <a:gd name="T15" fmla="*/ 81 h 798"/>
                  <a:gd name="T16" fmla="*/ 311 w 983"/>
                  <a:gd name="T17" fmla="*/ 62 h 798"/>
                  <a:gd name="T18" fmla="*/ 282 w 983"/>
                  <a:gd name="T19" fmla="*/ 35 h 798"/>
                  <a:gd name="T20" fmla="*/ 243 w 983"/>
                  <a:gd name="T21" fmla="*/ 13 h 798"/>
                  <a:gd name="T22" fmla="*/ 216 w 983"/>
                  <a:gd name="T23" fmla="*/ 4 h 798"/>
                  <a:gd name="T24" fmla="*/ 188 w 983"/>
                  <a:gd name="T25" fmla="*/ 0 h 798"/>
                  <a:gd name="T26" fmla="*/ 158 w 983"/>
                  <a:gd name="T27" fmla="*/ 1 h 798"/>
                  <a:gd name="T28" fmla="*/ 132 w 983"/>
                  <a:gd name="T29" fmla="*/ 5 h 798"/>
                  <a:gd name="T30" fmla="*/ 109 w 983"/>
                  <a:gd name="T31" fmla="*/ 8 h 798"/>
                  <a:gd name="T32" fmla="*/ 87 w 983"/>
                  <a:gd name="T33" fmla="*/ 13 h 798"/>
                  <a:gd name="T34" fmla="*/ 69 w 983"/>
                  <a:gd name="T35" fmla="*/ 18 h 798"/>
                  <a:gd name="T36" fmla="*/ 53 w 983"/>
                  <a:gd name="T37" fmla="*/ 25 h 798"/>
                  <a:gd name="T38" fmla="*/ 20 w 983"/>
                  <a:gd name="T39" fmla="*/ 48 h 798"/>
                  <a:gd name="T40" fmla="*/ 3 w 983"/>
                  <a:gd name="T41" fmla="*/ 79 h 798"/>
                  <a:gd name="T42" fmla="*/ 1 w 983"/>
                  <a:gd name="T43" fmla="*/ 115 h 798"/>
                  <a:gd name="T44" fmla="*/ 11 w 983"/>
                  <a:gd name="T45" fmla="*/ 144 h 798"/>
                  <a:gd name="T46" fmla="*/ 34 w 983"/>
                  <a:gd name="T47" fmla="*/ 166 h 798"/>
                  <a:gd name="T48" fmla="*/ 67 w 983"/>
                  <a:gd name="T49" fmla="*/ 182 h 798"/>
                  <a:gd name="T50" fmla="*/ 109 w 983"/>
                  <a:gd name="T51" fmla="*/ 194 h 798"/>
                  <a:gd name="T52" fmla="*/ 159 w 983"/>
                  <a:gd name="T53" fmla="*/ 202 h 798"/>
                  <a:gd name="T54" fmla="*/ 179 w 983"/>
                  <a:gd name="T55" fmla="*/ 209 h 798"/>
                  <a:gd name="T56" fmla="*/ 199 w 983"/>
                  <a:gd name="T57" fmla="*/ 222 h 798"/>
                  <a:gd name="T58" fmla="*/ 210 w 983"/>
                  <a:gd name="T59" fmla="*/ 301 h 798"/>
                  <a:gd name="T60" fmla="*/ 216 w 983"/>
                  <a:gd name="T61" fmla="*/ 316 h 798"/>
                  <a:gd name="T62" fmla="*/ 237 w 983"/>
                  <a:gd name="T63" fmla="*/ 350 h 798"/>
                  <a:gd name="T64" fmla="*/ 269 w 983"/>
                  <a:gd name="T65" fmla="*/ 382 h 798"/>
                  <a:gd name="T66" fmla="*/ 298 w 983"/>
                  <a:gd name="T67" fmla="*/ 398 h 798"/>
                  <a:gd name="T68" fmla="*/ 324 w 983"/>
                  <a:gd name="T69" fmla="*/ 393 h 798"/>
                  <a:gd name="T70" fmla="*/ 344 w 983"/>
                  <a:gd name="T71" fmla="*/ 368 h 798"/>
                  <a:gd name="T72" fmla="*/ 347 w 983"/>
                  <a:gd name="T73" fmla="*/ 341 h 798"/>
                  <a:gd name="T74" fmla="*/ 345 w 983"/>
                  <a:gd name="T75" fmla="*/ 328 h 798"/>
                  <a:gd name="T76" fmla="*/ 355 w 983"/>
                  <a:gd name="T77" fmla="*/ 336 h 798"/>
                  <a:gd name="T78" fmla="*/ 378 w 983"/>
                  <a:gd name="T79" fmla="*/ 347 h 798"/>
                  <a:gd name="T80" fmla="*/ 405 w 983"/>
                  <a:gd name="T81" fmla="*/ 349 h 798"/>
                  <a:gd name="T82" fmla="*/ 443 w 983"/>
                  <a:gd name="T83" fmla="*/ 330 h 798"/>
                  <a:gd name="T84" fmla="*/ 477 w 983"/>
                  <a:gd name="T85" fmla="*/ 291 h 798"/>
                  <a:gd name="T86" fmla="*/ 490 w 983"/>
                  <a:gd name="T87" fmla="*/ 236 h 7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83"/>
                  <a:gd name="T133" fmla="*/ 0 h 798"/>
                  <a:gd name="T134" fmla="*/ 983 w 983"/>
                  <a:gd name="T135" fmla="*/ 798 h 7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83" h="798">
                    <a:moveTo>
                      <a:pt x="982" y="406"/>
                    </a:moveTo>
                    <a:lnTo>
                      <a:pt x="979" y="383"/>
                    </a:lnTo>
                    <a:lnTo>
                      <a:pt x="977" y="361"/>
                    </a:lnTo>
                    <a:lnTo>
                      <a:pt x="972" y="341"/>
                    </a:lnTo>
                    <a:lnTo>
                      <a:pt x="968" y="322"/>
                    </a:lnTo>
                    <a:lnTo>
                      <a:pt x="962" y="303"/>
                    </a:lnTo>
                    <a:lnTo>
                      <a:pt x="955" y="287"/>
                    </a:lnTo>
                    <a:lnTo>
                      <a:pt x="948" y="272"/>
                    </a:lnTo>
                    <a:lnTo>
                      <a:pt x="940" y="259"/>
                    </a:lnTo>
                    <a:lnTo>
                      <a:pt x="926" y="238"/>
                    </a:lnTo>
                    <a:lnTo>
                      <a:pt x="914" y="218"/>
                    </a:lnTo>
                    <a:lnTo>
                      <a:pt x="900" y="200"/>
                    </a:lnTo>
                    <a:lnTo>
                      <a:pt x="886" y="184"/>
                    </a:lnTo>
                    <a:lnTo>
                      <a:pt x="870" y="171"/>
                    </a:lnTo>
                    <a:lnTo>
                      <a:pt x="850" y="159"/>
                    </a:lnTo>
                    <a:lnTo>
                      <a:pt x="829" y="150"/>
                    </a:lnTo>
                    <a:lnTo>
                      <a:pt x="803" y="144"/>
                    </a:lnTo>
                    <a:lnTo>
                      <a:pt x="782" y="143"/>
                    </a:lnTo>
                    <a:lnTo>
                      <a:pt x="762" y="144"/>
                    </a:lnTo>
                    <a:lnTo>
                      <a:pt x="741" y="147"/>
                    </a:lnTo>
                    <a:lnTo>
                      <a:pt x="720" y="150"/>
                    </a:lnTo>
                    <a:lnTo>
                      <a:pt x="701" y="155"/>
                    </a:lnTo>
                    <a:lnTo>
                      <a:pt x="682" y="158"/>
                    </a:lnTo>
                    <a:lnTo>
                      <a:pt x="665" y="162"/>
                    </a:lnTo>
                    <a:lnTo>
                      <a:pt x="651" y="164"/>
                    </a:lnTo>
                    <a:lnTo>
                      <a:pt x="638" y="144"/>
                    </a:lnTo>
                    <a:lnTo>
                      <a:pt x="622" y="125"/>
                    </a:lnTo>
                    <a:lnTo>
                      <a:pt x="605" y="105"/>
                    </a:lnTo>
                    <a:lnTo>
                      <a:pt x="586" y="87"/>
                    </a:lnTo>
                    <a:lnTo>
                      <a:pt x="564" y="70"/>
                    </a:lnTo>
                    <a:lnTo>
                      <a:pt x="539" y="53"/>
                    </a:lnTo>
                    <a:lnTo>
                      <a:pt x="514" y="38"/>
                    </a:lnTo>
                    <a:lnTo>
                      <a:pt x="486" y="26"/>
                    </a:lnTo>
                    <a:lnTo>
                      <a:pt x="469" y="19"/>
                    </a:lnTo>
                    <a:lnTo>
                      <a:pt x="451" y="13"/>
                    </a:lnTo>
                    <a:lnTo>
                      <a:pt x="432" y="9"/>
                    </a:lnTo>
                    <a:lnTo>
                      <a:pt x="414" y="5"/>
                    </a:lnTo>
                    <a:lnTo>
                      <a:pt x="395" y="2"/>
                    </a:lnTo>
                    <a:lnTo>
                      <a:pt x="376" y="0"/>
                    </a:lnTo>
                    <a:lnTo>
                      <a:pt x="355" y="0"/>
                    </a:lnTo>
                    <a:lnTo>
                      <a:pt x="336" y="2"/>
                    </a:lnTo>
                    <a:lnTo>
                      <a:pt x="317" y="3"/>
                    </a:lnTo>
                    <a:lnTo>
                      <a:pt x="299" y="5"/>
                    </a:lnTo>
                    <a:lnTo>
                      <a:pt x="281" y="7"/>
                    </a:lnTo>
                    <a:lnTo>
                      <a:pt x="265" y="10"/>
                    </a:lnTo>
                    <a:lnTo>
                      <a:pt x="249" y="12"/>
                    </a:lnTo>
                    <a:lnTo>
                      <a:pt x="233" y="14"/>
                    </a:lnTo>
                    <a:lnTo>
                      <a:pt x="218" y="17"/>
                    </a:lnTo>
                    <a:lnTo>
                      <a:pt x="203" y="20"/>
                    </a:lnTo>
                    <a:lnTo>
                      <a:pt x="189" y="23"/>
                    </a:lnTo>
                    <a:lnTo>
                      <a:pt x="175" y="27"/>
                    </a:lnTo>
                    <a:lnTo>
                      <a:pt x="163" y="30"/>
                    </a:lnTo>
                    <a:lnTo>
                      <a:pt x="150" y="34"/>
                    </a:lnTo>
                    <a:lnTo>
                      <a:pt x="139" y="37"/>
                    </a:lnTo>
                    <a:lnTo>
                      <a:pt x="127" y="42"/>
                    </a:lnTo>
                    <a:lnTo>
                      <a:pt x="117" y="47"/>
                    </a:lnTo>
                    <a:lnTo>
                      <a:pt x="106" y="51"/>
                    </a:lnTo>
                    <a:lnTo>
                      <a:pt x="81" y="65"/>
                    </a:lnTo>
                    <a:lnTo>
                      <a:pt x="59" y="80"/>
                    </a:lnTo>
                    <a:lnTo>
                      <a:pt x="41" y="97"/>
                    </a:lnTo>
                    <a:lnTo>
                      <a:pt x="26" y="116"/>
                    </a:lnTo>
                    <a:lnTo>
                      <a:pt x="14" y="136"/>
                    </a:lnTo>
                    <a:lnTo>
                      <a:pt x="6" y="159"/>
                    </a:lnTo>
                    <a:lnTo>
                      <a:pt x="2" y="184"/>
                    </a:lnTo>
                    <a:lnTo>
                      <a:pt x="0" y="209"/>
                    </a:lnTo>
                    <a:lnTo>
                      <a:pt x="2" y="231"/>
                    </a:lnTo>
                    <a:lnTo>
                      <a:pt x="6" y="252"/>
                    </a:lnTo>
                    <a:lnTo>
                      <a:pt x="13" y="271"/>
                    </a:lnTo>
                    <a:lnTo>
                      <a:pt x="23" y="288"/>
                    </a:lnTo>
                    <a:lnTo>
                      <a:pt x="36" y="305"/>
                    </a:lnTo>
                    <a:lnTo>
                      <a:pt x="51" y="320"/>
                    </a:lnTo>
                    <a:lnTo>
                      <a:pt x="68" y="332"/>
                    </a:lnTo>
                    <a:lnTo>
                      <a:pt x="88" y="344"/>
                    </a:lnTo>
                    <a:lnTo>
                      <a:pt x="110" y="355"/>
                    </a:lnTo>
                    <a:lnTo>
                      <a:pt x="134" y="365"/>
                    </a:lnTo>
                    <a:lnTo>
                      <a:pt x="161" y="374"/>
                    </a:lnTo>
                    <a:lnTo>
                      <a:pt x="189" y="382"/>
                    </a:lnTo>
                    <a:lnTo>
                      <a:pt x="219" y="389"/>
                    </a:lnTo>
                    <a:lnTo>
                      <a:pt x="250" y="394"/>
                    </a:lnTo>
                    <a:lnTo>
                      <a:pt x="285" y="400"/>
                    </a:lnTo>
                    <a:lnTo>
                      <a:pt x="319" y="406"/>
                    </a:lnTo>
                    <a:lnTo>
                      <a:pt x="330" y="408"/>
                    </a:lnTo>
                    <a:lnTo>
                      <a:pt x="344" y="413"/>
                    </a:lnTo>
                    <a:lnTo>
                      <a:pt x="359" y="419"/>
                    </a:lnTo>
                    <a:lnTo>
                      <a:pt x="374" y="427"/>
                    </a:lnTo>
                    <a:lnTo>
                      <a:pt x="386" y="436"/>
                    </a:lnTo>
                    <a:lnTo>
                      <a:pt x="398" y="445"/>
                    </a:lnTo>
                    <a:lnTo>
                      <a:pt x="405" y="456"/>
                    </a:lnTo>
                    <a:lnTo>
                      <a:pt x="407" y="467"/>
                    </a:lnTo>
                    <a:lnTo>
                      <a:pt x="421" y="603"/>
                    </a:lnTo>
                    <a:lnTo>
                      <a:pt x="422" y="606"/>
                    </a:lnTo>
                    <a:lnTo>
                      <a:pt x="427" y="618"/>
                    </a:lnTo>
                    <a:lnTo>
                      <a:pt x="433" y="634"/>
                    </a:lnTo>
                    <a:lnTo>
                      <a:pt x="445" y="655"/>
                    </a:lnTo>
                    <a:lnTo>
                      <a:pt x="458" y="678"/>
                    </a:lnTo>
                    <a:lnTo>
                      <a:pt x="474" y="702"/>
                    </a:lnTo>
                    <a:lnTo>
                      <a:pt x="493" y="725"/>
                    </a:lnTo>
                    <a:lnTo>
                      <a:pt x="516" y="747"/>
                    </a:lnTo>
                    <a:lnTo>
                      <a:pt x="539" y="765"/>
                    </a:lnTo>
                    <a:lnTo>
                      <a:pt x="560" y="779"/>
                    </a:lnTo>
                    <a:lnTo>
                      <a:pt x="579" y="790"/>
                    </a:lnTo>
                    <a:lnTo>
                      <a:pt x="597" y="797"/>
                    </a:lnTo>
                    <a:lnTo>
                      <a:pt x="614" y="798"/>
                    </a:lnTo>
                    <a:lnTo>
                      <a:pt x="630" y="794"/>
                    </a:lnTo>
                    <a:lnTo>
                      <a:pt x="648" y="787"/>
                    </a:lnTo>
                    <a:lnTo>
                      <a:pt x="665" y="774"/>
                    </a:lnTo>
                    <a:lnTo>
                      <a:pt x="680" y="756"/>
                    </a:lnTo>
                    <a:lnTo>
                      <a:pt x="689" y="738"/>
                    </a:lnTo>
                    <a:lnTo>
                      <a:pt x="694" y="718"/>
                    </a:lnTo>
                    <a:lnTo>
                      <a:pt x="696" y="700"/>
                    </a:lnTo>
                    <a:lnTo>
                      <a:pt x="695" y="684"/>
                    </a:lnTo>
                    <a:lnTo>
                      <a:pt x="693" y="670"/>
                    </a:lnTo>
                    <a:lnTo>
                      <a:pt x="691" y="662"/>
                    </a:lnTo>
                    <a:lnTo>
                      <a:pt x="690" y="658"/>
                    </a:lnTo>
                    <a:lnTo>
                      <a:pt x="693" y="661"/>
                    </a:lnTo>
                    <a:lnTo>
                      <a:pt x="700" y="665"/>
                    </a:lnTo>
                    <a:lnTo>
                      <a:pt x="710" y="673"/>
                    </a:lnTo>
                    <a:lnTo>
                      <a:pt x="724" y="681"/>
                    </a:lnTo>
                    <a:lnTo>
                      <a:pt x="739" y="689"/>
                    </a:lnTo>
                    <a:lnTo>
                      <a:pt x="756" y="696"/>
                    </a:lnTo>
                    <a:lnTo>
                      <a:pt x="773" y="701"/>
                    </a:lnTo>
                    <a:lnTo>
                      <a:pt x="791" y="702"/>
                    </a:lnTo>
                    <a:lnTo>
                      <a:pt x="810" y="699"/>
                    </a:lnTo>
                    <a:lnTo>
                      <a:pt x="834" y="689"/>
                    </a:lnTo>
                    <a:lnTo>
                      <a:pt x="860" y="677"/>
                    </a:lnTo>
                    <a:lnTo>
                      <a:pt x="886" y="661"/>
                    </a:lnTo>
                    <a:lnTo>
                      <a:pt x="911" y="639"/>
                    </a:lnTo>
                    <a:lnTo>
                      <a:pt x="934" y="613"/>
                    </a:lnTo>
                    <a:lnTo>
                      <a:pt x="954" y="583"/>
                    </a:lnTo>
                    <a:lnTo>
                      <a:pt x="967" y="550"/>
                    </a:lnTo>
                    <a:lnTo>
                      <a:pt x="975" y="512"/>
                    </a:lnTo>
                    <a:lnTo>
                      <a:pt x="981" y="474"/>
                    </a:lnTo>
                    <a:lnTo>
                      <a:pt x="983" y="439"/>
                    </a:lnTo>
                    <a:lnTo>
                      <a:pt x="982" y="406"/>
                    </a:lnTo>
                    <a:close/>
                  </a:path>
                </a:pathLst>
              </a:custGeom>
              <a:solidFill>
                <a:srgbClr val="66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9" name="Freeform 50"/>
              <p:cNvSpPr>
                <a:spLocks/>
              </p:cNvSpPr>
              <p:nvPr/>
            </p:nvSpPr>
            <p:spPr bwMode="auto">
              <a:xfrm>
                <a:off x="2615" y="3448"/>
                <a:ext cx="675" cy="230"/>
              </a:xfrm>
              <a:custGeom>
                <a:avLst/>
                <a:gdLst>
                  <a:gd name="T0" fmla="*/ 10 w 1349"/>
                  <a:gd name="T1" fmla="*/ 230 h 461"/>
                  <a:gd name="T2" fmla="*/ 675 w 1349"/>
                  <a:gd name="T3" fmla="*/ 230 h 461"/>
                  <a:gd name="T4" fmla="*/ 529 w 1349"/>
                  <a:gd name="T5" fmla="*/ 41 h 461"/>
                  <a:gd name="T6" fmla="*/ 528 w 1349"/>
                  <a:gd name="T7" fmla="*/ 41 h 461"/>
                  <a:gd name="T8" fmla="*/ 525 w 1349"/>
                  <a:gd name="T9" fmla="*/ 41 h 461"/>
                  <a:gd name="T10" fmla="*/ 521 w 1349"/>
                  <a:gd name="T11" fmla="*/ 40 h 461"/>
                  <a:gd name="T12" fmla="*/ 516 w 1349"/>
                  <a:gd name="T13" fmla="*/ 39 h 461"/>
                  <a:gd name="T14" fmla="*/ 509 w 1349"/>
                  <a:gd name="T15" fmla="*/ 37 h 461"/>
                  <a:gd name="T16" fmla="*/ 501 w 1349"/>
                  <a:gd name="T17" fmla="*/ 36 h 461"/>
                  <a:gd name="T18" fmla="*/ 492 w 1349"/>
                  <a:gd name="T19" fmla="*/ 34 h 461"/>
                  <a:gd name="T20" fmla="*/ 482 w 1349"/>
                  <a:gd name="T21" fmla="*/ 32 h 461"/>
                  <a:gd name="T22" fmla="*/ 471 w 1349"/>
                  <a:gd name="T23" fmla="*/ 30 h 461"/>
                  <a:gd name="T24" fmla="*/ 458 w 1349"/>
                  <a:gd name="T25" fmla="*/ 28 h 461"/>
                  <a:gd name="T26" fmla="*/ 446 w 1349"/>
                  <a:gd name="T27" fmla="*/ 26 h 461"/>
                  <a:gd name="T28" fmla="*/ 432 w 1349"/>
                  <a:gd name="T29" fmla="*/ 23 h 461"/>
                  <a:gd name="T30" fmla="*/ 418 w 1349"/>
                  <a:gd name="T31" fmla="*/ 21 h 461"/>
                  <a:gd name="T32" fmla="*/ 403 w 1349"/>
                  <a:gd name="T33" fmla="*/ 19 h 461"/>
                  <a:gd name="T34" fmla="*/ 388 w 1349"/>
                  <a:gd name="T35" fmla="*/ 17 h 461"/>
                  <a:gd name="T36" fmla="*/ 372 w 1349"/>
                  <a:gd name="T37" fmla="*/ 14 h 461"/>
                  <a:gd name="T38" fmla="*/ 356 w 1349"/>
                  <a:gd name="T39" fmla="*/ 12 h 461"/>
                  <a:gd name="T40" fmla="*/ 340 w 1349"/>
                  <a:gd name="T41" fmla="*/ 10 h 461"/>
                  <a:gd name="T42" fmla="*/ 324 w 1349"/>
                  <a:gd name="T43" fmla="*/ 8 h 461"/>
                  <a:gd name="T44" fmla="*/ 308 w 1349"/>
                  <a:gd name="T45" fmla="*/ 6 h 461"/>
                  <a:gd name="T46" fmla="*/ 291 w 1349"/>
                  <a:gd name="T47" fmla="*/ 4 h 461"/>
                  <a:gd name="T48" fmla="*/ 275 w 1349"/>
                  <a:gd name="T49" fmla="*/ 3 h 461"/>
                  <a:gd name="T50" fmla="*/ 260 w 1349"/>
                  <a:gd name="T51" fmla="*/ 2 h 461"/>
                  <a:gd name="T52" fmla="*/ 244 w 1349"/>
                  <a:gd name="T53" fmla="*/ 1 h 461"/>
                  <a:gd name="T54" fmla="*/ 230 w 1349"/>
                  <a:gd name="T55" fmla="*/ 0 h 461"/>
                  <a:gd name="T56" fmla="*/ 215 w 1349"/>
                  <a:gd name="T57" fmla="*/ 0 h 461"/>
                  <a:gd name="T58" fmla="*/ 202 w 1349"/>
                  <a:gd name="T59" fmla="*/ 0 h 461"/>
                  <a:gd name="T60" fmla="*/ 188 w 1349"/>
                  <a:gd name="T61" fmla="*/ 0 h 461"/>
                  <a:gd name="T62" fmla="*/ 176 w 1349"/>
                  <a:gd name="T63" fmla="*/ 2 h 461"/>
                  <a:gd name="T64" fmla="*/ 165 w 1349"/>
                  <a:gd name="T65" fmla="*/ 3 h 461"/>
                  <a:gd name="T66" fmla="*/ 154 w 1349"/>
                  <a:gd name="T67" fmla="*/ 4 h 461"/>
                  <a:gd name="T68" fmla="*/ 145 w 1349"/>
                  <a:gd name="T69" fmla="*/ 7 h 461"/>
                  <a:gd name="T70" fmla="*/ 138 w 1349"/>
                  <a:gd name="T71" fmla="*/ 9 h 461"/>
                  <a:gd name="T72" fmla="*/ 131 w 1349"/>
                  <a:gd name="T73" fmla="*/ 11 h 461"/>
                  <a:gd name="T74" fmla="*/ 124 w 1349"/>
                  <a:gd name="T75" fmla="*/ 14 h 461"/>
                  <a:gd name="T76" fmla="*/ 116 w 1349"/>
                  <a:gd name="T77" fmla="*/ 17 h 461"/>
                  <a:gd name="T78" fmla="*/ 108 w 1349"/>
                  <a:gd name="T79" fmla="*/ 21 h 461"/>
                  <a:gd name="T80" fmla="*/ 99 w 1349"/>
                  <a:gd name="T81" fmla="*/ 25 h 461"/>
                  <a:gd name="T82" fmla="*/ 91 w 1349"/>
                  <a:gd name="T83" fmla="*/ 30 h 461"/>
                  <a:gd name="T84" fmla="*/ 82 w 1349"/>
                  <a:gd name="T85" fmla="*/ 34 h 461"/>
                  <a:gd name="T86" fmla="*/ 74 w 1349"/>
                  <a:gd name="T87" fmla="*/ 40 h 461"/>
                  <a:gd name="T88" fmla="*/ 66 w 1349"/>
                  <a:gd name="T89" fmla="*/ 45 h 461"/>
                  <a:gd name="T90" fmla="*/ 58 w 1349"/>
                  <a:gd name="T91" fmla="*/ 51 h 461"/>
                  <a:gd name="T92" fmla="*/ 50 w 1349"/>
                  <a:gd name="T93" fmla="*/ 57 h 461"/>
                  <a:gd name="T94" fmla="*/ 42 w 1349"/>
                  <a:gd name="T95" fmla="*/ 64 h 461"/>
                  <a:gd name="T96" fmla="*/ 35 w 1349"/>
                  <a:gd name="T97" fmla="*/ 71 h 461"/>
                  <a:gd name="T98" fmla="*/ 29 w 1349"/>
                  <a:gd name="T99" fmla="*/ 79 h 461"/>
                  <a:gd name="T100" fmla="*/ 23 w 1349"/>
                  <a:gd name="T101" fmla="*/ 87 h 461"/>
                  <a:gd name="T102" fmla="*/ 10 w 1349"/>
                  <a:gd name="T103" fmla="*/ 111 h 461"/>
                  <a:gd name="T104" fmla="*/ 3 w 1349"/>
                  <a:gd name="T105" fmla="*/ 135 h 461"/>
                  <a:gd name="T106" fmla="*/ 0 w 1349"/>
                  <a:gd name="T107" fmla="*/ 159 h 461"/>
                  <a:gd name="T108" fmla="*/ 0 w 1349"/>
                  <a:gd name="T109" fmla="*/ 182 h 461"/>
                  <a:gd name="T110" fmla="*/ 3 w 1349"/>
                  <a:gd name="T111" fmla="*/ 202 h 461"/>
                  <a:gd name="T112" fmla="*/ 6 w 1349"/>
                  <a:gd name="T113" fmla="*/ 216 h 461"/>
                  <a:gd name="T114" fmla="*/ 9 w 1349"/>
                  <a:gd name="T115" fmla="*/ 227 h 461"/>
                  <a:gd name="T116" fmla="*/ 10 w 1349"/>
                  <a:gd name="T117" fmla="*/ 230 h 46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49"/>
                  <a:gd name="T178" fmla="*/ 0 h 461"/>
                  <a:gd name="T179" fmla="*/ 1349 w 1349"/>
                  <a:gd name="T180" fmla="*/ 461 h 46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49" h="461">
                    <a:moveTo>
                      <a:pt x="19" y="461"/>
                    </a:moveTo>
                    <a:lnTo>
                      <a:pt x="1349" y="461"/>
                    </a:lnTo>
                    <a:lnTo>
                      <a:pt x="1057" y="83"/>
                    </a:lnTo>
                    <a:lnTo>
                      <a:pt x="1056" y="83"/>
                    </a:lnTo>
                    <a:lnTo>
                      <a:pt x="1050" y="82"/>
                    </a:lnTo>
                    <a:lnTo>
                      <a:pt x="1042" y="80"/>
                    </a:lnTo>
                    <a:lnTo>
                      <a:pt x="1031" y="79"/>
                    </a:lnTo>
                    <a:lnTo>
                      <a:pt x="1018" y="75"/>
                    </a:lnTo>
                    <a:lnTo>
                      <a:pt x="1002" y="73"/>
                    </a:lnTo>
                    <a:lnTo>
                      <a:pt x="984" y="68"/>
                    </a:lnTo>
                    <a:lnTo>
                      <a:pt x="964" y="65"/>
                    </a:lnTo>
                    <a:lnTo>
                      <a:pt x="941" y="61"/>
                    </a:lnTo>
                    <a:lnTo>
                      <a:pt x="916" y="57"/>
                    </a:lnTo>
                    <a:lnTo>
                      <a:pt x="891" y="52"/>
                    </a:lnTo>
                    <a:lnTo>
                      <a:pt x="863" y="47"/>
                    </a:lnTo>
                    <a:lnTo>
                      <a:pt x="835" y="43"/>
                    </a:lnTo>
                    <a:lnTo>
                      <a:pt x="805" y="38"/>
                    </a:lnTo>
                    <a:lnTo>
                      <a:pt x="775" y="34"/>
                    </a:lnTo>
                    <a:lnTo>
                      <a:pt x="744" y="29"/>
                    </a:lnTo>
                    <a:lnTo>
                      <a:pt x="711" y="24"/>
                    </a:lnTo>
                    <a:lnTo>
                      <a:pt x="679" y="20"/>
                    </a:lnTo>
                    <a:lnTo>
                      <a:pt x="647" y="16"/>
                    </a:lnTo>
                    <a:lnTo>
                      <a:pt x="615" y="13"/>
                    </a:lnTo>
                    <a:lnTo>
                      <a:pt x="582" y="9"/>
                    </a:lnTo>
                    <a:lnTo>
                      <a:pt x="550" y="7"/>
                    </a:lnTo>
                    <a:lnTo>
                      <a:pt x="519" y="5"/>
                    </a:lnTo>
                    <a:lnTo>
                      <a:pt x="488" y="3"/>
                    </a:lnTo>
                    <a:lnTo>
                      <a:pt x="459" y="1"/>
                    </a:lnTo>
                    <a:lnTo>
                      <a:pt x="430" y="0"/>
                    </a:lnTo>
                    <a:lnTo>
                      <a:pt x="403" y="1"/>
                    </a:lnTo>
                    <a:lnTo>
                      <a:pt x="376" y="1"/>
                    </a:lnTo>
                    <a:lnTo>
                      <a:pt x="352" y="4"/>
                    </a:lnTo>
                    <a:lnTo>
                      <a:pt x="329" y="6"/>
                    </a:lnTo>
                    <a:lnTo>
                      <a:pt x="308" y="9"/>
                    </a:lnTo>
                    <a:lnTo>
                      <a:pt x="290" y="14"/>
                    </a:lnTo>
                    <a:lnTo>
                      <a:pt x="276" y="19"/>
                    </a:lnTo>
                    <a:lnTo>
                      <a:pt x="262" y="23"/>
                    </a:lnTo>
                    <a:lnTo>
                      <a:pt x="247" y="29"/>
                    </a:lnTo>
                    <a:lnTo>
                      <a:pt x="231" y="35"/>
                    </a:lnTo>
                    <a:lnTo>
                      <a:pt x="215" y="43"/>
                    </a:lnTo>
                    <a:lnTo>
                      <a:pt x="198" y="51"/>
                    </a:lnTo>
                    <a:lnTo>
                      <a:pt x="182" y="60"/>
                    </a:lnTo>
                    <a:lnTo>
                      <a:pt x="164" y="69"/>
                    </a:lnTo>
                    <a:lnTo>
                      <a:pt x="147" y="80"/>
                    </a:lnTo>
                    <a:lnTo>
                      <a:pt x="131" y="91"/>
                    </a:lnTo>
                    <a:lnTo>
                      <a:pt x="115" y="103"/>
                    </a:lnTo>
                    <a:lnTo>
                      <a:pt x="99" y="115"/>
                    </a:lnTo>
                    <a:lnTo>
                      <a:pt x="84" y="129"/>
                    </a:lnTo>
                    <a:lnTo>
                      <a:pt x="70" y="143"/>
                    </a:lnTo>
                    <a:lnTo>
                      <a:pt x="57" y="158"/>
                    </a:lnTo>
                    <a:lnTo>
                      <a:pt x="46" y="174"/>
                    </a:lnTo>
                    <a:lnTo>
                      <a:pt x="19" y="223"/>
                    </a:lnTo>
                    <a:lnTo>
                      <a:pt x="5" y="271"/>
                    </a:lnTo>
                    <a:lnTo>
                      <a:pt x="0" y="319"/>
                    </a:lnTo>
                    <a:lnTo>
                      <a:pt x="0" y="364"/>
                    </a:lnTo>
                    <a:lnTo>
                      <a:pt x="5" y="404"/>
                    </a:lnTo>
                    <a:lnTo>
                      <a:pt x="11" y="433"/>
                    </a:lnTo>
                    <a:lnTo>
                      <a:pt x="17" y="454"/>
                    </a:lnTo>
                    <a:lnTo>
                      <a:pt x="19" y="461"/>
                    </a:lnTo>
                    <a:close/>
                  </a:path>
                </a:pathLst>
              </a:custGeom>
              <a:solidFill>
                <a:srgbClr val="0035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0" name="Freeform 51"/>
              <p:cNvSpPr>
                <a:spLocks/>
              </p:cNvSpPr>
              <p:nvPr/>
            </p:nvSpPr>
            <p:spPr bwMode="auto">
              <a:xfrm>
                <a:off x="2759" y="2982"/>
                <a:ext cx="688" cy="680"/>
              </a:xfrm>
              <a:custGeom>
                <a:avLst/>
                <a:gdLst>
                  <a:gd name="T0" fmla="*/ 381 w 1375"/>
                  <a:gd name="T1" fmla="*/ 22 h 1360"/>
                  <a:gd name="T2" fmla="*/ 361 w 1375"/>
                  <a:gd name="T3" fmla="*/ 28 h 1360"/>
                  <a:gd name="T4" fmla="*/ 330 w 1375"/>
                  <a:gd name="T5" fmla="*/ 38 h 1360"/>
                  <a:gd name="T6" fmla="*/ 295 w 1375"/>
                  <a:gd name="T7" fmla="*/ 55 h 1360"/>
                  <a:gd name="T8" fmla="*/ 263 w 1375"/>
                  <a:gd name="T9" fmla="*/ 81 h 1360"/>
                  <a:gd name="T10" fmla="*/ 236 w 1375"/>
                  <a:gd name="T11" fmla="*/ 120 h 1360"/>
                  <a:gd name="T12" fmla="*/ 217 w 1375"/>
                  <a:gd name="T13" fmla="*/ 169 h 1360"/>
                  <a:gd name="T14" fmla="*/ 204 w 1375"/>
                  <a:gd name="T15" fmla="*/ 230 h 1360"/>
                  <a:gd name="T16" fmla="*/ 195 w 1375"/>
                  <a:gd name="T17" fmla="*/ 313 h 1360"/>
                  <a:gd name="T18" fmla="*/ 185 w 1375"/>
                  <a:gd name="T19" fmla="*/ 380 h 1360"/>
                  <a:gd name="T20" fmla="*/ 158 w 1375"/>
                  <a:gd name="T21" fmla="*/ 411 h 1360"/>
                  <a:gd name="T22" fmla="*/ 116 w 1375"/>
                  <a:gd name="T23" fmla="*/ 388 h 1360"/>
                  <a:gd name="T24" fmla="*/ 91 w 1375"/>
                  <a:gd name="T25" fmla="*/ 342 h 1360"/>
                  <a:gd name="T26" fmla="*/ 0 w 1375"/>
                  <a:gd name="T27" fmla="*/ 373 h 1360"/>
                  <a:gd name="T28" fmla="*/ 4 w 1375"/>
                  <a:gd name="T29" fmla="*/ 388 h 1360"/>
                  <a:gd name="T30" fmla="*/ 16 w 1375"/>
                  <a:gd name="T31" fmla="*/ 426 h 1360"/>
                  <a:gd name="T32" fmla="*/ 32 w 1375"/>
                  <a:gd name="T33" fmla="*/ 468 h 1360"/>
                  <a:gd name="T34" fmla="*/ 49 w 1375"/>
                  <a:gd name="T35" fmla="*/ 496 h 1360"/>
                  <a:gd name="T36" fmla="*/ 71 w 1375"/>
                  <a:gd name="T37" fmla="*/ 523 h 1360"/>
                  <a:gd name="T38" fmla="*/ 97 w 1375"/>
                  <a:gd name="T39" fmla="*/ 547 h 1360"/>
                  <a:gd name="T40" fmla="*/ 121 w 1375"/>
                  <a:gd name="T41" fmla="*/ 563 h 1360"/>
                  <a:gd name="T42" fmla="*/ 142 w 1375"/>
                  <a:gd name="T43" fmla="*/ 571 h 1360"/>
                  <a:gd name="T44" fmla="*/ 164 w 1375"/>
                  <a:gd name="T45" fmla="*/ 574 h 1360"/>
                  <a:gd name="T46" fmla="*/ 180 w 1375"/>
                  <a:gd name="T47" fmla="*/ 571 h 1360"/>
                  <a:gd name="T48" fmla="*/ 209 w 1375"/>
                  <a:gd name="T49" fmla="*/ 566 h 1360"/>
                  <a:gd name="T50" fmla="*/ 219 w 1375"/>
                  <a:gd name="T51" fmla="*/ 572 h 1360"/>
                  <a:gd name="T52" fmla="*/ 227 w 1375"/>
                  <a:gd name="T53" fmla="*/ 587 h 1360"/>
                  <a:gd name="T54" fmla="*/ 238 w 1375"/>
                  <a:gd name="T55" fmla="*/ 609 h 1360"/>
                  <a:gd name="T56" fmla="*/ 261 w 1375"/>
                  <a:gd name="T57" fmla="*/ 633 h 1360"/>
                  <a:gd name="T58" fmla="*/ 302 w 1375"/>
                  <a:gd name="T59" fmla="*/ 657 h 1360"/>
                  <a:gd name="T60" fmla="*/ 367 w 1375"/>
                  <a:gd name="T61" fmla="*/ 676 h 1360"/>
                  <a:gd name="T62" fmla="*/ 427 w 1375"/>
                  <a:gd name="T63" fmla="*/ 680 h 1360"/>
                  <a:gd name="T64" fmla="*/ 478 w 1375"/>
                  <a:gd name="T65" fmla="*/ 675 h 1360"/>
                  <a:gd name="T66" fmla="*/ 515 w 1375"/>
                  <a:gd name="T67" fmla="*/ 666 h 1360"/>
                  <a:gd name="T68" fmla="*/ 536 w 1375"/>
                  <a:gd name="T69" fmla="*/ 658 h 1360"/>
                  <a:gd name="T70" fmla="*/ 547 w 1375"/>
                  <a:gd name="T71" fmla="*/ 638 h 1360"/>
                  <a:gd name="T72" fmla="*/ 576 w 1375"/>
                  <a:gd name="T73" fmla="*/ 563 h 1360"/>
                  <a:gd name="T74" fmla="*/ 615 w 1375"/>
                  <a:gd name="T75" fmla="*/ 455 h 1360"/>
                  <a:gd name="T76" fmla="*/ 654 w 1375"/>
                  <a:gd name="T77" fmla="*/ 343 h 1360"/>
                  <a:gd name="T78" fmla="*/ 681 w 1375"/>
                  <a:gd name="T79" fmla="*/ 255 h 1360"/>
                  <a:gd name="T80" fmla="*/ 688 w 1375"/>
                  <a:gd name="T81" fmla="*/ 204 h 1360"/>
                  <a:gd name="T82" fmla="*/ 682 w 1375"/>
                  <a:gd name="T83" fmla="*/ 146 h 1360"/>
                  <a:gd name="T84" fmla="*/ 667 w 1375"/>
                  <a:gd name="T85" fmla="*/ 94 h 1360"/>
                  <a:gd name="T86" fmla="*/ 644 w 1375"/>
                  <a:gd name="T87" fmla="*/ 59 h 1360"/>
                  <a:gd name="T88" fmla="*/ 601 w 1375"/>
                  <a:gd name="T89" fmla="*/ 15 h 1360"/>
                  <a:gd name="T90" fmla="*/ 572 w 1375"/>
                  <a:gd name="T91" fmla="*/ 1 h 1360"/>
                  <a:gd name="T92" fmla="*/ 527 w 1375"/>
                  <a:gd name="T93" fmla="*/ 48 h 1360"/>
                  <a:gd name="T94" fmla="*/ 480 w 1375"/>
                  <a:gd name="T95" fmla="*/ 62 h 1360"/>
                  <a:gd name="T96" fmla="*/ 437 w 1375"/>
                  <a:gd name="T97" fmla="*/ 53 h 1360"/>
                  <a:gd name="T98" fmla="*/ 404 w 1375"/>
                  <a:gd name="T99" fmla="*/ 36 h 1360"/>
                  <a:gd name="T100" fmla="*/ 387 w 1375"/>
                  <a:gd name="T101" fmla="*/ 23 h 136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75"/>
                  <a:gd name="T154" fmla="*/ 0 h 1360"/>
                  <a:gd name="T155" fmla="*/ 1375 w 1375"/>
                  <a:gd name="T156" fmla="*/ 1360 h 136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75" h="1360">
                    <a:moveTo>
                      <a:pt x="771" y="44"/>
                    </a:moveTo>
                    <a:lnTo>
                      <a:pt x="769" y="44"/>
                    </a:lnTo>
                    <a:lnTo>
                      <a:pt x="762" y="45"/>
                    </a:lnTo>
                    <a:lnTo>
                      <a:pt x="752" y="48"/>
                    </a:lnTo>
                    <a:lnTo>
                      <a:pt x="738" y="51"/>
                    </a:lnTo>
                    <a:lnTo>
                      <a:pt x="722" y="56"/>
                    </a:lnTo>
                    <a:lnTo>
                      <a:pt x="702" y="61"/>
                    </a:lnTo>
                    <a:lnTo>
                      <a:pt x="681" y="68"/>
                    </a:lnTo>
                    <a:lnTo>
                      <a:pt x="660" y="76"/>
                    </a:lnTo>
                    <a:lnTo>
                      <a:pt x="635" y="87"/>
                    </a:lnTo>
                    <a:lnTo>
                      <a:pt x="612" y="98"/>
                    </a:lnTo>
                    <a:lnTo>
                      <a:pt x="589" y="111"/>
                    </a:lnTo>
                    <a:lnTo>
                      <a:pt x="566" y="126"/>
                    </a:lnTo>
                    <a:lnTo>
                      <a:pt x="544" y="143"/>
                    </a:lnTo>
                    <a:lnTo>
                      <a:pt x="525" y="162"/>
                    </a:lnTo>
                    <a:lnTo>
                      <a:pt x="506" y="182"/>
                    </a:lnTo>
                    <a:lnTo>
                      <a:pt x="491" y="205"/>
                    </a:lnTo>
                    <a:lnTo>
                      <a:pt x="472" y="240"/>
                    </a:lnTo>
                    <a:lnTo>
                      <a:pt x="456" y="272"/>
                    </a:lnTo>
                    <a:lnTo>
                      <a:pt x="443" y="305"/>
                    </a:lnTo>
                    <a:lnTo>
                      <a:pt x="433" y="338"/>
                    </a:lnTo>
                    <a:lnTo>
                      <a:pt x="423" y="374"/>
                    </a:lnTo>
                    <a:lnTo>
                      <a:pt x="415" y="414"/>
                    </a:lnTo>
                    <a:lnTo>
                      <a:pt x="408" y="460"/>
                    </a:lnTo>
                    <a:lnTo>
                      <a:pt x="400" y="514"/>
                    </a:lnTo>
                    <a:lnTo>
                      <a:pt x="394" y="571"/>
                    </a:lnTo>
                    <a:lnTo>
                      <a:pt x="389" y="626"/>
                    </a:lnTo>
                    <a:lnTo>
                      <a:pt x="384" y="677"/>
                    </a:lnTo>
                    <a:lnTo>
                      <a:pt x="379" y="722"/>
                    </a:lnTo>
                    <a:lnTo>
                      <a:pt x="369" y="760"/>
                    </a:lnTo>
                    <a:lnTo>
                      <a:pt x="357" y="791"/>
                    </a:lnTo>
                    <a:lnTo>
                      <a:pt x="339" y="813"/>
                    </a:lnTo>
                    <a:lnTo>
                      <a:pt x="315" y="823"/>
                    </a:lnTo>
                    <a:lnTo>
                      <a:pt x="285" y="821"/>
                    </a:lnTo>
                    <a:lnTo>
                      <a:pt x="258" y="803"/>
                    </a:lnTo>
                    <a:lnTo>
                      <a:pt x="232" y="777"/>
                    </a:lnTo>
                    <a:lnTo>
                      <a:pt x="212" y="746"/>
                    </a:lnTo>
                    <a:lnTo>
                      <a:pt x="194" y="714"/>
                    </a:lnTo>
                    <a:lnTo>
                      <a:pt x="182" y="685"/>
                    </a:lnTo>
                    <a:lnTo>
                      <a:pt x="174" y="665"/>
                    </a:lnTo>
                    <a:lnTo>
                      <a:pt x="171" y="657"/>
                    </a:lnTo>
                    <a:lnTo>
                      <a:pt x="0" y="747"/>
                    </a:lnTo>
                    <a:lnTo>
                      <a:pt x="1" y="750"/>
                    </a:lnTo>
                    <a:lnTo>
                      <a:pt x="3" y="761"/>
                    </a:lnTo>
                    <a:lnTo>
                      <a:pt x="7" y="776"/>
                    </a:lnTo>
                    <a:lnTo>
                      <a:pt x="13" y="796"/>
                    </a:lnTo>
                    <a:lnTo>
                      <a:pt x="20" y="822"/>
                    </a:lnTo>
                    <a:lnTo>
                      <a:pt x="31" y="852"/>
                    </a:lnTo>
                    <a:lnTo>
                      <a:pt x="41" y="884"/>
                    </a:lnTo>
                    <a:lnTo>
                      <a:pt x="55" y="919"/>
                    </a:lnTo>
                    <a:lnTo>
                      <a:pt x="63" y="937"/>
                    </a:lnTo>
                    <a:lnTo>
                      <a:pt x="72" y="955"/>
                    </a:lnTo>
                    <a:lnTo>
                      <a:pt x="84" y="974"/>
                    </a:lnTo>
                    <a:lnTo>
                      <a:pt x="98" y="992"/>
                    </a:lnTo>
                    <a:lnTo>
                      <a:pt x="111" y="1011"/>
                    </a:lnTo>
                    <a:lnTo>
                      <a:pt x="126" y="1028"/>
                    </a:lnTo>
                    <a:lnTo>
                      <a:pt x="142" y="1045"/>
                    </a:lnTo>
                    <a:lnTo>
                      <a:pt x="159" y="1063"/>
                    </a:lnTo>
                    <a:lnTo>
                      <a:pt x="176" y="1078"/>
                    </a:lnTo>
                    <a:lnTo>
                      <a:pt x="193" y="1093"/>
                    </a:lnTo>
                    <a:lnTo>
                      <a:pt x="209" y="1105"/>
                    </a:lnTo>
                    <a:lnTo>
                      <a:pt x="225" y="1117"/>
                    </a:lnTo>
                    <a:lnTo>
                      <a:pt x="241" y="1126"/>
                    </a:lnTo>
                    <a:lnTo>
                      <a:pt x="256" y="1133"/>
                    </a:lnTo>
                    <a:lnTo>
                      <a:pt x="270" y="1139"/>
                    </a:lnTo>
                    <a:lnTo>
                      <a:pt x="283" y="1142"/>
                    </a:lnTo>
                    <a:lnTo>
                      <a:pt x="304" y="1146"/>
                    </a:lnTo>
                    <a:lnTo>
                      <a:pt x="318" y="1147"/>
                    </a:lnTo>
                    <a:lnTo>
                      <a:pt x="328" y="1148"/>
                    </a:lnTo>
                    <a:lnTo>
                      <a:pt x="337" y="1147"/>
                    </a:lnTo>
                    <a:lnTo>
                      <a:pt x="346" y="1144"/>
                    </a:lnTo>
                    <a:lnTo>
                      <a:pt x="360" y="1142"/>
                    </a:lnTo>
                    <a:lnTo>
                      <a:pt x="379" y="1137"/>
                    </a:lnTo>
                    <a:lnTo>
                      <a:pt x="406" y="1132"/>
                    </a:lnTo>
                    <a:lnTo>
                      <a:pt x="418" y="1131"/>
                    </a:lnTo>
                    <a:lnTo>
                      <a:pt x="426" y="1133"/>
                    </a:lnTo>
                    <a:lnTo>
                      <a:pt x="433" y="1137"/>
                    </a:lnTo>
                    <a:lnTo>
                      <a:pt x="438" y="1143"/>
                    </a:lnTo>
                    <a:lnTo>
                      <a:pt x="443" y="1152"/>
                    </a:lnTo>
                    <a:lnTo>
                      <a:pt x="448" y="1163"/>
                    </a:lnTo>
                    <a:lnTo>
                      <a:pt x="453" y="1174"/>
                    </a:lnTo>
                    <a:lnTo>
                      <a:pt x="459" y="1188"/>
                    </a:lnTo>
                    <a:lnTo>
                      <a:pt x="467" y="1202"/>
                    </a:lnTo>
                    <a:lnTo>
                      <a:pt x="476" y="1218"/>
                    </a:lnTo>
                    <a:lnTo>
                      <a:pt x="488" y="1233"/>
                    </a:lnTo>
                    <a:lnTo>
                      <a:pt x="503" y="1249"/>
                    </a:lnTo>
                    <a:lnTo>
                      <a:pt x="521" y="1265"/>
                    </a:lnTo>
                    <a:lnTo>
                      <a:pt x="543" y="1282"/>
                    </a:lnTo>
                    <a:lnTo>
                      <a:pt x="571" y="1298"/>
                    </a:lnTo>
                    <a:lnTo>
                      <a:pt x="603" y="1313"/>
                    </a:lnTo>
                    <a:lnTo>
                      <a:pt x="648" y="1330"/>
                    </a:lnTo>
                    <a:lnTo>
                      <a:pt x="692" y="1343"/>
                    </a:lnTo>
                    <a:lnTo>
                      <a:pt x="734" y="1351"/>
                    </a:lnTo>
                    <a:lnTo>
                      <a:pt x="776" y="1356"/>
                    </a:lnTo>
                    <a:lnTo>
                      <a:pt x="816" y="1360"/>
                    </a:lnTo>
                    <a:lnTo>
                      <a:pt x="854" y="1360"/>
                    </a:lnTo>
                    <a:lnTo>
                      <a:pt x="890" y="1358"/>
                    </a:lnTo>
                    <a:lnTo>
                      <a:pt x="924" y="1354"/>
                    </a:lnTo>
                    <a:lnTo>
                      <a:pt x="956" y="1349"/>
                    </a:lnTo>
                    <a:lnTo>
                      <a:pt x="983" y="1344"/>
                    </a:lnTo>
                    <a:lnTo>
                      <a:pt x="1009" y="1338"/>
                    </a:lnTo>
                    <a:lnTo>
                      <a:pt x="1029" y="1331"/>
                    </a:lnTo>
                    <a:lnTo>
                      <a:pt x="1048" y="1325"/>
                    </a:lnTo>
                    <a:lnTo>
                      <a:pt x="1062" y="1320"/>
                    </a:lnTo>
                    <a:lnTo>
                      <a:pt x="1071" y="1315"/>
                    </a:lnTo>
                    <a:lnTo>
                      <a:pt x="1077" y="1313"/>
                    </a:lnTo>
                    <a:lnTo>
                      <a:pt x="1082" y="1302"/>
                    </a:lnTo>
                    <a:lnTo>
                      <a:pt x="1094" y="1276"/>
                    </a:lnTo>
                    <a:lnTo>
                      <a:pt x="1110" y="1237"/>
                    </a:lnTo>
                    <a:lnTo>
                      <a:pt x="1129" y="1186"/>
                    </a:lnTo>
                    <a:lnTo>
                      <a:pt x="1151" y="1126"/>
                    </a:lnTo>
                    <a:lnTo>
                      <a:pt x="1177" y="1059"/>
                    </a:lnTo>
                    <a:lnTo>
                      <a:pt x="1203" y="987"/>
                    </a:lnTo>
                    <a:lnTo>
                      <a:pt x="1230" y="911"/>
                    </a:lnTo>
                    <a:lnTo>
                      <a:pt x="1256" y="834"/>
                    </a:lnTo>
                    <a:lnTo>
                      <a:pt x="1283" y="758"/>
                    </a:lnTo>
                    <a:lnTo>
                      <a:pt x="1307" y="687"/>
                    </a:lnTo>
                    <a:lnTo>
                      <a:pt x="1328" y="619"/>
                    </a:lnTo>
                    <a:lnTo>
                      <a:pt x="1346" y="560"/>
                    </a:lnTo>
                    <a:lnTo>
                      <a:pt x="1361" y="510"/>
                    </a:lnTo>
                    <a:lnTo>
                      <a:pt x="1370" y="470"/>
                    </a:lnTo>
                    <a:lnTo>
                      <a:pt x="1375" y="445"/>
                    </a:lnTo>
                    <a:lnTo>
                      <a:pt x="1375" y="408"/>
                    </a:lnTo>
                    <a:lnTo>
                      <a:pt x="1374" y="369"/>
                    </a:lnTo>
                    <a:lnTo>
                      <a:pt x="1370" y="330"/>
                    </a:lnTo>
                    <a:lnTo>
                      <a:pt x="1364" y="292"/>
                    </a:lnTo>
                    <a:lnTo>
                      <a:pt x="1356" y="255"/>
                    </a:lnTo>
                    <a:lnTo>
                      <a:pt x="1346" y="220"/>
                    </a:lnTo>
                    <a:lnTo>
                      <a:pt x="1334" y="189"/>
                    </a:lnTo>
                    <a:lnTo>
                      <a:pt x="1322" y="163"/>
                    </a:lnTo>
                    <a:lnTo>
                      <a:pt x="1308" y="144"/>
                    </a:lnTo>
                    <a:lnTo>
                      <a:pt x="1287" y="118"/>
                    </a:lnTo>
                    <a:lnTo>
                      <a:pt x="1260" y="88"/>
                    </a:lnTo>
                    <a:lnTo>
                      <a:pt x="1231" y="58"/>
                    </a:lnTo>
                    <a:lnTo>
                      <a:pt x="1201" y="31"/>
                    </a:lnTo>
                    <a:lnTo>
                      <a:pt x="1174" y="11"/>
                    </a:lnTo>
                    <a:lnTo>
                      <a:pt x="1155" y="0"/>
                    </a:lnTo>
                    <a:lnTo>
                      <a:pt x="1143" y="3"/>
                    </a:lnTo>
                    <a:lnTo>
                      <a:pt x="1115" y="43"/>
                    </a:lnTo>
                    <a:lnTo>
                      <a:pt x="1085" y="74"/>
                    </a:lnTo>
                    <a:lnTo>
                      <a:pt x="1053" y="97"/>
                    </a:lnTo>
                    <a:lnTo>
                      <a:pt x="1022" y="112"/>
                    </a:lnTo>
                    <a:lnTo>
                      <a:pt x="990" y="120"/>
                    </a:lnTo>
                    <a:lnTo>
                      <a:pt x="960" y="124"/>
                    </a:lnTo>
                    <a:lnTo>
                      <a:pt x="930" y="121"/>
                    </a:lnTo>
                    <a:lnTo>
                      <a:pt x="901" y="114"/>
                    </a:lnTo>
                    <a:lnTo>
                      <a:pt x="874" y="106"/>
                    </a:lnTo>
                    <a:lnTo>
                      <a:pt x="850" y="96"/>
                    </a:lnTo>
                    <a:lnTo>
                      <a:pt x="828" y="83"/>
                    </a:lnTo>
                    <a:lnTo>
                      <a:pt x="808" y="72"/>
                    </a:lnTo>
                    <a:lnTo>
                      <a:pt x="793" y="61"/>
                    </a:lnTo>
                    <a:lnTo>
                      <a:pt x="782" y="52"/>
                    </a:lnTo>
                    <a:lnTo>
                      <a:pt x="774" y="46"/>
                    </a:lnTo>
                    <a:lnTo>
                      <a:pt x="771" y="44"/>
                    </a:lnTo>
                    <a:close/>
                  </a:path>
                </a:pathLst>
              </a:custGeom>
              <a:solidFill>
                <a:srgbClr val="00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1" name="Freeform 52"/>
              <p:cNvSpPr>
                <a:spLocks/>
              </p:cNvSpPr>
              <p:nvPr/>
            </p:nvSpPr>
            <p:spPr bwMode="auto">
              <a:xfrm>
                <a:off x="2430" y="2576"/>
                <a:ext cx="541" cy="663"/>
              </a:xfrm>
              <a:custGeom>
                <a:avLst/>
                <a:gdLst>
                  <a:gd name="T0" fmla="*/ 11 w 1081"/>
                  <a:gd name="T1" fmla="*/ 93 h 1326"/>
                  <a:gd name="T2" fmla="*/ 35 w 1081"/>
                  <a:gd name="T3" fmla="*/ 530 h 1326"/>
                  <a:gd name="T4" fmla="*/ 165 w 1081"/>
                  <a:gd name="T5" fmla="*/ 533 h 1326"/>
                  <a:gd name="T6" fmla="*/ 165 w 1081"/>
                  <a:gd name="T7" fmla="*/ 546 h 1326"/>
                  <a:gd name="T8" fmla="*/ 0 w 1081"/>
                  <a:gd name="T9" fmla="*/ 562 h 1326"/>
                  <a:gd name="T10" fmla="*/ 0 w 1081"/>
                  <a:gd name="T11" fmla="*/ 610 h 1326"/>
                  <a:gd name="T12" fmla="*/ 136 w 1081"/>
                  <a:gd name="T13" fmla="*/ 663 h 1326"/>
                  <a:gd name="T14" fmla="*/ 509 w 1081"/>
                  <a:gd name="T15" fmla="*/ 583 h 1326"/>
                  <a:gd name="T16" fmla="*/ 509 w 1081"/>
                  <a:gd name="T17" fmla="*/ 554 h 1326"/>
                  <a:gd name="T18" fmla="*/ 392 w 1081"/>
                  <a:gd name="T19" fmla="*/ 533 h 1326"/>
                  <a:gd name="T20" fmla="*/ 392 w 1081"/>
                  <a:gd name="T21" fmla="*/ 508 h 1326"/>
                  <a:gd name="T22" fmla="*/ 527 w 1081"/>
                  <a:gd name="T23" fmla="*/ 460 h 1326"/>
                  <a:gd name="T24" fmla="*/ 541 w 1081"/>
                  <a:gd name="T25" fmla="*/ 10 h 1326"/>
                  <a:gd name="T26" fmla="*/ 96 w 1081"/>
                  <a:gd name="T27" fmla="*/ 0 h 1326"/>
                  <a:gd name="T28" fmla="*/ 11 w 1081"/>
                  <a:gd name="T29" fmla="*/ 93 h 13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1"/>
                  <a:gd name="T46" fmla="*/ 0 h 1326"/>
                  <a:gd name="T47" fmla="*/ 1081 w 1081"/>
                  <a:gd name="T48" fmla="*/ 1326 h 13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1" h="1326">
                    <a:moveTo>
                      <a:pt x="22" y="187"/>
                    </a:moveTo>
                    <a:lnTo>
                      <a:pt x="69" y="1060"/>
                    </a:lnTo>
                    <a:lnTo>
                      <a:pt x="330" y="1065"/>
                    </a:lnTo>
                    <a:lnTo>
                      <a:pt x="330" y="1091"/>
                    </a:lnTo>
                    <a:lnTo>
                      <a:pt x="0" y="1123"/>
                    </a:lnTo>
                    <a:lnTo>
                      <a:pt x="0" y="1219"/>
                    </a:lnTo>
                    <a:lnTo>
                      <a:pt x="272" y="1326"/>
                    </a:lnTo>
                    <a:lnTo>
                      <a:pt x="1017" y="1166"/>
                    </a:lnTo>
                    <a:lnTo>
                      <a:pt x="1017" y="1107"/>
                    </a:lnTo>
                    <a:lnTo>
                      <a:pt x="783" y="1065"/>
                    </a:lnTo>
                    <a:lnTo>
                      <a:pt x="783" y="1017"/>
                    </a:lnTo>
                    <a:lnTo>
                      <a:pt x="1054" y="921"/>
                    </a:lnTo>
                    <a:lnTo>
                      <a:pt x="1081" y="21"/>
                    </a:lnTo>
                    <a:lnTo>
                      <a:pt x="192" y="0"/>
                    </a:lnTo>
                    <a:lnTo>
                      <a:pt x="22" y="18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2" name="Freeform 53"/>
              <p:cNvSpPr>
                <a:spLocks/>
              </p:cNvSpPr>
              <p:nvPr/>
            </p:nvSpPr>
            <p:spPr bwMode="auto">
              <a:xfrm>
                <a:off x="2513" y="3149"/>
                <a:ext cx="476" cy="189"/>
              </a:xfrm>
              <a:custGeom>
                <a:avLst/>
                <a:gdLst>
                  <a:gd name="T0" fmla="*/ 2 w 952"/>
                  <a:gd name="T1" fmla="*/ 75 h 378"/>
                  <a:gd name="T2" fmla="*/ 0 w 952"/>
                  <a:gd name="T3" fmla="*/ 112 h 378"/>
                  <a:gd name="T4" fmla="*/ 184 w 952"/>
                  <a:gd name="T5" fmla="*/ 189 h 378"/>
                  <a:gd name="T6" fmla="*/ 465 w 952"/>
                  <a:gd name="T7" fmla="*/ 106 h 378"/>
                  <a:gd name="T8" fmla="*/ 476 w 952"/>
                  <a:gd name="T9" fmla="*/ 22 h 378"/>
                  <a:gd name="T10" fmla="*/ 412 w 952"/>
                  <a:gd name="T11" fmla="*/ 0 h 378"/>
                  <a:gd name="T12" fmla="*/ 2 w 952"/>
                  <a:gd name="T13" fmla="*/ 75 h 3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2"/>
                  <a:gd name="T22" fmla="*/ 0 h 378"/>
                  <a:gd name="T23" fmla="*/ 952 w 952"/>
                  <a:gd name="T24" fmla="*/ 378 h 3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2" h="378">
                    <a:moveTo>
                      <a:pt x="4" y="149"/>
                    </a:moveTo>
                    <a:lnTo>
                      <a:pt x="0" y="224"/>
                    </a:lnTo>
                    <a:lnTo>
                      <a:pt x="367" y="378"/>
                    </a:lnTo>
                    <a:lnTo>
                      <a:pt x="930" y="212"/>
                    </a:lnTo>
                    <a:lnTo>
                      <a:pt x="952" y="43"/>
                    </a:lnTo>
                    <a:lnTo>
                      <a:pt x="824" y="0"/>
                    </a:lnTo>
                    <a:lnTo>
                      <a:pt x="4" y="149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3" name="Freeform 54"/>
              <p:cNvSpPr>
                <a:spLocks/>
              </p:cNvSpPr>
              <p:nvPr/>
            </p:nvSpPr>
            <p:spPr bwMode="auto">
              <a:xfrm>
                <a:off x="2897" y="3162"/>
                <a:ext cx="92" cy="125"/>
              </a:xfrm>
              <a:custGeom>
                <a:avLst/>
                <a:gdLst>
                  <a:gd name="T0" fmla="*/ 3 w 184"/>
                  <a:gd name="T1" fmla="*/ 35 h 250"/>
                  <a:gd name="T2" fmla="*/ 3 w 184"/>
                  <a:gd name="T3" fmla="*/ 38 h 250"/>
                  <a:gd name="T4" fmla="*/ 3 w 184"/>
                  <a:gd name="T5" fmla="*/ 42 h 250"/>
                  <a:gd name="T6" fmla="*/ 1 w 184"/>
                  <a:gd name="T7" fmla="*/ 47 h 250"/>
                  <a:gd name="T8" fmla="*/ 3 w 184"/>
                  <a:gd name="T9" fmla="*/ 51 h 250"/>
                  <a:gd name="T10" fmla="*/ 9 w 184"/>
                  <a:gd name="T11" fmla="*/ 58 h 250"/>
                  <a:gd name="T12" fmla="*/ 15 w 184"/>
                  <a:gd name="T13" fmla="*/ 63 h 250"/>
                  <a:gd name="T14" fmla="*/ 22 w 184"/>
                  <a:gd name="T15" fmla="*/ 69 h 250"/>
                  <a:gd name="T16" fmla="*/ 28 w 184"/>
                  <a:gd name="T17" fmla="*/ 74 h 250"/>
                  <a:gd name="T18" fmla="*/ 35 w 184"/>
                  <a:gd name="T19" fmla="*/ 79 h 250"/>
                  <a:gd name="T20" fmla="*/ 39 w 184"/>
                  <a:gd name="T21" fmla="*/ 83 h 250"/>
                  <a:gd name="T22" fmla="*/ 43 w 184"/>
                  <a:gd name="T23" fmla="*/ 85 h 250"/>
                  <a:gd name="T24" fmla="*/ 44 w 184"/>
                  <a:gd name="T25" fmla="*/ 85 h 250"/>
                  <a:gd name="T26" fmla="*/ 71 w 184"/>
                  <a:gd name="T27" fmla="*/ 125 h 250"/>
                  <a:gd name="T28" fmla="*/ 92 w 184"/>
                  <a:gd name="T29" fmla="*/ 21 h 250"/>
                  <a:gd name="T30" fmla="*/ 36 w 184"/>
                  <a:gd name="T31" fmla="*/ 0 h 250"/>
                  <a:gd name="T32" fmla="*/ 34 w 184"/>
                  <a:gd name="T33" fmla="*/ 1 h 250"/>
                  <a:gd name="T34" fmla="*/ 28 w 184"/>
                  <a:gd name="T35" fmla="*/ 2 h 250"/>
                  <a:gd name="T36" fmla="*/ 22 w 184"/>
                  <a:gd name="T37" fmla="*/ 6 h 250"/>
                  <a:gd name="T38" fmla="*/ 14 w 184"/>
                  <a:gd name="T39" fmla="*/ 10 h 250"/>
                  <a:gd name="T40" fmla="*/ 7 w 184"/>
                  <a:gd name="T41" fmla="*/ 15 h 250"/>
                  <a:gd name="T42" fmla="*/ 3 w 184"/>
                  <a:gd name="T43" fmla="*/ 21 h 250"/>
                  <a:gd name="T44" fmla="*/ 0 w 184"/>
                  <a:gd name="T45" fmla="*/ 28 h 250"/>
                  <a:gd name="T46" fmla="*/ 3 w 184"/>
                  <a:gd name="T47" fmla="*/ 35 h 25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4"/>
                  <a:gd name="T73" fmla="*/ 0 h 250"/>
                  <a:gd name="T74" fmla="*/ 184 w 184"/>
                  <a:gd name="T75" fmla="*/ 250 h 25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4" h="250">
                    <a:moveTo>
                      <a:pt x="6" y="70"/>
                    </a:moveTo>
                    <a:lnTo>
                      <a:pt x="7" y="76"/>
                    </a:lnTo>
                    <a:lnTo>
                      <a:pt x="5" y="84"/>
                    </a:lnTo>
                    <a:lnTo>
                      <a:pt x="3" y="93"/>
                    </a:lnTo>
                    <a:lnTo>
                      <a:pt x="7" y="102"/>
                    </a:lnTo>
                    <a:lnTo>
                      <a:pt x="18" y="115"/>
                    </a:lnTo>
                    <a:lnTo>
                      <a:pt x="31" y="127"/>
                    </a:lnTo>
                    <a:lnTo>
                      <a:pt x="44" y="138"/>
                    </a:lnTo>
                    <a:lnTo>
                      <a:pt x="57" y="148"/>
                    </a:lnTo>
                    <a:lnTo>
                      <a:pt x="69" y="158"/>
                    </a:lnTo>
                    <a:lnTo>
                      <a:pt x="78" y="165"/>
                    </a:lnTo>
                    <a:lnTo>
                      <a:pt x="85" y="169"/>
                    </a:lnTo>
                    <a:lnTo>
                      <a:pt x="87" y="170"/>
                    </a:lnTo>
                    <a:lnTo>
                      <a:pt x="142" y="250"/>
                    </a:lnTo>
                    <a:lnTo>
                      <a:pt x="184" y="42"/>
                    </a:lnTo>
                    <a:lnTo>
                      <a:pt x="72" y="0"/>
                    </a:lnTo>
                    <a:lnTo>
                      <a:pt x="68" y="1"/>
                    </a:lnTo>
                    <a:lnTo>
                      <a:pt x="57" y="4"/>
                    </a:lnTo>
                    <a:lnTo>
                      <a:pt x="44" y="11"/>
                    </a:lnTo>
                    <a:lnTo>
                      <a:pt x="29" y="19"/>
                    </a:lnTo>
                    <a:lnTo>
                      <a:pt x="14" y="30"/>
                    </a:lnTo>
                    <a:lnTo>
                      <a:pt x="5" y="41"/>
                    </a:lnTo>
                    <a:lnTo>
                      <a:pt x="0" y="55"/>
                    </a:lnTo>
                    <a:lnTo>
                      <a:pt x="6" y="70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4" name="Freeform 55"/>
              <p:cNvSpPr>
                <a:spLocks/>
              </p:cNvSpPr>
              <p:nvPr/>
            </p:nvSpPr>
            <p:spPr bwMode="auto">
              <a:xfrm>
                <a:off x="2728" y="3190"/>
                <a:ext cx="144" cy="160"/>
              </a:xfrm>
              <a:custGeom>
                <a:avLst/>
                <a:gdLst>
                  <a:gd name="T0" fmla="*/ 6 w 288"/>
                  <a:gd name="T1" fmla="*/ 38 h 322"/>
                  <a:gd name="T2" fmla="*/ 14 w 288"/>
                  <a:gd name="T3" fmla="*/ 61 h 322"/>
                  <a:gd name="T4" fmla="*/ 16 w 288"/>
                  <a:gd name="T5" fmla="*/ 85 h 322"/>
                  <a:gd name="T6" fmla="*/ 15 w 288"/>
                  <a:gd name="T7" fmla="*/ 107 h 322"/>
                  <a:gd name="T8" fmla="*/ 17 w 288"/>
                  <a:gd name="T9" fmla="*/ 131 h 322"/>
                  <a:gd name="T10" fmla="*/ 24 w 288"/>
                  <a:gd name="T11" fmla="*/ 151 h 322"/>
                  <a:gd name="T12" fmla="*/ 42 w 288"/>
                  <a:gd name="T13" fmla="*/ 160 h 322"/>
                  <a:gd name="T14" fmla="*/ 69 w 288"/>
                  <a:gd name="T15" fmla="*/ 151 h 322"/>
                  <a:gd name="T16" fmla="*/ 95 w 288"/>
                  <a:gd name="T17" fmla="*/ 134 h 322"/>
                  <a:gd name="T18" fmla="*/ 112 w 288"/>
                  <a:gd name="T19" fmla="*/ 120 h 322"/>
                  <a:gd name="T20" fmla="*/ 116 w 288"/>
                  <a:gd name="T21" fmla="*/ 116 h 322"/>
                  <a:gd name="T22" fmla="*/ 124 w 288"/>
                  <a:gd name="T23" fmla="*/ 104 h 322"/>
                  <a:gd name="T24" fmla="*/ 135 w 288"/>
                  <a:gd name="T25" fmla="*/ 85 h 322"/>
                  <a:gd name="T26" fmla="*/ 143 w 288"/>
                  <a:gd name="T27" fmla="*/ 70 h 322"/>
                  <a:gd name="T28" fmla="*/ 144 w 288"/>
                  <a:gd name="T29" fmla="*/ 52 h 322"/>
                  <a:gd name="T30" fmla="*/ 138 w 288"/>
                  <a:gd name="T31" fmla="*/ 11 h 322"/>
                  <a:gd name="T32" fmla="*/ 123 w 288"/>
                  <a:gd name="T33" fmla="*/ 2 h 322"/>
                  <a:gd name="T34" fmla="*/ 115 w 288"/>
                  <a:gd name="T35" fmla="*/ 10 h 322"/>
                  <a:gd name="T36" fmla="*/ 111 w 288"/>
                  <a:gd name="T37" fmla="*/ 22 h 322"/>
                  <a:gd name="T38" fmla="*/ 109 w 288"/>
                  <a:gd name="T39" fmla="*/ 31 h 322"/>
                  <a:gd name="T40" fmla="*/ 108 w 288"/>
                  <a:gd name="T41" fmla="*/ 32 h 322"/>
                  <a:gd name="T42" fmla="*/ 104 w 288"/>
                  <a:gd name="T43" fmla="*/ 25 h 322"/>
                  <a:gd name="T44" fmla="*/ 98 w 288"/>
                  <a:gd name="T45" fmla="*/ 14 h 322"/>
                  <a:gd name="T46" fmla="*/ 93 w 288"/>
                  <a:gd name="T47" fmla="*/ 4 h 322"/>
                  <a:gd name="T48" fmla="*/ 89 w 288"/>
                  <a:gd name="T49" fmla="*/ 0 h 322"/>
                  <a:gd name="T50" fmla="*/ 79 w 288"/>
                  <a:gd name="T51" fmla="*/ 0 h 322"/>
                  <a:gd name="T52" fmla="*/ 66 w 288"/>
                  <a:gd name="T53" fmla="*/ 2 h 322"/>
                  <a:gd name="T54" fmla="*/ 49 w 288"/>
                  <a:gd name="T55" fmla="*/ 6 h 322"/>
                  <a:gd name="T56" fmla="*/ 33 w 288"/>
                  <a:gd name="T57" fmla="*/ 10 h 322"/>
                  <a:gd name="T58" fmla="*/ 17 w 288"/>
                  <a:gd name="T59" fmla="*/ 15 h 322"/>
                  <a:gd name="T60" fmla="*/ 5 w 288"/>
                  <a:gd name="T61" fmla="*/ 20 h 322"/>
                  <a:gd name="T62" fmla="*/ 0 w 288"/>
                  <a:gd name="T63" fmla="*/ 26 h 32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88"/>
                  <a:gd name="T97" fmla="*/ 0 h 322"/>
                  <a:gd name="T98" fmla="*/ 288 w 288"/>
                  <a:gd name="T99" fmla="*/ 322 h 32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88" h="322">
                    <a:moveTo>
                      <a:pt x="0" y="57"/>
                    </a:moveTo>
                    <a:lnTo>
                      <a:pt x="12" y="76"/>
                    </a:lnTo>
                    <a:lnTo>
                      <a:pt x="22" y="98"/>
                    </a:lnTo>
                    <a:lnTo>
                      <a:pt x="29" y="123"/>
                    </a:lnTo>
                    <a:lnTo>
                      <a:pt x="33" y="152"/>
                    </a:lnTo>
                    <a:lnTo>
                      <a:pt x="32" y="171"/>
                    </a:lnTo>
                    <a:lnTo>
                      <a:pt x="30" y="193"/>
                    </a:lnTo>
                    <a:lnTo>
                      <a:pt x="30" y="216"/>
                    </a:lnTo>
                    <a:lnTo>
                      <a:pt x="30" y="241"/>
                    </a:lnTo>
                    <a:lnTo>
                      <a:pt x="33" y="264"/>
                    </a:lnTo>
                    <a:lnTo>
                      <a:pt x="38" y="286"/>
                    </a:lnTo>
                    <a:lnTo>
                      <a:pt x="49" y="304"/>
                    </a:lnTo>
                    <a:lnTo>
                      <a:pt x="64" y="317"/>
                    </a:lnTo>
                    <a:lnTo>
                      <a:pt x="85" y="322"/>
                    </a:lnTo>
                    <a:lnTo>
                      <a:pt x="110" y="316"/>
                    </a:lnTo>
                    <a:lnTo>
                      <a:pt x="137" y="303"/>
                    </a:lnTo>
                    <a:lnTo>
                      <a:pt x="165" y="287"/>
                    </a:lnTo>
                    <a:lnTo>
                      <a:pt x="190" y="270"/>
                    </a:lnTo>
                    <a:lnTo>
                      <a:pt x="210" y="254"/>
                    </a:lnTo>
                    <a:lnTo>
                      <a:pt x="225" y="242"/>
                    </a:lnTo>
                    <a:lnTo>
                      <a:pt x="230" y="237"/>
                    </a:lnTo>
                    <a:lnTo>
                      <a:pt x="232" y="234"/>
                    </a:lnTo>
                    <a:lnTo>
                      <a:pt x="239" y="224"/>
                    </a:lnTo>
                    <a:lnTo>
                      <a:pt x="248" y="209"/>
                    </a:lnTo>
                    <a:lnTo>
                      <a:pt x="258" y="190"/>
                    </a:lnTo>
                    <a:lnTo>
                      <a:pt x="269" y="172"/>
                    </a:lnTo>
                    <a:lnTo>
                      <a:pt x="279" y="154"/>
                    </a:lnTo>
                    <a:lnTo>
                      <a:pt x="286" y="140"/>
                    </a:lnTo>
                    <a:lnTo>
                      <a:pt x="288" y="130"/>
                    </a:lnTo>
                    <a:lnTo>
                      <a:pt x="288" y="104"/>
                    </a:lnTo>
                    <a:lnTo>
                      <a:pt x="285" y="62"/>
                    </a:lnTo>
                    <a:lnTo>
                      <a:pt x="275" y="22"/>
                    </a:lnTo>
                    <a:lnTo>
                      <a:pt x="256" y="2"/>
                    </a:lnTo>
                    <a:lnTo>
                      <a:pt x="246" y="4"/>
                    </a:lnTo>
                    <a:lnTo>
                      <a:pt x="237" y="10"/>
                    </a:lnTo>
                    <a:lnTo>
                      <a:pt x="231" y="21"/>
                    </a:lnTo>
                    <a:lnTo>
                      <a:pt x="225" y="32"/>
                    </a:lnTo>
                    <a:lnTo>
                      <a:pt x="222" y="45"/>
                    </a:lnTo>
                    <a:lnTo>
                      <a:pt x="219" y="57"/>
                    </a:lnTo>
                    <a:lnTo>
                      <a:pt x="218" y="63"/>
                    </a:lnTo>
                    <a:lnTo>
                      <a:pt x="218" y="67"/>
                    </a:lnTo>
                    <a:lnTo>
                      <a:pt x="217" y="65"/>
                    </a:lnTo>
                    <a:lnTo>
                      <a:pt x="214" y="59"/>
                    </a:lnTo>
                    <a:lnTo>
                      <a:pt x="209" y="50"/>
                    </a:lnTo>
                    <a:lnTo>
                      <a:pt x="203" y="39"/>
                    </a:lnTo>
                    <a:lnTo>
                      <a:pt x="197" y="28"/>
                    </a:lnTo>
                    <a:lnTo>
                      <a:pt x="192" y="17"/>
                    </a:lnTo>
                    <a:lnTo>
                      <a:pt x="186" y="8"/>
                    </a:lnTo>
                    <a:lnTo>
                      <a:pt x="181" y="2"/>
                    </a:lnTo>
                    <a:lnTo>
                      <a:pt x="178" y="1"/>
                    </a:lnTo>
                    <a:lnTo>
                      <a:pt x="170" y="0"/>
                    </a:lnTo>
                    <a:lnTo>
                      <a:pt x="159" y="1"/>
                    </a:lnTo>
                    <a:lnTo>
                      <a:pt x="147" y="2"/>
                    </a:lnTo>
                    <a:lnTo>
                      <a:pt x="132" y="5"/>
                    </a:lnTo>
                    <a:lnTo>
                      <a:pt x="116" y="8"/>
                    </a:lnTo>
                    <a:lnTo>
                      <a:pt x="99" y="12"/>
                    </a:lnTo>
                    <a:lnTo>
                      <a:pt x="82" y="15"/>
                    </a:lnTo>
                    <a:lnTo>
                      <a:pt x="65" y="20"/>
                    </a:lnTo>
                    <a:lnTo>
                      <a:pt x="49" y="25"/>
                    </a:lnTo>
                    <a:lnTo>
                      <a:pt x="34" y="30"/>
                    </a:lnTo>
                    <a:lnTo>
                      <a:pt x="21" y="36"/>
                    </a:lnTo>
                    <a:lnTo>
                      <a:pt x="11" y="40"/>
                    </a:lnTo>
                    <a:lnTo>
                      <a:pt x="4" y="46"/>
                    </a:lnTo>
                    <a:lnTo>
                      <a:pt x="0" y="52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5" name="Freeform 56"/>
              <p:cNvSpPr>
                <a:spLocks/>
              </p:cNvSpPr>
              <p:nvPr/>
            </p:nvSpPr>
            <p:spPr bwMode="auto">
              <a:xfrm>
                <a:off x="3089" y="3216"/>
                <a:ext cx="394" cy="380"/>
              </a:xfrm>
              <a:custGeom>
                <a:avLst/>
                <a:gdLst>
                  <a:gd name="T0" fmla="*/ 58 w 787"/>
                  <a:gd name="T1" fmla="*/ 52 h 759"/>
                  <a:gd name="T2" fmla="*/ 40 w 787"/>
                  <a:gd name="T3" fmla="*/ 73 h 759"/>
                  <a:gd name="T4" fmla="*/ 25 w 787"/>
                  <a:gd name="T5" fmla="*/ 102 h 759"/>
                  <a:gd name="T6" fmla="*/ 16 w 787"/>
                  <a:gd name="T7" fmla="*/ 130 h 759"/>
                  <a:gd name="T8" fmla="*/ 8 w 787"/>
                  <a:gd name="T9" fmla="*/ 191 h 759"/>
                  <a:gd name="T10" fmla="*/ 1 w 787"/>
                  <a:gd name="T11" fmla="*/ 275 h 759"/>
                  <a:gd name="T12" fmla="*/ 1 w 787"/>
                  <a:gd name="T13" fmla="*/ 292 h 759"/>
                  <a:gd name="T14" fmla="*/ 6 w 787"/>
                  <a:gd name="T15" fmla="*/ 310 h 759"/>
                  <a:gd name="T16" fmla="*/ 18 w 787"/>
                  <a:gd name="T17" fmla="*/ 336 h 759"/>
                  <a:gd name="T18" fmla="*/ 43 w 787"/>
                  <a:gd name="T19" fmla="*/ 360 h 759"/>
                  <a:gd name="T20" fmla="*/ 73 w 787"/>
                  <a:gd name="T21" fmla="*/ 373 h 759"/>
                  <a:gd name="T22" fmla="*/ 99 w 787"/>
                  <a:gd name="T23" fmla="*/ 378 h 759"/>
                  <a:gd name="T24" fmla="*/ 122 w 787"/>
                  <a:gd name="T25" fmla="*/ 380 h 759"/>
                  <a:gd name="T26" fmla="*/ 143 w 787"/>
                  <a:gd name="T27" fmla="*/ 379 h 759"/>
                  <a:gd name="T28" fmla="*/ 160 w 787"/>
                  <a:gd name="T29" fmla="*/ 376 h 759"/>
                  <a:gd name="T30" fmla="*/ 175 w 787"/>
                  <a:gd name="T31" fmla="*/ 372 h 759"/>
                  <a:gd name="T32" fmla="*/ 184 w 787"/>
                  <a:gd name="T33" fmla="*/ 369 h 759"/>
                  <a:gd name="T34" fmla="*/ 189 w 787"/>
                  <a:gd name="T35" fmla="*/ 367 h 759"/>
                  <a:gd name="T36" fmla="*/ 192 w 787"/>
                  <a:gd name="T37" fmla="*/ 366 h 759"/>
                  <a:gd name="T38" fmla="*/ 206 w 787"/>
                  <a:gd name="T39" fmla="*/ 361 h 759"/>
                  <a:gd name="T40" fmla="*/ 229 w 787"/>
                  <a:gd name="T41" fmla="*/ 353 h 759"/>
                  <a:gd name="T42" fmla="*/ 259 w 787"/>
                  <a:gd name="T43" fmla="*/ 343 h 759"/>
                  <a:gd name="T44" fmla="*/ 290 w 787"/>
                  <a:gd name="T45" fmla="*/ 332 h 759"/>
                  <a:gd name="T46" fmla="*/ 321 w 787"/>
                  <a:gd name="T47" fmla="*/ 319 h 759"/>
                  <a:gd name="T48" fmla="*/ 346 w 787"/>
                  <a:gd name="T49" fmla="*/ 308 h 759"/>
                  <a:gd name="T50" fmla="*/ 362 w 787"/>
                  <a:gd name="T51" fmla="*/ 299 h 759"/>
                  <a:gd name="T52" fmla="*/ 375 w 787"/>
                  <a:gd name="T53" fmla="*/ 271 h 759"/>
                  <a:gd name="T54" fmla="*/ 389 w 787"/>
                  <a:gd name="T55" fmla="*/ 203 h 759"/>
                  <a:gd name="T56" fmla="*/ 394 w 787"/>
                  <a:gd name="T57" fmla="*/ 124 h 759"/>
                  <a:gd name="T58" fmla="*/ 387 w 787"/>
                  <a:gd name="T59" fmla="*/ 59 h 759"/>
                  <a:gd name="T60" fmla="*/ 366 w 787"/>
                  <a:gd name="T61" fmla="*/ 26 h 759"/>
                  <a:gd name="T62" fmla="*/ 344 w 787"/>
                  <a:gd name="T63" fmla="*/ 10 h 759"/>
                  <a:gd name="T64" fmla="*/ 326 w 787"/>
                  <a:gd name="T65" fmla="*/ 2 h 759"/>
                  <a:gd name="T66" fmla="*/ 316 w 787"/>
                  <a:gd name="T67" fmla="*/ 0 h 759"/>
                  <a:gd name="T68" fmla="*/ 313 w 787"/>
                  <a:gd name="T69" fmla="*/ 0 h 759"/>
                  <a:gd name="T70" fmla="*/ 306 w 787"/>
                  <a:gd name="T71" fmla="*/ 0 h 759"/>
                  <a:gd name="T72" fmla="*/ 291 w 787"/>
                  <a:gd name="T73" fmla="*/ 1 h 759"/>
                  <a:gd name="T74" fmla="*/ 272 w 787"/>
                  <a:gd name="T75" fmla="*/ 1 h 759"/>
                  <a:gd name="T76" fmla="*/ 249 w 787"/>
                  <a:gd name="T77" fmla="*/ 3 h 759"/>
                  <a:gd name="T78" fmla="*/ 223 w 787"/>
                  <a:gd name="T79" fmla="*/ 5 h 759"/>
                  <a:gd name="T80" fmla="*/ 196 w 787"/>
                  <a:gd name="T81" fmla="*/ 9 h 759"/>
                  <a:gd name="T82" fmla="*/ 169 w 787"/>
                  <a:gd name="T83" fmla="*/ 14 h 759"/>
                  <a:gd name="T84" fmla="*/ 139 w 787"/>
                  <a:gd name="T85" fmla="*/ 22 h 759"/>
                  <a:gd name="T86" fmla="*/ 111 w 787"/>
                  <a:gd name="T87" fmla="*/ 30 h 759"/>
                  <a:gd name="T88" fmla="*/ 90 w 787"/>
                  <a:gd name="T89" fmla="*/ 37 h 759"/>
                  <a:gd name="T90" fmla="*/ 74 w 787"/>
                  <a:gd name="T91" fmla="*/ 43 h 75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87"/>
                  <a:gd name="T139" fmla="*/ 0 h 759"/>
                  <a:gd name="T140" fmla="*/ 787 w 787"/>
                  <a:gd name="T141" fmla="*/ 759 h 75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87" h="759">
                    <a:moveTo>
                      <a:pt x="132" y="91"/>
                    </a:moveTo>
                    <a:lnTo>
                      <a:pt x="115" y="103"/>
                    </a:lnTo>
                    <a:lnTo>
                      <a:pt x="97" y="121"/>
                    </a:lnTo>
                    <a:lnTo>
                      <a:pt x="80" y="146"/>
                    </a:lnTo>
                    <a:lnTo>
                      <a:pt x="64" y="174"/>
                    </a:lnTo>
                    <a:lnTo>
                      <a:pt x="50" y="204"/>
                    </a:lnTo>
                    <a:lnTo>
                      <a:pt x="39" y="234"/>
                    </a:lnTo>
                    <a:lnTo>
                      <a:pt x="31" y="260"/>
                    </a:lnTo>
                    <a:lnTo>
                      <a:pt x="26" y="282"/>
                    </a:lnTo>
                    <a:lnTo>
                      <a:pt x="16" y="381"/>
                    </a:lnTo>
                    <a:lnTo>
                      <a:pt x="8" y="477"/>
                    </a:lnTo>
                    <a:lnTo>
                      <a:pt x="2" y="549"/>
                    </a:lnTo>
                    <a:lnTo>
                      <a:pt x="0" y="577"/>
                    </a:lnTo>
                    <a:lnTo>
                      <a:pt x="1" y="583"/>
                    </a:lnTo>
                    <a:lnTo>
                      <a:pt x="4" y="597"/>
                    </a:lnTo>
                    <a:lnTo>
                      <a:pt x="11" y="619"/>
                    </a:lnTo>
                    <a:lnTo>
                      <a:pt x="21" y="644"/>
                    </a:lnTo>
                    <a:lnTo>
                      <a:pt x="36" y="672"/>
                    </a:lnTo>
                    <a:lnTo>
                      <a:pt x="57" y="698"/>
                    </a:lnTo>
                    <a:lnTo>
                      <a:pt x="85" y="720"/>
                    </a:lnTo>
                    <a:lnTo>
                      <a:pt x="118" y="737"/>
                    </a:lnTo>
                    <a:lnTo>
                      <a:pt x="145" y="746"/>
                    </a:lnTo>
                    <a:lnTo>
                      <a:pt x="171" y="752"/>
                    </a:lnTo>
                    <a:lnTo>
                      <a:pt x="197" y="756"/>
                    </a:lnTo>
                    <a:lnTo>
                      <a:pt x="221" y="758"/>
                    </a:lnTo>
                    <a:lnTo>
                      <a:pt x="243" y="759"/>
                    </a:lnTo>
                    <a:lnTo>
                      <a:pt x="264" y="759"/>
                    </a:lnTo>
                    <a:lnTo>
                      <a:pt x="285" y="757"/>
                    </a:lnTo>
                    <a:lnTo>
                      <a:pt x="304" y="755"/>
                    </a:lnTo>
                    <a:lnTo>
                      <a:pt x="320" y="751"/>
                    </a:lnTo>
                    <a:lnTo>
                      <a:pt x="335" y="748"/>
                    </a:lnTo>
                    <a:lnTo>
                      <a:pt x="349" y="744"/>
                    </a:lnTo>
                    <a:lnTo>
                      <a:pt x="359" y="741"/>
                    </a:lnTo>
                    <a:lnTo>
                      <a:pt x="368" y="737"/>
                    </a:lnTo>
                    <a:lnTo>
                      <a:pt x="374" y="735"/>
                    </a:lnTo>
                    <a:lnTo>
                      <a:pt x="378" y="734"/>
                    </a:lnTo>
                    <a:lnTo>
                      <a:pt x="380" y="733"/>
                    </a:lnTo>
                    <a:lnTo>
                      <a:pt x="383" y="732"/>
                    </a:lnTo>
                    <a:lnTo>
                      <a:pt x="393" y="728"/>
                    </a:lnTo>
                    <a:lnTo>
                      <a:pt x="411" y="722"/>
                    </a:lnTo>
                    <a:lnTo>
                      <a:pt x="431" y="716"/>
                    </a:lnTo>
                    <a:lnTo>
                      <a:pt x="457" y="706"/>
                    </a:lnTo>
                    <a:lnTo>
                      <a:pt x="486" y="697"/>
                    </a:lnTo>
                    <a:lnTo>
                      <a:pt x="517" y="686"/>
                    </a:lnTo>
                    <a:lnTo>
                      <a:pt x="548" y="674"/>
                    </a:lnTo>
                    <a:lnTo>
                      <a:pt x="580" y="663"/>
                    </a:lnTo>
                    <a:lnTo>
                      <a:pt x="611" y="650"/>
                    </a:lnTo>
                    <a:lnTo>
                      <a:pt x="641" y="638"/>
                    </a:lnTo>
                    <a:lnTo>
                      <a:pt x="668" y="627"/>
                    </a:lnTo>
                    <a:lnTo>
                      <a:pt x="692" y="615"/>
                    </a:lnTo>
                    <a:lnTo>
                      <a:pt x="710" y="605"/>
                    </a:lnTo>
                    <a:lnTo>
                      <a:pt x="724" y="597"/>
                    </a:lnTo>
                    <a:lnTo>
                      <a:pt x="731" y="589"/>
                    </a:lnTo>
                    <a:lnTo>
                      <a:pt x="749" y="542"/>
                    </a:lnTo>
                    <a:lnTo>
                      <a:pt x="764" y="478"/>
                    </a:lnTo>
                    <a:lnTo>
                      <a:pt x="777" y="405"/>
                    </a:lnTo>
                    <a:lnTo>
                      <a:pt x="785" y="325"/>
                    </a:lnTo>
                    <a:lnTo>
                      <a:pt x="787" y="247"/>
                    </a:lnTo>
                    <a:lnTo>
                      <a:pt x="784" y="175"/>
                    </a:lnTo>
                    <a:lnTo>
                      <a:pt x="774" y="118"/>
                    </a:lnTo>
                    <a:lnTo>
                      <a:pt x="756" y="78"/>
                    </a:lnTo>
                    <a:lnTo>
                      <a:pt x="732" y="52"/>
                    </a:lnTo>
                    <a:lnTo>
                      <a:pt x="709" y="32"/>
                    </a:lnTo>
                    <a:lnTo>
                      <a:pt x="687" y="19"/>
                    </a:lnTo>
                    <a:lnTo>
                      <a:pt x="669" y="9"/>
                    </a:lnTo>
                    <a:lnTo>
                      <a:pt x="651" y="4"/>
                    </a:lnTo>
                    <a:lnTo>
                      <a:pt x="639" y="1"/>
                    </a:lnTo>
                    <a:lnTo>
                      <a:pt x="631" y="0"/>
                    </a:lnTo>
                    <a:lnTo>
                      <a:pt x="628" y="0"/>
                    </a:lnTo>
                    <a:lnTo>
                      <a:pt x="626" y="0"/>
                    </a:lnTo>
                    <a:lnTo>
                      <a:pt x="620" y="0"/>
                    </a:lnTo>
                    <a:lnTo>
                      <a:pt x="611" y="0"/>
                    </a:lnTo>
                    <a:lnTo>
                      <a:pt x="598" y="0"/>
                    </a:lnTo>
                    <a:lnTo>
                      <a:pt x="582" y="1"/>
                    </a:lnTo>
                    <a:lnTo>
                      <a:pt x="564" y="1"/>
                    </a:lnTo>
                    <a:lnTo>
                      <a:pt x="544" y="2"/>
                    </a:lnTo>
                    <a:lnTo>
                      <a:pt x="521" y="4"/>
                    </a:lnTo>
                    <a:lnTo>
                      <a:pt x="497" y="6"/>
                    </a:lnTo>
                    <a:lnTo>
                      <a:pt x="472" y="7"/>
                    </a:lnTo>
                    <a:lnTo>
                      <a:pt x="445" y="10"/>
                    </a:lnTo>
                    <a:lnTo>
                      <a:pt x="419" y="14"/>
                    </a:lnTo>
                    <a:lnTo>
                      <a:pt x="391" y="17"/>
                    </a:lnTo>
                    <a:lnTo>
                      <a:pt x="364" y="23"/>
                    </a:lnTo>
                    <a:lnTo>
                      <a:pt x="337" y="28"/>
                    </a:lnTo>
                    <a:lnTo>
                      <a:pt x="311" y="35"/>
                    </a:lnTo>
                    <a:lnTo>
                      <a:pt x="277" y="44"/>
                    </a:lnTo>
                    <a:lnTo>
                      <a:pt x="247" y="52"/>
                    </a:lnTo>
                    <a:lnTo>
                      <a:pt x="222" y="60"/>
                    </a:lnTo>
                    <a:lnTo>
                      <a:pt x="199" y="67"/>
                    </a:lnTo>
                    <a:lnTo>
                      <a:pt x="179" y="73"/>
                    </a:lnTo>
                    <a:lnTo>
                      <a:pt x="162" y="80"/>
                    </a:lnTo>
                    <a:lnTo>
                      <a:pt x="147" y="85"/>
                    </a:lnTo>
                    <a:lnTo>
                      <a:pt x="132" y="91"/>
                    </a:lnTo>
                    <a:close/>
                  </a:path>
                </a:pathLst>
              </a:custGeom>
              <a:solidFill>
                <a:srgbClr val="59A3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6" name="Freeform 57"/>
              <p:cNvSpPr>
                <a:spLocks/>
              </p:cNvSpPr>
              <p:nvPr/>
            </p:nvSpPr>
            <p:spPr bwMode="auto">
              <a:xfrm>
                <a:off x="3255" y="3312"/>
                <a:ext cx="168" cy="366"/>
              </a:xfrm>
              <a:custGeom>
                <a:avLst/>
                <a:gdLst>
                  <a:gd name="T0" fmla="*/ 49 w 336"/>
                  <a:gd name="T1" fmla="*/ 24 h 733"/>
                  <a:gd name="T2" fmla="*/ 0 w 336"/>
                  <a:gd name="T3" fmla="*/ 366 h 733"/>
                  <a:gd name="T4" fmla="*/ 114 w 336"/>
                  <a:gd name="T5" fmla="*/ 366 h 733"/>
                  <a:gd name="T6" fmla="*/ 168 w 336"/>
                  <a:gd name="T7" fmla="*/ 15 h 733"/>
                  <a:gd name="T8" fmla="*/ 168 w 336"/>
                  <a:gd name="T9" fmla="*/ 14 h 733"/>
                  <a:gd name="T10" fmla="*/ 168 w 336"/>
                  <a:gd name="T11" fmla="*/ 13 h 733"/>
                  <a:gd name="T12" fmla="*/ 168 w 336"/>
                  <a:gd name="T13" fmla="*/ 11 h 733"/>
                  <a:gd name="T14" fmla="*/ 166 w 336"/>
                  <a:gd name="T15" fmla="*/ 8 h 733"/>
                  <a:gd name="T16" fmla="*/ 161 w 336"/>
                  <a:gd name="T17" fmla="*/ 6 h 733"/>
                  <a:gd name="T18" fmla="*/ 155 w 336"/>
                  <a:gd name="T19" fmla="*/ 3 h 733"/>
                  <a:gd name="T20" fmla="*/ 144 w 336"/>
                  <a:gd name="T21" fmla="*/ 1 h 733"/>
                  <a:gd name="T22" fmla="*/ 130 w 336"/>
                  <a:gd name="T23" fmla="*/ 0 h 733"/>
                  <a:gd name="T24" fmla="*/ 114 w 336"/>
                  <a:gd name="T25" fmla="*/ 1 h 733"/>
                  <a:gd name="T26" fmla="*/ 99 w 336"/>
                  <a:gd name="T27" fmla="*/ 3 h 733"/>
                  <a:gd name="T28" fmla="*/ 86 w 336"/>
                  <a:gd name="T29" fmla="*/ 7 h 733"/>
                  <a:gd name="T30" fmla="*/ 74 w 336"/>
                  <a:gd name="T31" fmla="*/ 11 h 733"/>
                  <a:gd name="T32" fmla="*/ 64 w 336"/>
                  <a:gd name="T33" fmla="*/ 16 h 733"/>
                  <a:gd name="T34" fmla="*/ 56 w 336"/>
                  <a:gd name="T35" fmla="*/ 20 h 733"/>
                  <a:gd name="T36" fmla="*/ 51 w 336"/>
                  <a:gd name="T37" fmla="*/ 23 h 733"/>
                  <a:gd name="T38" fmla="*/ 49 w 336"/>
                  <a:gd name="T39" fmla="*/ 24 h 73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6"/>
                  <a:gd name="T61" fmla="*/ 0 h 733"/>
                  <a:gd name="T62" fmla="*/ 336 w 336"/>
                  <a:gd name="T63" fmla="*/ 733 h 73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6" h="733">
                    <a:moveTo>
                      <a:pt x="99" y="49"/>
                    </a:moveTo>
                    <a:lnTo>
                      <a:pt x="0" y="733"/>
                    </a:lnTo>
                    <a:lnTo>
                      <a:pt x="229" y="733"/>
                    </a:lnTo>
                    <a:lnTo>
                      <a:pt x="336" y="30"/>
                    </a:lnTo>
                    <a:lnTo>
                      <a:pt x="336" y="29"/>
                    </a:lnTo>
                    <a:lnTo>
                      <a:pt x="336" y="26"/>
                    </a:lnTo>
                    <a:lnTo>
                      <a:pt x="335" y="22"/>
                    </a:lnTo>
                    <a:lnTo>
                      <a:pt x="331" y="16"/>
                    </a:lnTo>
                    <a:lnTo>
                      <a:pt x="321" y="12"/>
                    </a:lnTo>
                    <a:lnTo>
                      <a:pt x="309" y="6"/>
                    </a:lnTo>
                    <a:lnTo>
                      <a:pt x="288" y="3"/>
                    </a:lnTo>
                    <a:lnTo>
                      <a:pt x="260" y="0"/>
                    </a:lnTo>
                    <a:lnTo>
                      <a:pt x="228" y="2"/>
                    </a:lnTo>
                    <a:lnTo>
                      <a:pt x="198" y="6"/>
                    </a:lnTo>
                    <a:lnTo>
                      <a:pt x="172" y="14"/>
                    </a:lnTo>
                    <a:lnTo>
                      <a:pt x="148" y="22"/>
                    </a:lnTo>
                    <a:lnTo>
                      <a:pt x="128" y="33"/>
                    </a:lnTo>
                    <a:lnTo>
                      <a:pt x="112" y="41"/>
                    </a:lnTo>
                    <a:lnTo>
                      <a:pt x="103" y="46"/>
                    </a:lnTo>
                    <a:lnTo>
                      <a:pt x="99" y="49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7" name="Freeform 58"/>
              <p:cNvSpPr>
                <a:spLocks/>
              </p:cNvSpPr>
              <p:nvPr/>
            </p:nvSpPr>
            <p:spPr bwMode="auto">
              <a:xfrm>
                <a:off x="2437" y="2926"/>
                <a:ext cx="989" cy="499"/>
              </a:xfrm>
              <a:custGeom>
                <a:avLst/>
                <a:gdLst>
                  <a:gd name="T0" fmla="*/ 501 w 1977"/>
                  <a:gd name="T1" fmla="*/ 463 h 999"/>
                  <a:gd name="T2" fmla="*/ 444 w 1977"/>
                  <a:gd name="T3" fmla="*/ 456 h 999"/>
                  <a:gd name="T4" fmla="*/ 419 w 1977"/>
                  <a:gd name="T5" fmla="*/ 411 h 999"/>
                  <a:gd name="T6" fmla="*/ 468 w 1977"/>
                  <a:gd name="T7" fmla="*/ 387 h 999"/>
                  <a:gd name="T8" fmla="*/ 396 w 1977"/>
                  <a:gd name="T9" fmla="*/ 378 h 999"/>
                  <a:gd name="T10" fmla="*/ 423 w 1977"/>
                  <a:gd name="T11" fmla="*/ 459 h 999"/>
                  <a:gd name="T12" fmla="*/ 495 w 1977"/>
                  <a:gd name="T13" fmla="*/ 498 h 999"/>
                  <a:gd name="T14" fmla="*/ 532 w 1977"/>
                  <a:gd name="T15" fmla="*/ 454 h 999"/>
                  <a:gd name="T16" fmla="*/ 564 w 1977"/>
                  <a:gd name="T17" fmla="*/ 242 h 999"/>
                  <a:gd name="T18" fmla="*/ 613 w 1977"/>
                  <a:gd name="T19" fmla="*/ 158 h 999"/>
                  <a:gd name="T20" fmla="*/ 699 w 1977"/>
                  <a:gd name="T21" fmla="*/ 107 h 999"/>
                  <a:gd name="T22" fmla="*/ 767 w 1977"/>
                  <a:gd name="T23" fmla="*/ 147 h 999"/>
                  <a:gd name="T24" fmla="*/ 834 w 1977"/>
                  <a:gd name="T25" fmla="*/ 150 h 999"/>
                  <a:gd name="T26" fmla="*/ 885 w 1977"/>
                  <a:gd name="T27" fmla="*/ 119 h 999"/>
                  <a:gd name="T28" fmla="*/ 972 w 1977"/>
                  <a:gd name="T29" fmla="*/ 228 h 999"/>
                  <a:gd name="T30" fmla="*/ 988 w 1977"/>
                  <a:gd name="T31" fmla="*/ 215 h 999"/>
                  <a:gd name="T32" fmla="*/ 955 w 1977"/>
                  <a:gd name="T33" fmla="*/ 132 h 999"/>
                  <a:gd name="T34" fmla="*/ 898 w 1977"/>
                  <a:gd name="T35" fmla="*/ 85 h 999"/>
                  <a:gd name="T36" fmla="*/ 877 w 1977"/>
                  <a:gd name="T37" fmla="*/ 92 h 999"/>
                  <a:gd name="T38" fmla="*/ 832 w 1977"/>
                  <a:gd name="T39" fmla="*/ 125 h 999"/>
                  <a:gd name="T40" fmla="*/ 785 w 1977"/>
                  <a:gd name="T41" fmla="*/ 127 h 999"/>
                  <a:gd name="T42" fmla="*/ 741 w 1977"/>
                  <a:gd name="T43" fmla="*/ 108 h 999"/>
                  <a:gd name="T44" fmla="*/ 749 w 1977"/>
                  <a:gd name="T45" fmla="*/ 58 h 999"/>
                  <a:gd name="T46" fmla="*/ 729 w 1977"/>
                  <a:gd name="T47" fmla="*/ 25 h 999"/>
                  <a:gd name="T48" fmla="*/ 674 w 1977"/>
                  <a:gd name="T49" fmla="*/ 92 h 999"/>
                  <a:gd name="T50" fmla="*/ 597 w 1977"/>
                  <a:gd name="T51" fmla="*/ 134 h 999"/>
                  <a:gd name="T52" fmla="*/ 550 w 1977"/>
                  <a:gd name="T53" fmla="*/ 205 h 999"/>
                  <a:gd name="T54" fmla="*/ 520 w 1977"/>
                  <a:gd name="T55" fmla="*/ 245 h 999"/>
                  <a:gd name="T56" fmla="*/ 441 w 1977"/>
                  <a:gd name="T57" fmla="*/ 235 h 999"/>
                  <a:gd name="T58" fmla="*/ 208 w 1977"/>
                  <a:gd name="T59" fmla="*/ 274 h 999"/>
                  <a:gd name="T60" fmla="*/ 109 w 1977"/>
                  <a:gd name="T61" fmla="*/ 279 h 999"/>
                  <a:gd name="T62" fmla="*/ 46 w 1977"/>
                  <a:gd name="T63" fmla="*/ 257 h 999"/>
                  <a:gd name="T64" fmla="*/ 5 w 1977"/>
                  <a:gd name="T65" fmla="*/ 254 h 999"/>
                  <a:gd name="T66" fmla="*/ 75 w 1977"/>
                  <a:gd name="T67" fmla="*/ 281 h 999"/>
                  <a:gd name="T68" fmla="*/ 107 w 1977"/>
                  <a:gd name="T69" fmla="*/ 294 h 999"/>
                  <a:gd name="T70" fmla="*/ 249 w 1977"/>
                  <a:gd name="T71" fmla="*/ 372 h 999"/>
                  <a:gd name="T72" fmla="*/ 193 w 1977"/>
                  <a:gd name="T73" fmla="*/ 291 h 999"/>
                  <a:gd name="T74" fmla="*/ 433 w 1977"/>
                  <a:gd name="T75" fmla="*/ 247 h 999"/>
                  <a:gd name="T76" fmla="*/ 512 w 1977"/>
                  <a:gd name="T77" fmla="*/ 252 h 999"/>
                  <a:gd name="T78" fmla="*/ 528 w 1977"/>
                  <a:gd name="T79" fmla="*/ 325 h 999"/>
                  <a:gd name="T80" fmla="*/ 494 w 1977"/>
                  <a:gd name="T81" fmla="*/ 291 h 999"/>
                  <a:gd name="T82" fmla="*/ 526 w 1977"/>
                  <a:gd name="T83" fmla="*/ 300 h 999"/>
                  <a:gd name="T84" fmla="*/ 478 w 1977"/>
                  <a:gd name="T85" fmla="*/ 258 h 999"/>
                  <a:gd name="T86" fmla="*/ 514 w 1977"/>
                  <a:gd name="T87" fmla="*/ 268 h 999"/>
                  <a:gd name="T88" fmla="*/ 532 w 1977"/>
                  <a:gd name="T89" fmla="*/ 275 h 999"/>
                  <a:gd name="T90" fmla="*/ 490 w 1977"/>
                  <a:gd name="T91" fmla="*/ 251 h 999"/>
                  <a:gd name="T92" fmla="*/ 478 w 1977"/>
                  <a:gd name="T93" fmla="*/ 257 h 999"/>
                  <a:gd name="T94" fmla="*/ 484 w 1977"/>
                  <a:gd name="T95" fmla="*/ 271 h 999"/>
                  <a:gd name="T96" fmla="*/ 486 w 1977"/>
                  <a:gd name="T97" fmla="*/ 280 h 999"/>
                  <a:gd name="T98" fmla="*/ 485 w 1977"/>
                  <a:gd name="T99" fmla="*/ 301 h 999"/>
                  <a:gd name="T100" fmla="*/ 465 w 1977"/>
                  <a:gd name="T101" fmla="*/ 331 h 999"/>
                  <a:gd name="T102" fmla="*/ 427 w 1977"/>
                  <a:gd name="T103" fmla="*/ 286 h 999"/>
                  <a:gd name="T104" fmla="*/ 399 w 1977"/>
                  <a:gd name="T105" fmla="*/ 306 h 999"/>
                  <a:gd name="T106" fmla="*/ 389 w 1977"/>
                  <a:gd name="T107" fmla="*/ 310 h 999"/>
                  <a:gd name="T108" fmla="*/ 412 w 1977"/>
                  <a:gd name="T109" fmla="*/ 317 h 999"/>
                  <a:gd name="T110" fmla="*/ 410 w 1977"/>
                  <a:gd name="T111" fmla="*/ 344 h 999"/>
                  <a:gd name="T112" fmla="*/ 423 w 1977"/>
                  <a:gd name="T113" fmla="*/ 361 h 999"/>
                  <a:gd name="T114" fmla="*/ 501 w 1977"/>
                  <a:gd name="T115" fmla="*/ 336 h 999"/>
                  <a:gd name="T116" fmla="*/ 476 w 1977"/>
                  <a:gd name="T117" fmla="*/ 384 h 999"/>
                  <a:gd name="T118" fmla="*/ 518 w 1977"/>
                  <a:gd name="T119" fmla="*/ 395 h 99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77"/>
                  <a:gd name="T181" fmla="*/ 0 h 999"/>
                  <a:gd name="T182" fmla="*/ 1977 w 1977"/>
                  <a:gd name="T183" fmla="*/ 999 h 99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77" h="999">
                    <a:moveTo>
                      <a:pt x="949" y="853"/>
                    </a:moveTo>
                    <a:lnTo>
                      <a:pt x="1027" y="827"/>
                    </a:lnTo>
                    <a:lnTo>
                      <a:pt x="1026" y="843"/>
                    </a:lnTo>
                    <a:lnTo>
                      <a:pt x="1024" y="860"/>
                    </a:lnTo>
                    <a:lnTo>
                      <a:pt x="1021" y="877"/>
                    </a:lnTo>
                    <a:lnTo>
                      <a:pt x="1017" y="894"/>
                    </a:lnTo>
                    <a:lnTo>
                      <a:pt x="1010" y="912"/>
                    </a:lnTo>
                    <a:lnTo>
                      <a:pt x="1001" y="927"/>
                    </a:lnTo>
                    <a:lnTo>
                      <a:pt x="989" y="941"/>
                    </a:lnTo>
                    <a:lnTo>
                      <a:pt x="974" y="952"/>
                    </a:lnTo>
                    <a:lnTo>
                      <a:pt x="959" y="954"/>
                    </a:lnTo>
                    <a:lnTo>
                      <a:pt x="944" y="952"/>
                    </a:lnTo>
                    <a:lnTo>
                      <a:pt x="929" y="946"/>
                    </a:lnTo>
                    <a:lnTo>
                      <a:pt x="914" y="937"/>
                    </a:lnTo>
                    <a:lnTo>
                      <a:pt x="900" y="926"/>
                    </a:lnTo>
                    <a:lnTo>
                      <a:pt x="888" y="913"/>
                    </a:lnTo>
                    <a:lnTo>
                      <a:pt x="876" y="897"/>
                    </a:lnTo>
                    <a:lnTo>
                      <a:pt x="867" y="881"/>
                    </a:lnTo>
                    <a:lnTo>
                      <a:pt x="949" y="853"/>
                    </a:lnTo>
                    <a:lnTo>
                      <a:pt x="942" y="822"/>
                    </a:lnTo>
                    <a:lnTo>
                      <a:pt x="857" y="852"/>
                    </a:lnTo>
                    <a:lnTo>
                      <a:pt x="848" y="845"/>
                    </a:lnTo>
                    <a:lnTo>
                      <a:pt x="842" y="835"/>
                    </a:lnTo>
                    <a:lnTo>
                      <a:pt x="837" y="823"/>
                    </a:lnTo>
                    <a:lnTo>
                      <a:pt x="830" y="812"/>
                    </a:lnTo>
                    <a:lnTo>
                      <a:pt x="843" y="806"/>
                    </a:lnTo>
                    <a:lnTo>
                      <a:pt x="858" y="801"/>
                    </a:lnTo>
                    <a:lnTo>
                      <a:pt x="873" y="795"/>
                    </a:lnTo>
                    <a:lnTo>
                      <a:pt x="889" y="790"/>
                    </a:lnTo>
                    <a:lnTo>
                      <a:pt x="905" y="784"/>
                    </a:lnTo>
                    <a:lnTo>
                      <a:pt x="921" y="779"/>
                    </a:lnTo>
                    <a:lnTo>
                      <a:pt x="935" y="775"/>
                    </a:lnTo>
                    <a:lnTo>
                      <a:pt x="949" y="770"/>
                    </a:lnTo>
                    <a:lnTo>
                      <a:pt x="941" y="740"/>
                    </a:lnTo>
                    <a:lnTo>
                      <a:pt x="836" y="775"/>
                    </a:lnTo>
                    <a:lnTo>
                      <a:pt x="835" y="772"/>
                    </a:lnTo>
                    <a:lnTo>
                      <a:pt x="835" y="769"/>
                    </a:lnTo>
                    <a:lnTo>
                      <a:pt x="835" y="765"/>
                    </a:lnTo>
                    <a:lnTo>
                      <a:pt x="835" y="761"/>
                    </a:lnTo>
                    <a:lnTo>
                      <a:pt x="792" y="757"/>
                    </a:lnTo>
                    <a:lnTo>
                      <a:pt x="792" y="779"/>
                    </a:lnTo>
                    <a:lnTo>
                      <a:pt x="794" y="800"/>
                    </a:lnTo>
                    <a:lnTo>
                      <a:pt x="799" y="822"/>
                    </a:lnTo>
                    <a:lnTo>
                      <a:pt x="806" y="841"/>
                    </a:lnTo>
                    <a:lnTo>
                      <a:pt x="814" y="862"/>
                    </a:lnTo>
                    <a:lnTo>
                      <a:pt x="823" y="882"/>
                    </a:lnTo>
                    <a:lnTo>
                      <a:pt x="835" y="900"/>
                    </a:lnTo>
                    <a:lnTo>
                      <a:pt x="846" y="919"/>
                    </a:lnTo>
                    <a:lnTo>
                      <a:pt x="860" y="936"/>
                    </a:lnTo>
                    <a:lnTo>
                      <a:pt x="875" y="953"/>
                    </a:lnTo>
                    <a:lnTo>
                      <a:pt x="891" y="968"/>
                    </a:lnTo>
                    <a:lnTo>
                      <a:pt x="908" y="980"/>
                    </a:lnTo>
                    <a:lnTo>
                      <a:pt x="927" y="990"/>
                    </a:lnTo>
                    <a:lnTo>
                      <a:pt x="946" y="996"/>
                    </a:lnTo>
                    <a:lnTo>
                      <a:pt x="967" y="999"/>
                    </a:lnTo>
                    <a:lnTo>
                      <a:pt x="989" y="997"/>
                    </a:lnTo>
                    <a:lnTo>
                      <a:pt x="1005" y="992"/>
                    </a:lnTo>
                    <a:lnTo>
                      <a:pt x="1019" y="986"/>
                    </a:lnTo>
                    <a:lnTo>
                      <a:pt x="1030" y="976"/>
                    </a:lnTo>
                    <a:lnTo>
                      <a:pt x="1041" y="965"/>
                    </a:lnTo>
                    <a:lnTo>
                      <a:pt x="1048" y="952"/>
                    </a:lnTo>
                    <a:lnTo>
                      <a:pt x="1055" y="938"/>
                    </a:lnTo>
                    <a:lnTo>
                      <a:pt x="1060" y="923"/>
                    </a:lnTo>
                    <a:lnTo>
                      <a:pt x="1064" y="908"/>
                    </a:lnTo>
                    <a:lnTo>
                      <a:pt x="1098" y="629"/>
                    </a:lnTo>
                    <a:lnTo>
                      <a:pt x="1101" y="609"/>
                    </a:lnTo>
                    <a:lnTo>
                      <a:pt x="1104" y="587"/>
                    </a:lnTo>
                    <a:lnTo>
                      <a:pt x="1108" y="566"/>
                    </a:lnTo>
                    <a:lnTo>
                      <a:pt x="1112" y="545"/>
                    </a:lnTo>
                    <a:lnTo>
                      <a:pt x="1117" y="525"/>
                    </a:lnTo>
                    <a:lnTo>
                      <a:pt x="1121" y="505"/>
                    </a:lnTo>
                    <a:lnTo>
                      <a:pt x="1128" y="485"/>
                    </a:lnTo>
                    <a:lnTo>
                      <a:pt x="1135" y="466"/>
                    </a:lnTo>
                    <a:lnTo>
                      <a:pt x="1143" y="443"/>
                    </a:lnTo>
                    <a:lnTo>
                      <a:pt x="1154" y="420"/>
                    </a:lnTo>
                    <a:lnTo>
                      <a:pt x="1165" y="398"/>
                    </a:lnTo>
                    <a:lnTo>
                      <a:pt x="1179" y="376"/>
                    </a:lnTo>
                    <a:lnTo>
                      <a:pt x="1194" y="355"/>
                    </a:lnTo>
                    <a:lnTo>
                      <a:pt x="1209" y="335"/>
                    </a:lnTo>
                    <a:lnTo>
                      <a:pt x="1226" y="316"/>
                    </a:lnTo>
                    <a:lnTo>
                      <a:pt x="1245" y="298"/>
                    </a:lnTo>
                    <a:lnTo>
                      <a:pt x="1264" y="282"/>
                    </a:lnTo>
                    <a:lnTo>
                      <a:pt x="1284" y="265"/>
                    </a:lnTo>
                    <a:lnTo>
                      <a:pt x="1306" y="252"/>
                    </a:lnTo>
                    <a:lnTo>
                      <a:pt x="1328" y="240"/>
                    </a:lnTo>
                    <a:lnTo>
                      <a:pt x="1351" y="230"/>
                    </a:lnTo>
                    <a:lnTo>
                      <a:pt x="1374" y="220"/>
                    </a:lnTo>
                    <a:lnTo>
                      <a:pt x="1398" y="215"/>
                    </a:lnTo>
                    <a:lnTo>
                      <a:pt x="1423" y="210"/>
                    </a:lnTo>
                    <a:lnTo>
                      <a:pt x="1437" y="226"/>
                    </a:lnTo>
                    <a:lnTo>
                      <a:pt x="1450" y="240"/>
                    </a:lnTo>
                    <a:lnTo>
                      <a:pt x="1462" y="254"/>
                    </a:lnTo>
                    <a:lnTo>
                      <a:pt x="1476" y="265"/>
                    </a:lnTo>
                    <a:lnTo>
                      <a:pt x="1492" y="276"/>
                    </a:lnTo>
                    <a:lnTo>
                      <a:pt x="1511" y="285"/>
                    </a:lnTo>
                    <a:lnTo>
                      <a:pt x="1534" y="294"/>
                    </a:lnTo>
                    <a:lnTo>
                      <a:pt x="1561" y="302"/>
                    </a:lnTo>
                    <a:lnTo>
                      <a:pt x="1578" y="306"/>
                    </a:lnTo>
                    <a:lnTo>
                      <a:pt x="1593" y="307"/>
                    </a:lnTo>
                    <a:lnTo>
                      <a:pt x="1609" y="308"/>
                    </a:lnTo>
                    <a:lnTo>
                      <a:pt x="1624" y="308"/>
                    </a:lnTo>
                    <a:lnTo>
                      <a:pt x="1639" y="306"/>
                    </a:lnTo>
                    <a:lnTo>
                      <a:pt x="1652" y="303"/>
                    </a:lnTo>
                    <a:lnTo>
                      <a:pt x="1667" y="300"/>
                    </a:lnTo>
                    <a:lnTo>
                      <a:pt x="1681" y="294"/>
                    </a:lnTo>
                    <a:lnTo>
                      <a:pt x="1695" y="290"/>
                    </a:lnTo>
                    <a:lnTo>
                      <a:pt x="1708" y="283"/>
                    </a:lnTo>
                    <a:lnTo>
                      <a:pt x="1722" y="276"/>
                    </a:lnTo>
                    <a:lnTo>
                      <a:pt x="1734" y="268"/>
                    </a:lnTo>
                    <a:lnTo>
                      <a:pt x="1746" y="259"/>
                    </a:lnTo>
                    <a:lnTo>
                      <a:pt x="1758" y="249"/>
                    </a:lnTo>
                    <a:lnTo>
                      <a:pt x="1770" y="239"/>
                    </a:lnTo>
                    <a:lnTo>
                      <a:pt x="1781" y="229"/>
                    </a:lnTo>
                    <a:lnTo>
                      <a:pt x="1818" y="249"/>
                    </a:lnTo>
                    <a:lnTo>
                      <a:pt x="1850" y="275"/>
                    </a:lnTo>
                    <a:lnTo>
                      <a:pt x="1878" y="305"/>
                    </a:lnTo>
                    <a:lnTo>
                      <a:pt x="1902" y="339"/>
                    </a:lnTo>
                    <a:lnTo>
                      <a:pt x="1921" y="376"/>
                    </a:lnTo>
                    <a:lnTo>
                      <a:pt x="1936" y="416"/>
                    </a:lnTo>
                    <a:lnTo>
                      <a:pt x="1944" y="457"/>
                    </a:lnTo>
                    <a:lnTo>
                      <a:pt x="1947" y="499"/>
                    </a:lnTo>
                    <a:lnTo>
                      <a:pt x="1950" y="528"/>
                    </a:lnTo>
                    <a:lnTo>
                      <a:pt x="1953" y="560"/>
                    </a:lnTo>
                    <a:lnTo>
                      <a:pt x="1956" y="585"/>
                    </a:lnTo>
                    <a:lnTo>
                      <a:pt x="1960" y="591"/>
                    </a:lnTo>
                    <a:lnTo>
                      <a:pt x="1973" y="540"/>
                    </a:lnTo>
                    <a:lnTo>
                      <a:pt x="1977" y="485"/>
                    </a:lnTo>
                    <a:lnTo>
                      <a:pt x="1976" y="430"/>
                    </a:lnTo>
                    <a:lnTo>
                      <a:pt x="1967" y="378"/>
                    </a:lnTo>
                    <a:lnTo>
                      <a:pt x="1962" y="361"/>
                    </a:lnTo>
                    <a:lnTo>
                      <a:pt x="1956" y="344"/>
                    </a:lnTo>
                    <a:lnTo>
                      <a:pt x="1950" y="326"/>
                    </a:lnTo>
                    <a:lnTo>
                      <a:pt x="1940" y="310"/>
                    </a:lnTo>
                    <a:lnTo>
                      <a:pt x="1931" y="295"/>
                    </a:lnTo>
                    <a:lnTo>
                      <a:pt x="1921" y="280"/>
                    </a:lnTo>
                    <a:lnTo>
                      <a:pt x="1909" y="265"/>
                    </a:lnTo>
                    <a:lnTo>
                      <a:pt x="1897" y="252"/>
                    </a:lnTo>
                    <a:lnTo>
                      <a:pt x="1884" y="239"/>
                    </a:lnTo>
                    <a:lnTo>
                      <a:pt x="1870" y="226"/>
                    </a:lnTo>
                    <a:lnTo>
                      <a:pt x="1856" y="214"/>
                    </a:lnTo>
                    <a:lnTo>
                      <a:pt x="1841" y="202"/>
                    </a:lnTo>
                    <a:lnTo>
                      <a:pt x="1826" y="191"/>
                    </a:lnTo>
                    <a:lnTo>
                      <a:pt x="1810" y="180"/>
                    </a:lnTo>
                    <a:lnTo>
                      <a:pt x="1795" y="171"/>
                    </a:lnTo>
                    <a:lnTo>
                      <a:pt x="1779" y="162"/>
                    </a:lnTo>
                    <a:lnTo>
                      <a:pt x="1776" y="163"/>
                    </a:lnTo>
                    <a:lnTo>
                      <a:pt x="1773" y="164"/>
                    </a:lnTo>
                    <a:lnTo>
                      <a:pt x="1771" y="165"/>
                    </a:lnTo>
                    <a:lnTo>
                      <a:pt x="1769" y="167"/>
                    </a:lnTo>
                    <a:lnTo>
                      <a:pt x="1765" y="171"/>
                    </a:lnTo>
                    <a:lnTo>
                      <a:pt x="1761" y="177"/>
                    </a:lnTo>
                    <a:lnTo>
                      <a:pt x="1753" y="185"/>
                    </a:lnTo>
                    <a:lnTo>
                      <a:pt x="1743" y="195"/>
                    </a:lnTo>
                    <a:lnTo>
                      <a:pt x="1730" y="208"/>
                    </a:lnTo>
                    <a:lnTo>
                      <a:pt x="1717" y="218"/>
                    </a:lnTo>
                    <a:lnTo>
                      <a:pt x="1705" y="227"/>
                    </a:lnTo>
                    <a:lnTo>
                      <a:pt x="1694" y="235"/>
                    </a:lnTo>
                    <a:lnTo>
                      <a:pt x="1683" y="241"/>
                    </a:lnTo>
                    <a:lnTo>
                      <a:pt x="1673" y="247"/>
                    </a:lnTo>
                    <a:lnTo>
                      <a:pt x="1664" y="250"/>
                    </a:lnTo>
                    <a:lnTo>
                      <a:pt x="1654" y="254"/>
                    </a:lnTo>
                    <a:lnTo>
                      <a:pt x="1643" y="255"/>
                    </a:lnTo>
                    <a:lnTo>
                      <a:pt x="1633" y="256"/>
                    </a:lnTo>
                    <a:lnTo>
                      <a:pt x="1622" y="257"/>
                    </a:lnTo>
                    <a:lnTo>
                      <a:pt x="1611" y="257"/>
                    </a:lnTo>
                    <a:lnTo>
                      <a:pt x="1598" y="256"/>
                    </a:lnTo>
                    <a:lnTo>
                      <a:pt x="1584" y="256"/>
                    </a:lnTo>
                    <a:lnTo>
                      <a:pt x="1569" y="255"/>
                    </a:lnTo>
                    <a:lnTo>
                      <a:pt x="1553" y="254"/>
                    </a:lnTo>
                    <a:lnTo>
                      <a:pt x="1543" y="249"/>
                    </a:lnTo>
                    <a:lnTo>
                      <a:pt x="1531" y="246"/>
                    </a:lnTo>
                    <a:lnTo>
                      <a:pt x="1521" y="241"/>
                    </a:lnTo>
                    <a:lnTo>
                      <a:pt x="1510" y="237"/>
                    </a:lnTo>
                    <a:lnTo>
                      <a:pt x="1499" y="232"/>
                    </a:lnTo>
                    <a:lnTo>
                      <a:pt x="1489" y="225"/>
                    </a:lnTo>
                    <a:lnTo>
                      <a:pt x="1481" y="217"/>
                    </a:lnTo>
                    <a:lnTo>
                      <a:pt x="1473" y="208"/>
                    </a:lnTo>
                    <a:lnTo>
                      <a:pt x="1476" y="204"/>
                    </a:lnTo>
                    <a:lnTo>
                      <a:pt x="1480" y="200"/>
                    </a:lnTo>
                    <a:lnTo>
                      <a:pt x="1482" y="195"/>
                    </a:lnTo>
                    <a:lnTo>
                      <a:pt x="1485" y="191"/>
                    </a:lnTo>
                    <a:lnTo>
                      <a:pt x="1493" y="166"/>
                    </a:lnTo>
                    <a:lnTo>
                      <a:pt x="1497" y="141"/>
                    </a:lnTo>
                    <a:lnTo>
                      <a:pt x="1497" y="116"/>
                    </a:lnTo>
                    <a:lnTo>
                      <a:pt x="1495" y="91"/>
                    </a:lnTo>
                    <a:lnTo>
                      <a:pt x="1489" y="66"/>
                    </a:lnTo>
                    <a:lnTo>
                      <a:pt x="1480" y="43"/>
                    </a:lnTo>
                    <a:lnTo>
                      <a:pt x="1468" y="21"/>
                    </a:lnTo>
                    <a:lnTo>
                      <a:pt x="1454" y="0"/>
                    </a:lnTo>
                    <a:lnTo>
                      <a:pt x="1453" y="6"/>
                    </a:lnTo>
                    <a:lnTo>
                      <a:pt x="1454" y="25"/>
                    </a:lnTo>
                    <a:lnTo>
                      <a:pt x="1457" y="50"/>
                    </a:lnTo>
                    <a:lnTo>
                      <a:pt x="1458" y="80"/>
                    </a:lnTo>
                    <a:lnTo>
                      <a:pt x="1455" y="112"/>
                    </a:lnTo>
                    <a:lnTo>
                      <a:pt x="1450" y="141"/>
                    </a:lnTo>
                    <a:lnTo>
                      <a:pt x="1437" y="164"/>
                    </a:lnTo>
                    <a:lnTo>
                      <a:pt x="1416" y="178"/>
                    </a:lnTo>
                    <a:lnTo>
                      <a:pt x="1393" y="178"/>
                    </a:lnTo>
                    <a:lnTo>
                      <a:pt x="1370" y="180"/>
                    </a:lnTo>
                    <a:lnTo>
                      <a:pt x="1348" y="185"/>
                    </a:lnTo>
                    <a:lnTo>
                      <a:pt x="1326" y="191"/>
                    </a:lnTo>
                    <a:lnTo>
                      <a:pt x="1306" y="197"/>
                    </a:lnTo>
                    <a:lnTo>
                      <a:pt x="1285" y="207"/>
                    </a:lnTo>
                    <a:lnTo>
                      <a:pt x="1265" y="216"/>
                    </a:lnTo>
                    <a:lnTo>
                      <a:pt x="1246" y="227"/>
                    </a:lnTo>
                    <a:lnTo>
                      <a:pt x="1227" y="240"/>
                    </a:lnTo>
                    <a:lnTo>
                      <a:pt x="1209" y="254"/>
                    </a:lnTo>
                    <a:lnTo>
                      <a:pt x="1193" y="269"/>
                    </a:lnTo>
                    <a:lnTo>
                      <a:pt x="1177" y="285"/>
                    </a:lnTo>
                    <a:lnTo>
                      <a:pt x="1162" y="301"/>
                    </a:lnTo>
                    <a:lnTo>
                      <a:pt x="1148" y="320"/>
                    </a:lnTo>
                    <a:lnTo>
                      <a:pt x="1134" y="338"/>
                    </a:lnTo>
                    <a:lnTo>
                      <a:pt x="1123" y="356"/>
                    </a:lnTo>
                    <a:lnTo>
                      <a:pt x="1113" y="374"/>
                    </a:lnTo>
                    <a:lnTo>
                      <a:pt x="1105" y="392"/>
                    </a:lnTo>
                    <a:lnTo>
                      <a:pt x="1100" y="411"/>
                    </a:lnTo>
                    <a:lnTo>
                      <a:pt x="1095" y="429"/>
                    </a:lnTo>
                    <a:lnTo>
                      <a:pt x="1090" y="447"/>
                    </a:lnTo>
                    <a:lnTo>
                      <a:pt x="1086" y="467"/>
                    </a:lnTo>
                    <a:lnTo>
                      <a:pt x="1081" y="485"/>
                    </a:lnTo>
                    <a:lnTo>
                      <a:pt x="1077" y="504"/>
                    </a:lnTo>
                    <a:lnTo>
                      <a:pt x="1067" y="499"/>
                    </a:lnTo>
                    <a:lnTo>
                      <a:pt x="1055" y="495"/>
                    </a:lnTo>
                    <a:lnTo>
                      <a:pt x="1039" y="490"/>
                    </a:lnTo>
                    <a:lnTo>
                      <a:pt x="1022" y="484"/>
                    </a:lnTo>
                    <a:lnTo>
                      <a:pt x="1006" y="477"/>
                    </a:lnTo>
                    <a:lnTo>
                      <a:pt x="991" y="471"/>
                    </a:lnTo>
                    <a:lnTo>
                      <a:pt x="981" y="464"/>
                    </a:lnTo>
                    <a:lnTo>
                      <a:pt x="976" y="456"/>
                    </a:lnTo>
                    <a:lnTo>
                      <a:pt x="956" y="459"/>
                    </a:lnTo>
                    <a:lnTo>
                      <a:pt x="923" y="465"/>
                    </a:lnTo>
                    <a:lnTo>
                      <a:pt x="882" y="471"/>
                    </a:lnTo>
                    <a:lnTo>
                      <a:pt x="832" y="480"/>
                    </a:lnTo>
                    <a:lnTo>
                      <a:pt x="777" y="489"/>
                    </a:lnTo>
                    <a:lnTo>
                      <a:pt x="717" y="498"/>
                    </a:lnTo>
                    <a:lnTo>
                      <a:pt x="655" y="509"/>
                    </a:lnTo>
                    <a:lnTo>
                      <a:pt x="592" y="519"/>
                    </a:lnTo>
                    <a:lnTo>
                      <a:pt x="529" y="529"/>
                    </a:lnTo>
                    <a:lnTo>
                      <a:pt x="471" y="540"/>
                    </a:lnTo>
                    <a:lnTo>
                      <a:pt x="415" y="549"/>
                    </a:lnTo>
                    <a:lnTo>
                      <a:pt x="366" y="557"/>
                    </a:lnTo>
                    <a:lnTo>
                      <a:pt x="324" y="564"/>
                    </a:lnTo>
                    <a:lnTo>
                      <a:pt x="293" y="568"/>
                    </a:lnTo>
                    <a:lnTo>
                      <a:pt x="273" y="572"/>
                    </a:lnTo>
                    <a:lnTo>
                      <a:pt x="266" y="573"/>
                    </a:lnTo>
                    <a:lnTo>
                      <a:pt x="250" y="568"/>
                    </a:lnTo>
                    <a:lnTo>
                      <a:pt x="233" y="563"/>
                    </a:lnTo>
                    <a:lnTo>
                      <a:pt x="218" y="558"/>
                    </a:lnTo>
                    <a:lnTo>
                      <a:pt x="202" y="552"/>
                    </a:lnTo>
                    <a:lnTo>
                      <a:pt x="186" y="547"/>
                    </a:lnTo>
                    <a:lnTo>
                      <a:pt x="170" y="541"/>
                    </a:lnTo>
                    <a:lnTo>
                      <a:pt x="155" y="536"/>
                    </a:lnTo>
                    <a:lnTo>
                      <a:pt x="139" y="530"/>
                    </a:lnTo>
                    <a:lnTo>
                      <a:pt x="123" y="525"/>
                    </a:lnTo>
                    <a:lnTo>
                      <a:pt x="107" y="520"/>
                    </a:lnTo>
                    <a:lnTo>
                      <a:pt x="92" y="514"/>
                    </a:lnTo>
                    <a:lnTo>
                      <a:pt x="76" y="510"/>
                    </a:lnTo>
                    <a:lnTo>
                      <a:pt x="60" y="505"/>
                    </a:lnTo>
                    <a:lnTo>
                      <a:pt x="43" y="500"/>
                    </a:lnTo>
                    <a:lnTo>
                      <a:pt x="27" y="496"/>
                    </a:lnTo>
                    <a:lnTo>
                      <a:pt x="11" y="491"/>
                    </a:lnTo>
                    <a:lnTo>
                      <a:pt x="0" y="503"/>
                    </a:lnTo>
                    <a:lnTo>
                      <a:pt x="3" y="505"/>
                    </a:lnTo>
                    <a:lnTo>
                      <a:pt x="10" y="509"/>
                    </a:lnTo>
                    <a:lnTo>
                      <a:pt x="22" y="513"/>
                    </a:lnTo>
                    <a:lnTo>
                      <a:pt x="35" y="519"/>
                    </a:lnTo>
                    <a:lnTo>
                      <a:pt x="53" y="525"/>
                    </a:lnTo>
                    <a:lnTo>
                      <a:pt x="71" y="532"/>
                    </a:lnTo>
                    <a:lnTo>
                      <a:pt x="91" y="540"/>
                    </a:lnTo>
                    <a:lnTo>
                      <a:pt x="110" y="547"/>
                    </a:lnTo>
                    <a:lnTo>
                      <a:pt x="130" y="555"/>
                    </a:lnTo>
                    <a:lnTo>
                      <a:pt x="149" y="562"/>
                    </a:lnTo>
                    <a:lnTo>
                      <a:pt x="168" y="568"/>
                    </a:lnTo>
                    <a:lnTo>
                      <a:pt x="184" y="574"/>
                    </a:lnTo>
                    <a:lnTo>
                      <a:pt x="198" y="580"/>
                    </a:lnTo>
                    <a:lnTo>
                      <a:pt x="208" y="583"/>
                    </a:lnTo>
                    <a:lnTo>
                      <a:pt x="215" y="586"/>
                    </a:lnTo>
                    <a:lnTo>
                      <a:pt x="217" y="587"/>
                    </a:lnTo>
                    <a:lnTo>
                      <a:pt x="216" y="587"/>
                    </a:lnTo>
                    <a:lnTo>
                      <a:pt x="213" y="588"/>
                    </a:lnTo>
                    <a:lnTo>
                      <a:pt x="208" y="590"/>
                    </a:lnTo>
                    <a:lnTo>
                      <a:pt x="202" y="593"/>
                    </a:lnTo>
                    <a:lnTo>
                      <a:pt x="195" y="595"/>
                    </a:lnTo>
                    <a:lnTo>
                      <a:pt x="190" y="598"/>
                    </a:lnTo>
                    <a:lnTo>
                      <a:pt x="184" y="601"/>
                    </a:lnTo>
                    <a:lnTo>
                      <a:pt x="179" y="604"/>
                    </a:lnTo>
                    <a:lnTo>
                      <a:pt x="491" y="741"/>
                    </a:lnTo>
                    <a:lnTo>
                      <a:pt x="497" y="744"/>
                    </a:lnTo>
                    <a:lnTo>
                      <a:pt x="503" y="745"/>
                    </a:lnTo>
                    <a:lnTo>
                      <a:pt x="509" y="745"/>
                    </a:lnTo>
                    <a:lnTo>
                      <a:pt x="514" y="740"/>
                    </a:lnTo>
                    <a:lnTo>
                      <a:pt x="246" y="612"/>
                    </a:lnTo>
                    <a:lnTo>
                      <a:pt x="265" y="608"/>
                    </a:lnTo>
                    <a:lnTo>
                      <a:pt x="296" y="602"/>
                    </a:lnTo>
                    <a:lnTo>
                      <a:pt x="336" y="593"/>
                    </a:lnTo>
                    <a:lnTo>
                      <a:pt x="385" y="583"/>
                    </a:lnTo>
                    <a:lnTo>
                      <a:pt x="442" y="573"/>
                    </a:lnTo>
                    <a:lnTo>
                      <a:pt x="503" y="562"/>
                    </a:lnTo>
                    <a:lnTo>
                      <a:pt x="567" y="549"/>
                    </a:lnTo>
                    <a:lnTo>
                      <a:pt x="632" y="537"/>
                    </a:lnTo>
                    <a:lnTo>
                      <a:pt x="696" y="526"/>
                    </a:lnTo>
                    <a:lnTo>
                      <a:pt x="758" y="514"/>
                    </a:lnTo>
                    <a:lnTo>
                      <a:pt x="815" y="504"/>
                    </a:lnTo>
                    <a:lnTo>
                      <a:pt x="866" y="494"/>
                    </a:lnTo>
                    <a:lnTo>
                      <a:pt x="910" y="487"/>
                    </a:lnTo>
                    <a:lnTo>
                      <a:pt x="942" y="480"/>
                    </a:lnTo>
                    <a:lnTo>
                      <a:pt x="964" y="476"/>
                    </a:lnTo>
                    <a:lnTo>
                      <a:pt x="971" y="475"/>
                    </a:lnTo>
                    <a:lnTo>
                      <a:pt x="983" y="482"/>
                    </a:lnTo>
                    <a:lnTo>
                      <a:pt x="996" y="489"/>
                    </a:lnTo>
                    <a:lnTo>
                      <a:pt x="1010" y="496"/>
                    </a:lnTo>
                    <a:lnTo>
                      <a:pt x="1024" y="504"/>
                    </a:lnTo>
                    <a:lnTo>
                      <a:pt x="1036" y="512"/>
                    </a:lnTo>
                    <a:lnTo>
                      <a:pt x="1049" y="520"/>
                    </a:lnTo>
                    <a:lnTo>
                      <a:pt x="1062" y="528"/>
                    </a:lnTo>
                    <a:lnTo>
                      <a:pt x="1073" y="537"/>
                    </a:lnTo>
                    <a:lnTo>
                      <a:pt x="1072" y="567"/>
                    </a:lnTo>
                    <a:lnTo>
                      <a:pt x="1067" y="595"/>
                    </a:lnTo>
                    <a:lnTo>
                      <a:pt x="1062" y="624"/>
                    </a:lnTo>
                    <a:lnTo>
                      <a:pt x="1055" y="650"/>
                    </a:lnTo>
                    <a:lnTo>
                      <a:pt x="1047" y="641"/>
                    </a:lnTo>
                    <a:lnTo>
                      <a:pt x="1039" y="632"/>
                    </a:lnTo>
                    <a:lnTo>
                      <a:pt x="1030" y="623"/>
                    </a:lnTo>
                    <a:lnTo>
                      <a:pt x="1022" y="615"/>
                    </a:lnTo>
                    <a:lnTo>
                      <a:pt x="1014" y="606"/>
                    </a:lnTo>
                    <a:lnTo>
                      <a:pt x="1006" y="598"/>
                    </a:lnTo>
                    <a:lnTo>
                      <a:pt x="997" y="590"/>
                    </a:lnTo>
                    <a:lnTo>
                      <a:pt x="987" y="583"/>
                    </a:lnTo>
                    <a:lnTo>
                      <a:pt x="995" y="583"/>
                    </a:lnTo>
                    <a:lnTo>
                      <a:pt x="1003" y="586"/>
                    </a:lnTo>
                    <a:lnTo>
                      <a:pt x="1011" y="591"/>
                    </a:lnTo>
                    <a:lnTo>
                      <a:pt x="1018" y="597"/>
                    </a:lnTo>
                    <a:lnTo>
                      <a:pt x="1026" y="603"/>
                    </a:lnTo>
                    <a:lnTo>
                      <a:pt x="1034" y="605"/>
                    </a:lnTo>
                    <a:lnTo>
                      <a:pt x="1042" y="605"/>
                    </a:lnTo>
                    <a:lnTo>
                      <a:pt x="1051" y="601"/>
                    </a:lnTo>
                    <a:lnTo>
                      <a:pt x="1043" y="587"/>
                    </a:lnTo>
                    <a:lnTo>
                      <a:pt x="1033" y="574"/>
                    </a:lnTo>
                    <a:lnTo>
                      <a:pt x="1022" y="563"/>
                    </a:lnTo>
                    <a:lnTo>
                      <a:pt x="1010" y="551"/>
                    </a:lnTo>
                    <a:lnTo>
                      <a:pt x="997" y="541"/>
                    </a:lnTo>
                    <a:lnTo>
                      <a:pt x="983" y="532"/>
                    </a:lnTo>
                    <a:lnTo>
                      <a:pt x="969" y="524"/>
                    </a:lnTo>
                    <a:lnTo>
                      <a:pt x="956" y="517"/>
                    </a:lnTo>
                    <a:lnTo>
                      <a:pt x="965" y="518"/>
                    </a:lnTo>
                    <a:lnTo>
                      <a:pt x="974" y="519"/>
                    </a:lnTo>
                    <a:lnTo>
                      <a:pt x="983" y="521"/>
                    </a:lnTo>
                    <a:lnTo>
                      <a:pt x="992" y="524"/>
                    </a:lnTo>
                    <a:lnTo>
                      <a:pt x="1002" y="526"/>
                    </a:lnTo>
                    <a:lnTo>
                      <a:pt x="1011" y="529"/>
                    </a:lnTo>
                    <a:lnTo>
                      <a:pt x="1019" y="533"/>
                    </a:lnTo>
                    <a:lnTo>
                      <a:pt x="1027" y="537"/>
                    </a:lnTo>
                    <a:lnTo>
                      <a:pt x="1032" y="538"/>
                    </a:lnTo>
                    <a:lnTo>
                      <a:pt x="1036" y="542"/>
                    </a:lnTo>
                    <a:lnTo>
                      <a:pt x="1041" y="547"/>
                    </a:lnTo>
                    <a:lnTo>
                      <a:pt x="1044" y="550"/>
                    </a:lnTo>
                    <a:lnTo>
                      <a:pt x="1049" y="555"/>
                    </a:lnTo>
                    <a:lnTo>
                      <a:pt x="1053" y="556"/>
                    </a:lnTo>
                    <a:lnTo>
                      <a:pt x="1058" y="555"/>
                    </a:lnTo>
                    <a:lnTo>
                      <a:pt x="1064" y="550"/>
                    </a:lnTo>
                    <a:lnTo>
                      <a:pt x="1056" y="540"/>
                    </a:lnTo>
                    <a:lnTo>
                      <a:pt x="1047" y="532"/>
                    </a:lnTo>
                    <a:lnTo>
                      <a:pt x="1036" y="525"/>
                    </a:lnTo>
                    <a:lnTo>
                      <a:pt x="1026" y="519"/>
                    </a:lnTo>
                    <a:lnTo>
                      <a:pt x="1014" y="514"/>
                    </a:lnTo>
                    <a:lnTo>
                      <a:pt x="1003" y="511"/>
                    </a:lnTo>
                    <a:lnTo>
                      <a:pt x="990" y="506"/>
                    </a:lnTo>
                    <a:lnTo>
                      <a:pt x="979" y="503"/>
                    </a:lnTo>
                    <a:lnTo>
                      <a:pt x="972" y="500"/>
                    </a:lnTo>
                    <a:lnTo>
                      <a:pt x="964" y="499"/>
                    </a:lnTo>
                    <a:lnTo>
                      <a:pt x="957" y="499"/>
                    </a:lnTo>
                    <a:lnTo>
                      <a:pt x="951" y="504"/>
                    </a:lnTo>
                    <a:lnTo>
                      <a:pt x="951" y="507"/>
                    </a:lnTo>
                    <a:lnTo>
                      <a:pt x="952" y="511"/>
                    </a:lnTo>
                    <a:lnTo>
                      <a:pt x="953" y="513"/>
                    </a:lnTo>
                    <a:lnTo>
                      <a:pt x="956" y="515"/>
                    </a:lnTo>
                    <a:lnTo>
                      <a:pt x="948" y="518"/>
                    </a:lnTo>
                    <a:lnTo>
                      <a:pt x="938" y="519"/>
                    </a:lnTo>
                    <a:lnTo>
                      <a:pt x="931" y="521"/>
                    </a:lnTo>
                    <a:lnTo>
                      <a:pt x="930" y="530"/>
                    </a:lnTo>
                    <a:lnTo>
                      <a:pt x="939" y="534"/>
                    </a:lnTo>
                    <a:lnTo>
                      <a:pt x="949" y="537"/>
                    </a:lnTo>
                    <a:lnTo>
                      <a:pt x="958" y="541"/>
                    </a:lnTo>
                    <a:lnTo>
                      <a:pt x="968" y="543"/>
                    </a:lnTo>
                    <a:lnTo>
                      <a:pt x="976" y="547"/>
                    </a:lnTo>
                    <a:lnTo>
                      <a:pt x="986" y="551"/>
                    </a:lnTo>
                    <a:lnTo>
                      <a:pt x="994" y="557"/>
                    </a:lnTo>
                    <a:lnTo>
                      <a:pt x="1002" y="563"/>
                    </a:lnTo>
                    <a:lnTo>
                      <a:pt x="995" y="564"/>
                    </a:lnTo>
                    <a:lnTo>
                      <a:pt x="987" y="564"/>
                    </a:lnTo>
                    <a:lnTo>
                      <a:pt x="980" y="563"/>
                    </a:lnTo>
                    <a:lnTo>
                      <a:pt x="972" y="560"/>
                    </a:lnTo>
                    <a:lnTo>
                      <a:pt x="964" y="558"/>
                    </a:lnTo>
                    <a:lnTo>
                      <a:pt x="956" y="557"/>
                    </a:lnTo>
                    <a:lnTo>
                      <a:pt x="949" y="559"/>
                    </a:lnTo>
                    <a:lnTo>
                      <a:pt x="941" y="563"/>
                    </a:lnTo>
                    <a:lnTo>
                      <a:pt x="944" y="575"/>
                    </a:lnTo>
                    <a:lnTo>
                      <a:pt x="951" y="586"/>
                    </a:lnTo>
                    <a:lnTo>
                      <a:pt x="959" y="594"/>
                    </a:lnTo>
                    <a:lnTo>
                      <a:pt x="969" y="602"/>
                    </a:lnTo>
                    <a:lnTo>
                      <a:pt x="979" y="610"/>
                    </a:lnTo>
                    <a:lnTo>
                      <a:pt x="989" y="619"/>
                    </a:lnTo>
                    <a:lnTo>
                      <a:pt x="997" y="631"/>
                    </a:lnTo>
                    <a:lnTo>
                      <a:pt x="1004" y="643"/>
                    </a:lnTo>
                    <a:lnTo>
                      <a:pt x="986" y="647"/>
                    </a:lnTo>
                    <a:lnTo>
                      <a:pt x="966" y="651"/>
                    </a:lnTo>
                    <a:lnTo>
                      <a:pt x="948" y="657"/>
                    </a:lnTo>
                    <a:lnTo>
                      <a:pt x="929" y="663"/>
                    </a:lnTo>
                    <a:lnTo>
                      <a:pt x="911" y="669"/>
                    </a:lnTo>
                    <a:lnTo>
                      <a:pt x="892" y="673"/>
                    </a:lnTo>
                    <a:lnTo>
                      <a:pt x="873" y="677"/>
                    </a:lnTo>
                    <a:lnTo>
                      <a:pt x="854" y="678"/>
                    </a:lnTo>
                    <a:lnTo>
                      <a:pt x="858" y="653"/>
                    </a:lnTo>
                    <a:lnTo>
                      <a:pt x="860" y="625"/>
                    </a:lnTo>
                    <a:lnTo>
                      <a:pt x="858" y="598"/>
                    </a:lnTo>
                    <a:lnTo>
                      <a:pt x="854" y="573"/>
                    </a:lnTo>
                    <a:lnTo>
                      <a:pt x="848" y="565"/>
                    </a:lnTo>
                    <a:lnTo>
                      <a:pt x="844" y="556"/>
                    </a:lnTo>
                    <a:lnTo>
                      <a:pt x="838" y="548"/>
                    </a:lnTo>
                    <a:lnTo>
                      <a:pt x="829" y="545"/>
                    </a:lnTo>
                    <a:lnTo>
                      <a:pt x="820" y="562"/>
                    </a:lnTo>
                    <a:lnTo>
                      <a:pt x="814" y="579"/>
                    </a:lnTo>
                    <a:lnTo>
                      <a:pt x="808" y="596"/>
                    </a:lnTo>
                    <a:lnTo>
                      <a:pt x="798" y="612"/>
                    </a:lnTo>
                    <a:lnTo>
                      <a:pt x="758" y="545"/>
                    </a:lnTo>
                    <a:lnTo>
                      <a:pt x="746" y="545"/>
                    </a:lnTo>
                    <a:lnTo>
                      <a:pt x="746" y="556"/>
                    </a:lnTo>
                    <a:lnTo>
                      <a:pt x="754" y="568"/>
                    </a:lnTo>
                    <a:lnTo>
                      <a:pt x="761" y="581"/>
                    </a:lnTo>
                    <a:lnTo>
                      <a:pt x="767" y="594"/>
                    </a:lnTo>
                    <a:lnTo>
                      <a:pt x="772" y="608"/>
                    </a:lnTo>
                    <a:lnTo>
                      <a:pt x="778" y="620"/>
                    </a:lnTo>
                    <a:lnTo>
                      <a:pt x="783" y="634"/>
                    </a:lnTo>
                    <a:lnTo>
                      <a:pt x="786" y="649"/>
                    </a:lnTo>
                    <a:lnTo>
                      <a:pt x="790" y="663"/>
                    </a:lnTo>
                    <a:lnTo>
                      <a:pt x="799" y="661"/>
                    </a:lnTo>
                    <a:lnTo>
                      <a:pt x="807" y="655"/>
                    </a:lnTo>
                    <a:lnTo>
                      <a:pt x="813" y="649"/>
                    </a:lnTo>
                    <a:lnTo>
                      <a:pt x="819" y="642"/>
                    </a:lnTo>
                    <a:lnTo>
                      <a:pt x="823" y="634"/>
                    </a:lnTo>
                    <a:lnTo>
                      <a:pt x="827" y="625"/>
                    </a:lnTo>
                    <a:lnTo>
                      <a:pt x="830" y="617"/>
                    </a:lnTo>
                    <a:lnTo>
                      <a:pt x="834" y="609"/>
                    </a:lnTo>
                    <a:lnTo>
                      <a:pt x="838" y="617"/>
                    </a:lnTo>
                    <a:lnTo>
                      <a:pt x="836" y="635"/>
                    </a:lnTo>
                    <a:lnTo>
                      <a:pt x="831" y="654"/>
                    </a:lnTo>
                    <a:lnTo>
                      <a:pt x="827" y="671"/>
                    </a:lnTo>
                    <a:lnTo>
                      <a:pt x="820" y="689"/>
                    </a:lnTo>
                    <a:lnTo>
                      <a:pt x="813" y="707"/>
                    </a:lnTo>
                    <a:lnTo>
                      <a:pt x="806" y="724"/>
                    </a:lnTo>
                    <a:lnTo>
                      <a:pt x="799" y="741"/>
                    </a:lnTo>
                    <a:lnTo>
                      <a:pt x="792" y="757"/>
                    </a:lnTo>
                    <a:lnTo>
                      <a:pt x="835" y="761"/>
                    </a:lnTo>
                    <a:lnTo>
                      <a:pt x="838" y="750"/>
                    </a:lnTo>
                    <a:lnTo>
                      <a:pt x="842" y="735"/>
                    </a:lnTo>
                    <a:lnTo>
                      <a:pt x="845" y="722"/>
                    </a:lnTo>
                    <a:lnTo>
                      <a:pt x="848" y="711"/>
                    </a:lnTo>
                    <a:lnTo>
                      <a:pt x="870" y="708"/>
                    </a:lnTo>
                    <a:lnTo>
                      <a:pt x="892" y="702"/>
                    </a:lnTo>
                    <a:lnTo>
                      <a:pt x="914" y="696"/>
                    </a:lnTo>
                    <a:lnTo>
                      <a:pt x="936" y="691"/>
                    </a:lnTo>
                    <a:lnTo>
                      <a:pt x="958" y="685"/>
                    </a:lnTo>
                    <a:lnTo>
                      <a:pt x="979" y="679"/>
                    </a:lnTo>
                    <a:lnTo>
                      <a:pt x="1001" y="673"/>
                    </a:lnTo>
                    <a:lnTo>
                      <a:pt x="1022" y="669"/>
                    </a:lnTo>
                    <a:lnTo>
                      <a:pt x="1029" y="678"/>
                    </a:lnTo>
                    <a:lnTo>
                      <a:pt x="1036" y="687"/>
                    </a:lnTo>
                    <a:lnTo>
                      <a:pt x="1041" y="696"/>
                    </a:lnTo>
                    <a:lnTo>
                      <a:pt x="1045" y="707"/>
                    </a:lnTo>
                    <a:lnTo>
                      <a:pt x="941" y="740"/>
                    </a:lnTo>
                    <a:lnTo>
                      <a:pt x="949" y="770"/>
                    </a:lnTo>
                    <a:lnTo>
                      <a:pt x="951" y="769"/>
                    </a:lnTo>
                    <a:lnTo>
                      <a:pt x="959" y="767"/>
                    </a:lnTo>
                    <a:lnTo>
                      <a:pt x="969" y="763"/>
                    </a:lnTo>
                    <a:lnTo>
                      <a:pt x="983" y="759"/>
                    </a:lnTo>
                    <a:lnTo>
                      <a:pt x="998" y="753"/>
                    </a:lnTo>
                    <a:lnTo>
                      <a:pt x="1013" y="747"/>
                    </a:lnTo>
                    <a:lnTo>
                      <a:pt x="1027" y="741"/>
                    </a:lnTo>
                    <a:lnTo>
                      <a:pt x="1040" y="737"/>
                    </a:lnTo>
                    <a:lnTo>
                      <a:pt x="1035" y="791"/>
                    </a:lnTo>
                    <a:lnTo>
                      <a:pt x="942" y="822"/>
                    </a:lnTo>
                    <a:lnTo>
                      <a:pt x="949" y="8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8" name="Freeform 59"/>
              <p:cNvSpPr>
                <a:spLocks/>
              </p:cNvSpPr>
              <p:nvPr/>
            </p:nvSpPr>
            <p:spPr bwMode="auto">
              <a:xfrm>
                <a:off x="3078" y="2549"/>
                <a:ext cx="256" cy="77"/>
              </a:xfrm>
              <a:custGeom>
                <a:avLst/>
                <a:gdLst>
                  <a:gd name="T0" fmla="*/ 256 w 511"/>
                  <a:gd name="T1" fmla="*/ 77 h 154"/>
                  <a:gd name="T2" fmla="*/ 252 w 511"/>
                  <a:gd name="T3" fmla="*/ 77 h 154"/>
                  <a:gd name="T4" fmla="*/ 248 w 511"/>
                  <a:gd name="T5" fmla="*/ 76 h 154"/>
                  <a:gd name="T6" fmla="*/ 245 w 511"/>
                  <a:gd name="T7" fmla="*/ 73 h 154"/>
                  <a:gd name="T8" fmla="*/ 242 w 511"/>
                  <a:gd name="T9" fmla="*/ 71 h 154"/>
                  <a:gd name="T10" fmla="*/ 230 w 511"/>
                  <a:gd name="T11" fmla="*/ 60 h 154"/>
                  <a:gd name="T12" fmla="*/ 217 w 511"/>
                  <a:gd name="T13" fmla="*/ 50 h 154"/>
                  <a:gd name="T14" fmla="*/ 204 w 511"/>
                  <a:gd name="T15" fmla="*/ 43 h 154"/>
                  <a:gd name="T16" fmla="*/ 190 w 511"/>
                  <a:gd name="T17" fmla="*/ 37 h 154"/>
                  <a:gd name="T18" fmla="*/ 175 w 511"/>
                  <a:gd name="T19" fmla="*/ 32 h 154"/>
                  <a:gd name="T20" fmla="*/ 160 w 511"/>
                  <a:gd name="T21" fmla="*/ 28 h 154"/>
                  <a:gd name="T22" fmla="*/ 144 w 511"/>
                  <a:gd name="T23" fmla="*/ 25 h 154"/>
                  <a:gd name="T24" fmla="*/ 128 w 511"/>
                  <a:gd name="T25" fmla="*/ 24 h 154"/>
                  <a:gd name="T26" fmla="*/ 112 w 511"/>
                  <a:gd name="T27" fmla="*/ 23 h 154"/>
                  <a:gd name="T28" fmla="*/ 96 w 511"/>
                  <a:gd name="T29" fmla="*/ 23 h 154"/>
                  <a:gd name="T30" fmla="*/ 80 w 511"/>
                  <a:gd name="T31" fmla="*/ 25 h 154"/>
                  <a:gd name="T32" fmla="*/ 65 w 511"/>
                  <a:gd name="T33" fmla="*/ 27 h 154"/>
                  <a:gd name="T34" fmla="*/ 49 w 511"/>
                  <a:gd name="T35" fmla="*/ 30 h 154"/>
                  <a:gd name="T36" fmla="*/ 34 w 511"/>
                  <a:gd name="T37" fmla="*/ 34 h 154"/>
                  <a:gd name="T38" fmla="*/ 19 w 511"/>
                  <a:gd name="T39" fmla="*/ 39 h 154"/>
                  <a:gd name="T40" fmla="*/ 5 w 511"/>
                  <a:gd name="T41" fmla="*/ 44 h 154"/>
                  <a:gd name="T42" fmla="*/ 3 w 511"/>
                  <a:gd name="T43" fmla="*/ 41 h 154"/>
                  <a:gd name="T44" fmla="*/ 1 w 511"/>
                  <a:gd name="T45" fmla="*/ 39 h 154"/>
                  <a:gd name="T46" fmla="*/ 0 w 511"/>
                  <a:gd name="T47" fmla="*/ 36 h 154"/>
                  <a:gd name="T48" fmla="*/ 0 w 511"/>
                  <a:gd name="T49" fmla="*/ 31 h 154"/>
                  <a:gd name="T50" fmla="*/ 8 w 511"/>
                  <a:gd name="T51" fmla="*/ 26 h 154"/>
                  <a:gd name="T52" fmla="*/ 16 w 511"/>
                  <a:gd name="T53" fmla="*/ 20 h 154"/>
                  <a:gd name="T54" fmla="*/ 24 w 511"/>
                  <a:gd name="T55" fmla="*/ 16 h 154"/>
                  <a:gd name="T56" fmla="*/ 32 w 511"/>
                  <a:gd name="T57" fmla="*/ 12 h 154"/>
                  <a:gd name="T58" fmla="*/ 41 w 511"/>
                  <a:gd name="T59" fmla="*/ 9 h 154"/>
                  <a:gd name="T60" fmla="*/ 50 w 511"/>
                  <a:gd name="T61" fmla="*/ 5 h 154"/>
                  <a:gd name="T62" fmla="*/ 59 w 511"/>
                  <a:gd name="T63" fmla="*/ 4 h 154"/>
                  <a:gd name="T64" fmla="*/ 69 w 511"/>
                  <a:gd name="T65" fmla="*/ 2 h 154"/>
                  <a:gd name="T66" fmla="*/ 78 w 511"/>
                  <a:gd name="T67" fmla="*/ 1 h 154"/>
                  <a:gd name="T68" fmla="*/ 88 w 511"/>
                  <a:gd name="T69" fmla="*/ 1 h 154"/>
                  <a:gd name="T70" fmla="*/ 97 w 511"/>
                  <a:gd name="T71" fmla="*/ 0 h 154"/>
                  <a:gd name="T72" fmla="*/ 107 w 511"/>
                  <a:gd name="T73" fmla="*/ 1 h 154"/>
                  <a:gd name="T74" fmla="*/ 117 w 511"/>
                  <a:gd name="T75" fmla="*/ 1 h 154"/>
                  <a:gd name="T76" fmla="*/ 127 w 511"/>
                  <a:gd name="T77" fmla="*/ 2 h 154"/>
                  <a:gd name="T78" fmla="*/ 137 w 511"/>
                  <a:gd name="T79" fmla="*/ 3 h 154"/>
                  <a:gd name="T80" fmla="*/ 146 w 511"/>
                  <a:gd name="T81" fmla="*/ 5 h 154"/>
                  <a:gd name="T82" fmla="*/ 154 w 511"/>
                  <a:gd name="T83" fmla="*/ 7 h 154"/>
                  <a:gd name="T84" fmla="*/ 162 w 511"/>
                  <a:gd name="T85" fmla="*/ 9 h 154"/>
                  <a:gd name="T86" fmla="*/ 170 w 511"/>
                  <a:gd name="T87" fmla="*/ 11 h 154"/>
                  <a:gd name="T88" fmla="*/ 178 w 511"/>
                  <a:gd name="T89" fmla="*/ 14 h 154"/>
                  <a:gd name="T90" fmla="*/ 186 w 511"/>
                  <a:gd name="T91" fmla="*/ 17 h 154"/>
                  <a:gd name="T92" fmla="*/ 194 w 511"/>
                  <a:gd name="T93" fmla="*/ 20 h 154"/>
                  <a:gd name="T94" fmla="*/ 202 w 511"/>
                  <a:gd name="T95" fmla="*/ 24 h 154"/>
                  <a:gd name="T96" fmla="*/ 209 w 511"/>
                  <a:gd name="T97" fmla="*/ 29 h 154"/>
                  <a:gd name="T98" fmla="*/ 216 w 511"/>
                  <a:gd name="T99" fmla="*/ 34 h 154"/>
                  <a:gd name="T100" fmla="*/ 223 w 511"/>
                  <a:gd name="T101" fmla="*/ 38 h 154"/>
                  <a:gd name="T102" fmla="*/ 229 w 511"/>
                  <a:gd name="T103" fmla="*/ 44 h 154"/>
                  <a:gd name="T104" fmla="*/ 236 w 511"/>
                  <a:gd name="T105" fmla="*/ 49 h 154"/>
                  <a:gd name="T106" fmla="*/ 241 w 511"/>
                  <a:gd name="T107" fmla="*/ 56 h 154"/>
                  <a:gd name="T108" fmla="*/ 247 w 511"/>
                  <a:gd name="T109" fmla="*/ 62 h 154"/>
                  <a:gd name="T110" fmla="*/ 251 w 511"/>
                  <a:gd name="T111" fmla="*/ 69 h 154"/>
                  <a:gd name="T112" fmla="*/ 256 w 511"/>
                  <a:gd name="T113" fmla="*/ 77 h 15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11"/>
                  <a:gd name="T172" fmla="*/ 0 h 154"/>
                  <a:gd name="T173" fmla="*/ 511 w 511"/>
                  <a:gd name="T174" fmla="*/ 154 h 15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11" h="154">
                    <a:moveTo>
                      <a:pt x="511" y="153"/>
                    </a:moveTo>
                    <a:lnTo>
                      <a:pt x="503" y="154"/>
                    </a:lnTo>
                    <a:lnTo>
                      <a:pt x="496" y="151"/>
                    </a:lnTo>
                    <a:lnTo>
                      <a:pt x="489" y="145"/>
                    </a:lnTo>
                    <a:lnTo>
                      <a:pt x="483" y="141"/>
                    </a:lnTo>
                    <a:lnTo>
                      <a:pt x="459" y="120"/>
                    </a:lnTo>
                    <a:lnTo>
                      <a:pt x="434" y="101"/>
                    </a:lnTo>
                    <a:lnTo>
                      <a:pt x="407" y="86"/>
                    </a:lnTo>
                    <a:lnTo>
                      <a:pt x="379" y="74"/>
                    </a:lnTo>
                    <a:lnTo>
                      <a:pt x="350" y="64"/>
                    </a:lnTo>
                    <a:lnTo>
                      <a:pt x="319" y="56"/>
                    </a:lnTo>
                    <a:lnTo>
                      <a:pt x="288" y="51"/>
                    </a:lnTo>
                    <a:lnTo>
                      <a:pt x="255" y="48"/>
                    </a:lnTo>
                    <a:lnTo>
                      <a:pt x="224" y="47"/>
                    </a:lnTo>
                    <a:lnTo>
                      <a:pt x="192" y="47"/>
                    </a:lnTo>
                    <a:lnTo>
                      <a:pt x="160" y="51"/>
                    </a:lnTo>
                    <a:lnTo>
                      <a:pt x="129" y="55"/>
                    </a:lnTo>
                    <a:lnTo>
                      <a:pt x="98" y="61"/>
                    </a:lnTo>
                    <a:lnTo>
                      <a:pt x="68" y="68"/>
                    </a:lnTo>
                    <a:lnTo>
                      <a:pt x="38" y="77"/>
                    </a:lnTo>
                    <a:lnTo>
                      <a:pt x="10" y="88"/>
                    </a:lnTo>
                    <a:lnTo>
                      <a:pt x="5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5" y="52"/>
                    </a:lnTo>
                    <a:lnTo>
                      <a:pt x="31" y="41"/>
                    </a:lnTo>
                    <a:lnTo>
                      <a:pt x="47" y="32"/>
                    </a:lnTo>
                    <a:lnTo>
                      <a:pt x="64" y="24"/>
                    </a:lnTo>
                    <a:lnTo>
                      <a:pt x="81" y="17"/>
                    </a:lnTo>
                    <a:lnTo>
                      <a:pt x="100" y="11"/>
                    </a:lnTo>
                    <a:lnTo>
                      <a:pt x="118" y="8"/>
                    </a:lnTo>
                    <a:lnTo>
                      <a:pt x="137" y="5"/>
                    </a:lnTo>
                    <a:lnTo>
                      <a:pt x="156" y="2"/>
                    </a:lnTo>
                    <a:lnTo>
                      <a:pt x="175" y="1"/>
                    </a:lnTo>
                    <a:lnTo>
                      <a:pt x="194" y="0"/>
                    </a:lnTo>
                    <a:lnTo>
                      <a:pt x="214" y="1"/>
                    </a:lnTo>
                    <a:lnTo>
                      <a:pt x="233" y="2"/>
                    </a:lnTo>
                    <a:lnTo>
                      <a:pt x="253" y="5"/>
                    </a:lnTo>
                    <a:lnTo>
                      <a:pt x="273" y="7"/>
                    </a:lnTo>
                    <a:lnTo>
                      <a:pt x="291" y="10"/>
                    </a:lnTo>
                    <a:lnTo>
                      <a:pt x="307" y="14"/>
                    </a:lnTo>
                    <a:lnTo>
                      <a:pt x="323" y="17"/>
                    </a:lnTo>
                    <a:lnTo>
                      <a:pt x="339" y="22"/>
                    </a:lnTo>
                    <a:lnTo>
                      <a:pt x="356" y="28"/>
                    </a:lnTo>
                    <a:lnTo>
                      <a:pt x="372" y="33"/>
                    </a:lnTo>
                    <a:lnTo>
                      <a:pt x="387" y="40"/>
                    </a:lnTo>
                    <a:lnTo>
                      <a:pt x="403" y="48"/>
                    </a:lnTo>
                    <a:lnTo>
                      <a:pt x="417" y="58"/>
                    </a:lnTo>
                    <a:lnTo>
                      <a:pt x="432" y="67"/>
                    </a:lnTo>
                    <a:lnTo>
                      <a:pt x="445" y="76"/>
                    </a:lnTo>
                    <a:lnTo>
                      <a:pt x="458" y="88"/>
                    </a:lnTo>
                    <a:lnTo>
                      <a:pt x="471" y="99"/>
                    </a:lnTo>
                    <a:lnTo>
                      <a:pt x="482" y="112"/>
                    </a:lnTo>
                    <a:lnTo>
                      <a:pt x="493" y="124"/>
                    </a:lnTo>
                    <a:lnTo>
                      <a:pt x="502" y="138"/>
                    </a:lnTo>
                    <a:lnTo>
                      <a:pt x="511" y="1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39" name="Freeform 60"/>
              <p:cNvSpPr>
                <a:spLocks/>
              </p:cNvSpPr>
              <p:nvPr/>
            </p:nvSpPr>
            <p:spPr bwMode="auto">
              <a:xfrm>
                <a:off x="2461" y="2591"/>
                <a:ext cx="497" cy="499"/>
              </a:xfrm>
              <a:custGeom>
                <a:avLst/>
                <a:gdLst>
                  <a:gd name="T0" fmla="*/ 468 w 994"/>
                  <a:gd name="T1" fmla="*/ 408 h 999"/>
                  <a:gd name="T2" fmla="*/ 482 w 994"/>
                  <a:gd name="T3" fmla="*/ 24 h 999"/>
                  <a:gd name="T4" fmla="*/ 91 w 994"/>
                  <a:gd name="T5" fmla="*/ 19 h 999"/>
                  <a:gd name="T6" fmla="*/ 102 w 994"/>
                  <a:gd name="T7" fmla="*/ 437 h 999"/>
                  <a:gd name="T8" fmla="*/ 99 w 994"/>
                  <a:gd name="T9" fmla="*/ 439 h 999"/>
                  <a:gd name="T10" fmla="*/ 95 w 994"/>
                  <a:gd name="T11" fmla="*/ 441 h 999"/>
                  <a:gd name="T12" fmla="*/ 90 w 994"/>
                  <a:gd name="T13" fmla="*/ 442 h 999"/>
                  <a:gd name="T14" fmla="*/ 88 w 994"/>
                  <a:gd name="T15" fmla="*/ 440 h 999"/>
                  <a:gd name="T16" fmla="*/ 69 w 994"/>
                  <a:gd name="T17" fmla="*/ 30 h 999"/>
                  <a:gd name="T18" fmla="*/ 12 w 994"/>
                  <a:gd name="T19" fmla="*/ 83 h 999"/>
                  <a:gd name="T20" fmla="*/ 14 w 994"/>
                  <a:gd name="T21" fmla="*/ 144 h 999"/>
                  <a:gd name="T22" fmla="*/ 18 w 994"/>
                  <a:gd name="T23" fmla="*/ 280 h 999"/>
                  <a:gd name="T24" fmla="*/ 23 w 994"/>
                  <a:gd name="T25" fmla="*/ 417 h 999"/>
                  <a:gd name="T26" fmla="*/ 26 w 994"/>
                  <a:gd name="T27" fmla="*/ 481 h 999"/>
                  <a:gd name="T28" fmla="*/ 34 w 994"/>
                  <a:gd name="T29" fmla="*/ 478 h 999"/>
                  <a:gd name="T30" fmla="*/ 43 w 994"/>
                  <a:gd name="T31" fmla="*/ 474 h 999"/>
                  <a:gd name="T32" fmla="*/ 54 w 994"/>
                  <a:gd name="T33" fmla="*/ 470 h 999"/>
                  <a:gd name="T34" fmla="*/ 63 w 994"/>
                  <a:gd name="T35" fmla="*/ 466 h 999"/>
                  <a:gd name="T36" fmla="*/ 72 w 994"/>
                  <a:gd name="T37" fmla="*/ 462 h 999"/>
                  <a:gd name="T38" fmla="*/ 80 w 994"/>
                  <a:gd name="T39" fmla="*/ 459 h 999"/>
                  <a:gd name="T40" fmla="*/ 84 w 994"/>
                  <a:gd name="T41" fmla="*/ 458 h 999"/>
                  <a:gd name="T42" fmla="*/ 87 w 994"/>
                  <a:gd name="T43" fmla="*/ 458 h 999"/>
                  <a:gd name="T44" fmla="*/ 79 w 994"/>
                  <a:gd name="T45" fmla="*/ 464 h 999"/>
                  <a:gd name="T46" fmla="*/ 71 w 994"/>
                  <a:gd name="T47" fmla="*/ 469 h 999"/>
                  <a:gd name="T48" fmla="*/ 61 w 994"/>
                  <a:gd name="T49" fmla="*/ 474 h 999"/>
                  <a:gd name="T50" fmla="*/ 52 w 994"/>
                  <a:gd name="T51" fmla="*/ 479 h 999"/>
                  <a:gd name="T52" fmla="*/ 42 w 994"/>
                  <a:gd name="T53" fmla="*/ 484 h 999"/>
                  <a:gd name="T54" fmla="*/ 33 w 994"/>
                  <a:gd name="T55" fmla="*/ 489 h 999"/>
                  <a:gd name="T56" fmla="*/ 24 w 994"/>
                  <a:gd name="T57" fmla="*/ 494 h 999"/>
                  <a:gd name="T58" fmla="*/ 16 w 994"/>
                  <a:gd name="T59" fmla="*/ 499 h 999"/>
                  <a:gd name="T60" fmla="*/ 13 w 994"/>
                  <a:gd name="T61" fmla="*/ 481 h 999"/>
                  <a:gd name="T62" fmla="*/ 9 w 994"/>
                  <a:gd name="T63" fmla="*/ 435 h 999"/>
                  <a:gd name="T64" fmla="*/ 7 w 994"/>
                  <a:gd name="T65" fmla="*/ 370 h 999"/>
                  <a:gd name="T66" fmla="*/ 4 w 994"/>
                  <a:gd name="T67" fmla="*/ 295 h 999"/>
                  <a:gd name="T68" fmla="*/ 2 w 994"/>
                  <a:gd name="T69" fmla="*/ 219 h 999"/>
                  <a:gd name="T70" fmla="*/ 0 w 994"/>
                  <a:gd name="T71" fmla="*/ 150 h 999"/>
                  <a:gd name="T72" fmla="*/ 0 w 994"/>
                  <a:gd name="T73" fmla="*/ 98 h 999"/>
                  <a:gd name="T74" fmla="*/ 1 w 994"/>
                  <a:gd name="T75" fmla="*/ 72 h 999"/>
                  <a:gd name="T76" fmla="*/ 74 w 994"/>
                  <a:gd name="T77" fmla="*/ 0 h 999"/>
                  <a:gd name="T78" fmla="*/ 497 w 994"/>
                  <a:gd name="T79" fmla="*/ 11 h 999"/>
                  <a:gd name="T80" fmla="*/ 497 w 994"/>
                  <a:gd name="T81" fmla="*/ 28 h 999"/>
                  <a:gd name="T82" fmla="*/ 494 w 994"/>
                  <a:gd name="T83" fmla="*/ 74 h 999"/>
                  <a:gd name="T84" fmla="*/ 492 w 994"/>
                  <a:gd name="T85" fmla="*/ 139 h 999"/>
                  <a:gd name="T86" fmla="*/ 489 w 994"/>
                  <a:gd name="T87" fmla="*/ 213 h 999"/>
                  <a:gd name="T88" fmla="*/ 485 w 994"/>
                  <a:gd name="T89" fmla="*/ 288 h 999"/>
                  <a:gd name="T90" fmla="*/ 482 w 994"/>
                  <a:gd name="T91" fmla="*/ 353 h 999"/>
                  <a:gd name="T92" fmla="*/ 480 w 994"/>
                  <a:gd name="T93" fmla="*/ 398 h 999"/>
                  <a:gd name="T94" fmla="*/ 479 w 994"/>
                  <a:gd name="T95" fmla="*/ 415 h 999"/>
                  <a:gd name="T96" fmla="*/ 468 w 994"/>
                  <a:gd name="T97" fmla="*/ 408 h 9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4"/>
                  <a:gd name="T148" fmla="*/ 0 h 999"/>
                  <a:gd name="T149" fmla="*/ 994 w 994"/>
                  <a:gd name="T150" fmla="*/ 999 h 9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4" h="999">
                    <a:moveTo>
                      <a:pt x="935" y="816"/>
                    </a:moveTo>
                    <a:lnTo>
                      <a:pt x="964" y="48"/>
                    </a:lnTo>
                    <a:lnTo>
                      <a:pt x="182" y="38"/>
                    </a:lnTo>
                    <a:lnTo>
                      <a:pt x="203" y="875"/>
                    </a:lnTo>
                    <a:lnTo>
                      <a:pt x="198" y="879"/>
                    </a:lnTo>
                    <a:lnTo>
                      <a:pt x="189" y="883"/>
                    </a:lnTo>
                    <a:lnTo>
                      <a:pt x="180" y="884"/>
                    </a:lnTo>
                    <a:lnTo>
                      <a:pt x="175" y="881"/>
                    </a:lnTo>
                    <a:lnTo>
                      <a:pt x="138" y="61"/>
                    </a:lnTo>
                    <a:lnTo>
                      <a:pt x="23" y="166"/>
                    </a:lnTo>
                    <a:lnTo>
                      <a:pt x="27" y="289"/>
                    </a:lnTo>
                    <a:lnTo>
                      <a:pt x="36" y="561"/>
                    </a:lnTo>
                    <a:lnTo>
                      <a:pt x="46" y="835"/>
                    </a:lnTo>
                    <a:lnTo>
                      <a:pt x="52" y="963"/>
                    </a:lnTo>
                    <a:lnTo>
                      <a:pt x="68" y="956"/>
                    </a:lnTo>
                    <a:lnTo>
                      <a:pt x="86" y="948"/>
                    </a:lnTo>
                    <a:lnTo>
                      <a:pt x="107" y="940"/>
                    </a:lnTo>
                    <a:lnTo>
                      <a:pt x="127" y="932"/>
                    </a:lnTo>
                    <a:lnTo>
                      <a:pt x="144" y="925"/>
                    </a:lnTo>
                    <a:lnTo>
                      <a:pt x="159" y="919"/>
                    </a:lnTo>
                    <a:lnTo>
                      <a:pt x="168" y="916"/>
                    </a:lnTo>
                    <a:lnTo>
                      <a:pt x="173" y="916"/>
                    </a:lnTo>
                    <a:lnTo>
                      <a:pt x="157" y="928"/>
                    </a:lnTo>
                    <a:lnTo>
                      <a:pt x="141" y="939"/>
                    </a:lnTo>
                    <a:lnTo>
                      <a:pt x="122" y="948"/>
                    </a:lnTo>
                    <a:lnTo>
                      <a:pt x="103" y="959"/>
                    </a:lnTo>
                    <a:lnTo>
                      <a:pt x="84" y="969"/>
                    </a:lnTo>
                    <a:lnTo>
                      <a:pt x="66" y="978"/>
                    </a:lnTo>
                    <a:lnTo>
                      <a:pt x="47" y="989"/>
                    </a:lnTo>
                    <a:lnTo>
                      <a:pt x="31" y="999"/>
                    </a:lnTo>
                    <a:lnTo>
                      <a:pt x="25" y="963"/>
                    </a:lnTo>
                    <a:lnTo>
                      <a:pt x="18" y="871"/>
                    </a:lnTo>
                    <a:lnTo>
                      <a:pt x="13" y="741"/>
                    </a:lnTo>
                    <a:lnTo>
                      <a:pt x="8" y="590"/>
                    </a:lnTo>
                    <a:lnTo>
                      <a:pt x="3" y="438"/>
                    </a:lnTo>
                    <a:lnTo>
                      <a:pt x="0" y="300"/>
                    </a:lnTo>
                    <a:lnTo>
                      <a:pt x="0" y="196"/>
                    </a:lnTo>
                    <a:lnTo>
                      <a:pt x="1" y="144"/>
                    </a:lnTo>
                    <a:lnTo>
                      <a:pt x="147" y="0"/>
                    </a:lnTo>
                    <a:lnTo>
                      <a:pt x="994" y="22"/>
                    </a:lnTo>
                    <a:lnTo>
                      <a:pt x="993" y="57"/>
                    </a:lnTo>
                    <a:lnTo>
                      <a:pt x="988" y="149"/>
                    </a:lnTo>
                    <a:lnTo>
                      <a:pt x="984" y="279"/>
                    </a:lnTo>
                    <a:lnTo>
                      <a:pt x="977" y="427"/>
                    </a:lnTo>
                    <a:lnTo>
                      <a:pt x="970" y="576"/>
                    </a:lnTo>
                    <a:lnTo>
                      <a:pt x="964" y="706"/>
                    </a:lnTo>
                    <a:lnTo>
                      <a:pt x="959" y="797"/>
                    </a:lnTo>
                    <a:lnTo>
                      <a:pt x="957" y="831"/>
                    </a:lnTo>
                    <a:lnTo>
                      <a:pt x="935" y="8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0" name="Freeform 61"/>
              <p:cNvSpPr>
                <a:spLocks/>
              </p:cNvSpPr>
              <p:nvPr/>
            </p:nvSpPr>
            <p:spPr bwMode="auto">
              <a:xfrm>
                <a:off x="2995" y="2595"/>
                <a:ext cx="338" cy="415"/>
              </a:xfrm>
              <a:custGeom>
                <a:avLst/>
                <a:gdLst>
                  <a:gd name="T0" fmla="*/ 297 w 676"/>
                  <a:gd name="T1" fmla="*/ 405 h 831"/>
                  <a:gd name="T2" fmla="*/ 283 w 676"/>
                  <a:gd name="T3" fmla="*/ 381 h 831"/>
                  <a:gd name="T4" fmla="*/ 264 w 676"/>
                  <a:gd name="T5" fmla="*/ 320 h 831"/>
                  <a:gd name="T6" fmla="*/ 239 w 676"/>
                  <a:gd name="T7" fmla="*/ 280 h 831"/>
                  <a:gd name="T8" fmla="*/ 210 w 676"/>
                  <a:gd name="T9" fmla="*/ 250 h 831"/>
                  <a:gd name="T10" fmla="*/ 180 w 676"/>
                  <a:gd name="T11" fmla="*/ 238 h 831"/>
                  <a:gd name="T12" fmla="*/ 177 w 676"/>
                  <a:gd name="T13" fmla="*/ 231 h 831"/>
                  <a:gd name="T14" fmla="*/ 191 w 676"/>
                  <a:gd name="T15" fmla="*/ 232 h 831"/>
                  <a:gd name="T16" fmla="*/ 212 w 676"/>
                  <a:gd name="T17" fmla="*/ 199 h 831"/>
                  <a:gd name="T18" fmla="*/ 205 w 676"/>
                  <a:gd name="T19" fmla="*/ 171 h 831"/>
                  <a:gd name="T20" fmla="*/ 176 w 676"/>
                  <a:gd name="T21" fmla="*/ 156 h 831"/>
                  <a:gd name="T22" fmla="*/ 134 w 676"/>
                  <a:gd name="T23" fmla="*/ 148 h 831"/>
                  <a:gd name="T24" fmla="*/ 92 w 676"/>
                  <a:gd name="T25" fmla="*/ 136 h 831"/>
                  <a:gd name="T26" fmla="*/ 57 w 676"/>
                  <a:gd name="T27" fmla="*/ 138 h 831"/>
                  <a:gd name="T28" fmla="*/ 51 w 676"/>
                  <a:gd name="T29" fmla="*/ 243 h 831"/>
                  <a:gd name="T30" fmla="*/ 80 w 676"/>
                  <a:gd name="T31" fmla="*/ 317 h 831"/>
                  <a:gd name="T32" fmla="*/ 125 w 676"/>
                  <a:gd name="T33" fmla="*/ 355 h 831"/>
                  <a:gd name="T34" fmla="*/ 141 w 676"/>
                  <a:gd name="T35" fmla="*/ 351 h 831"/>
                  <a:gd name="T36" fmla="*/ 140 w 676"/>
                  <a:gd name="T37" fmla="*/ 358 h 831"/>
                  <a:gd name="T38" fmla="*/ 121 w 676"/>
                  <a:gd name="T39" fmla="*/ 361 h 831"/>
                  <a:gd name="T40" fmla="*/ 77 w 676"/>
                  <a:gd name="T41" fmla="*/ 335 h 831"/>
                  <a:gd name="T42" fmla="*/ 43 w 676"/>
                  <a:gd name="T43" fmla="*/ 288 h 831"/>
                  <a:gd name="T44" fmla="*/ 27 w 676"/>
                  <a:gd name="T45" fmla="*/ 230 h 831"/>
                  <a:gd name="T46" fmla="*/ 19 w 676"/>
                  <a:gd name="T47" fmla="*/ 165 h 831"/>
                  <a:gd name="T48" fmla="*/ 1 w 676"/>
                  <a:gd name="T49" fmla="*/ 159 h 831"/>
                  <a:gd name="T50" fmla="*/ 36 w 676"/>
                  <a:gd name="T51" fmla="*/ 108 h 831"/>
                  <a:gd name="T52" fmla="*/ 30 w 676"/>
                  <a:gd name="T53" fmla="*/ 70 h 831"/>
                  <a:gd name="T54" fmla="*/ 35 w 676"/>
                  <a:gd name="T55" fmla="*/ 32 h 831"/>
                  <a:gd name="T56" fmla="*/ 57 w 676"/>
                  <a:gd name="T57" fmla="*/ 7 h 831"/>
                  <a:gd name="T58" fmla="*/ 71 w 676"/>
                  <a:gd name="T59" fmla="*/ 11 h 831"/>
                  <a:gd name="T60" fmla="*/ 54 w 676"/>
                  <a:gd name="T61" fmla="*/ 27 h 831"/>
                  <a:gd name="T62" fmla="*/ 69 w 676"/>
                  <a:gd name="T63" fmla="*/ 92 h 831"/>
                  <a:gd name="T64" fmla="*/ 116 w 676"/>
                  <a:gd name="T65" fmla="*/ 121 h 831"/>
                  <a:gd name="T66" fmla="*/ 171 w 676"/>
                  <a:gd name="T67" fmla="*/ 135 h 831"/>
                  <a:gd name="T68" fmla="*/ 222 w 676"/>
                  <a:gd name="T69" fmla="*/ 157 h 831"/>
                  <a:gd name="T70" fmla="*/ 256 w 676"/>
                  <a:gd name="T71" fmla="*/ 173 h 831"/>
                  <a:gd name="T72" fmla="*/ 270 w 676"/>
                  <a:gd name="T73" fmla="*/ 205 h 831"/>
                  <a:gd name="T74" fmla="*/ 251 w 676"/>
                  <a:gd name="T75" fmla="*/ 211 h 831"/>
                  <a:gd name="T76" fmla="*/ 239 w 676"/>
                  <a:gd name="T77" fmla="*/ 200 h 831"/>
                  <a:gd name="T78" fmla="*/ 255 w 676"/>
                  <a:gd name="T79" fmla="*/ 204 h 831"/>
                  <a:gd name="T80" fmla="*/ 250 w 676"/>
                  <a:gd name="T81" fmla="*/ 187 h 831"/>
                  <a:gd name="T82" fmla="*/ 228 w 676"/>
                  <a:gd name="T83" fmla="*/ 173 h 831"/>
                  <a:gd name="T84" fmla="*/ 230 w 676"/>
                  <a:gd name="T85" fmla="*/ 220 h 831"/>
                  <a:gd name="T86" fmla="*/ 255 w 676"/>
                  <a:gd name="T87" fmla="*/ 272 h 831"/>
                  <a:gd name="T88" fmla="*/ 296 w 676"/>
                  <a:gd name="T89" fmla="*/ 304 h 831"/>
                  <a:gd name="T90" fmla="*/ 323 w 676"/>
                  <a:gd name="T91" fmla="*/ 301 h 831"/>
                  <a:gd name="T92" fmla="*/ 317 w 676"/>
                  <a:gd name="T93" fmla="*/ 291 h 831"/>
                  <a:gd name="T94" fmla="*/ 336 w 676"/>
                  <a:gd name="T95" fmla="*/ 292 h 831"/>
                  <a:gd name="T96" fmla="*/ 334 w 676"/>
                  <a:gd name="T97" fmla="*/ 314 h 831"/>
                  <a:gd name="T98" fmla="*/ 301 w 676"/>
                  <a:gd name="T99" fmla="*/ 320 h 831"/>
                  <a:gd name="T100" fmla="*/ 274 w 676"/>
                  <a:gd name="T101" fmla="*/ 307 h 831"/>
                  <a:gd name="T102" fmla="*/ 297 w 676"/>
                  <a:gd name="T103" fmla="*/ 360 h 8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676"/>
                  <a:gd name="T157" fmla="*/ 0 h 831"/>
                  <a:gd name="T158" fmla="*/ 676 w 676"/>
                  <a:gd name="T159" fmla="*/ 831 h 8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676" h="831">
                    <a:moveTo>
                      <a:pt x="615" y="831"/>
                    </a:moveTo>
                    <a:lnTo>
                      <a:pt x="608" y="827"/>
                    </a:lnTo>
                    <a:lnTo>
                      <a:pt x="602" y="824"/>
                    </a:lnTo>
                    <a:lnTo>
                      <a:pt x="598" y="818"/>
                    </a:lnTo>
                    <a:lnTo>
                      <a:pt x="593" y="811"/>
                    </a:lnTo>
                    <a:lnTo>
                      <a:pt x="588" y="804"/>
                    </a:lnTo>
                    <a:lnTo>
                      <a:pt x="585" y="797"/>
                    </a:lnTo>
                    <a:lnTo>
                      <a:pt x="580" y="790"/>
                    </a:lnTo>
                    <a:lnTo>
                      <a:pt x="577" y="784"/>
                    </a:lnTo>
                    <a:lnTo>
                      <a:pt x="565" y="762"/>
                    </a:lnTo>
                    <a:lnTo>
                      <a:pt x="555" y="739"/>
                    </a:lnTo>
                    <a:lnTo>
                      <a:pt x="546" y="716"/>
                    </a:lnTo>
                    <a:lnTo>
                      <a:pt x="539" y="691"/>
                    </a:lnTo>
                    <a:lnTo>
                      <a:pt x="533" y="666"/>
                    </a:lnTo>
                    <a:lnTo>
                      <a:pt x="527" y="641"/>
                    </a:lnTo>
                    <a:lnTo>
                      <a:pt x="523" y="615"/>
                    </a:lnTo>
                    <a:lnTo>
                      <a:pt x="518" y="590"/>
                    </a:lnTo>
                    <a:lnTo>
                      <a:pt x="505" y="580"/>
                    </a:lnTo>
                    <a:lnTo>
                      <a:pt x="492" y="570"/>
                    </a:lnTo>
                    <a:lnTo>
                      <a:pt x="479" y="560"/>
                    </a:lnTo>
                    <a:lnTo>
                      <a:pt x="466" y="549"/>
                    </a:lnTo>
                    <a:lnTo>
                      <a:pt x="454" y="538"/>
                    </a:lnTo>
                    <a:lnTo>
                      <a:pt x="441" y="527"/>
                    </a:lnTo>
                    <a:lnTo>
                      <a:pt x="431" y="514"/>
                    </a:lnTo>
                    <a:lnTo>
                      <a:pt x="421" y="501"/>
                    </a:lnTo>
                    <a:lnTo>
                      <a:pt x="410" y="501"/>
                    </a:lnTo>
                    <a:lnTo>
                      <a:pt x="396" y="498"/>
                    </a:lnTo>
                    <a:lnTo>
                      <a:pt x="383" y="492"/>
                    </a:lnTo>
                    <a:lnTo>
                      <a:pt x="371" y="485"/>
                    </a:lnTo>
                    <a:lnTo>
                      <a:pt x="360" y="477"/>
                    </a:lnTo>
                    <a:lnTo>
                      <a:pt x="351" y="470"/>
                    </a:lnTo>
                    <a:lnTo>
                      <a:pt x="345" y="464"/>
                    </a:lnTo>
                    <a:lnTo>
                      <a:pt x="343" y="462"/>
                    </a:lnTo>
                    <a:lnTo>
                      <a:pt x="349" y="461"/>
                    </a:lnTo>
                    <a:lnTo>
                      <a:pt x="355" y="462"/>
                    </a:lnTo>
                    <a:lnTo>
                      <a:pt x="359" y="463"/>
                    </a:lnTo>
                    <a:lnTo>
                      <a:pt x="365" y="463"/>
                    </a:lnTo>
                    <a:lnTo>
                      <a:pt x="371" y="464"/>
                    </a:lnTo>
                    <a:lnTo>
                      <a:pt x="378" y="466"/>
                    </a:lnTo>
                    <a:lnTo>
                      <a:pt x="383" y="464"/>
                    </a:lnTo>
                    <a:lnTo>
                      <a:pt x="390" y="462"/>
                    </a:lnTo>
                    <a:lnTo>
                      <a:pt x="406" y="448"/>
                    </a:lnTo>
                    <a:lnTo>
                      <a:pt x="416" y="433"/>
                    </a:lnTo>
                    <a:lnTo>
                      <a:pt x="419" y="416"/>
                    </a:lnTo>
                    <a:lnTo>
                      <a:pt x="424" y="399"/>
                    </a:lnTo>
                    <a:lnTo>
                      <a:pt x="421" y="387"/>
                    </a:lnTo>
                    <a:lnTo>
                      <a:pt x="420" y="376"/>
                    </a:lnTo>
                    <a:lnTo>
                      <a:pt x="417" y="364"/>
                    </a:lnTo>
                    <a:lnTo>
                      <a:pt x="414" y="353"/>
                    </a:lnTo>
                    <a:lnTo>
                      <a:pt x="410" y="342"/>
                    </a:lnTo>
                    <a:lnTo>
                      <a:pt x="404" y="334"/>
                    </a:lnTo>
                    <a:lnTo>
                      <a:pt x="397" y="326"/>
                    </a:lnTo>
                    <a:lnTo>
                      <a:pt x="388" y="320"/>
                    </a:lnTo>
                    <a:lnTo>
                      <a:pt x="371" y="316"/>
                    </a:lnTo>
                    <a:lnTo>
                      <a:pt x="353" y="312"/>
                    </a:lnTo>
                    <a:lnTo>
                      <a:pt x="336" y="309"/>
                    </a:lnTo>
                    <a:lnTo>
                      <a:pt x="319" y="307"/>
                    </a:lnTo>
                    <a:lnTo>
                      <a:pt x="302" y="303"/>
                    </a:lnTo>
                    <a:lnTo>
                      <a:pt x="284" y="300"/>
                    </a:lnTo>
                    <a:lnTo>
                      <a:pt x="268" y="296"/>
                    </a:lnTo>
                    <a:lnTo>
                      <a:pt x="251" y="293"/>
                    </a:lnTo>
                    <a:lnTo>
                      <a:pt x="234" y="288"/>
                    </a:lnTo>
                    <a:lnTo>
                      <a:pt x="218" y="284"/>
                    </a:lnTo>
                    <a:lnTo>
                      <a:pt x="201" y="279"/>
                    </a:lnTo>
                    <a:lnTo>
                      <a:pt x="185" y="272"/>
                    </a:lnTo>
                    <a:lnTo>
                      <a:pt x="169" y="265"/>
                    </a:lnTo>
                    <a:lnTo>
                      <a:pt x="154" y="257"/>
                    </a:lnTo>
                    <a:lnTo>
                      <a:pt x="139" y="248"/>
                    </a:lnTo>
                    <a:lnTo>
                      <a:pt x="125" y="237"/>
                    </a:lnTo>
                    <a:lnTo>
                      <a:pt x="115" y="277"/>
                    </a:lnTo>
                    <a:lnTo>
                      <a:pt x="107" y="317"/>
                    </a:lnTo>
                    <a:lnTo>
                      <a:pt x="100" y="360"/>
                    </a:lnTo>
                    <a:lnTo>
                      <a:pt x="98" y="401"/>
                    </a:lnTo>
                    <a:lnTo>
                      <a:pt x="98" y="445"/>
                    </a:lnTo>
                    <a:lnTo>
                      <a:pt x="102" y="487"/>
                    </a:lnTo>
                    <a:lnTo>
                      <a:pt x="110" y="530"/>
                    </a:lnTo>
                    <a:lnTo>
                      <a:pt x="122" y="573"/>
                    </a:lnTo>
                    <a:lnTo>
                      <a:pt x="133" y="592"/>
                    </a:lnTo>
                    <a:lnTo>
                      <a:pt x="145" y="614"/>
                    </a:lnTo>
                    <a:lnTo>
                      <a:pt x="159" y="635"/>
                    </a:lnTo>
                    <a:lnTo>
                      <a:pt x="173" y="655"/>
                    </a:lnTo>
                    <a:lnTo>
                      <a:pt x="189" y="673"/>
                    </a:lnTo>
                    <a:lnTo>
                      <a:pt x="207" y="689"/>
                    </a:lnTo>
                    <a:lnTo>
                      <a:pt x="227" y="702"/>
                    </a:lnTo>
                    <a:lnTo>
                      <a:pt x="250" y="711"/>
                    </a:lnTo>
                    <a:lnTo>
                      <a:pt x="256" y="711"/>
                    </a:lnTo>
                    <a:lnTo>
                      <a:pt x="262" y="709"/>
                    </a:lnTo>
                    <a:lnTo>
                      <a:pt x="269" y="706"/>
                    </a:lnTo>
                    <a:lnTo>
                      <a:pt x="275" y="704"/>
                    </a:lnTo>
                    <a:lnTo>
                      <a:pt x="281" y="702"/>
                    </a:lnTo>
                    <a:lnTo>
                      <a:pt x="287" y="701"/>
                    </a:lnTo>
                    <a:lnTo>
                      <a:pt x="290" y="703"/>
                    </a:lnTo>
                    <a:lnTo>
                      <a:pt x="294" y="708"/>
                    </a:lnTo>
                    <a:lnTo>
                      <a:pt x="287" y="712"/>
                    </a:lnTo>
                    <a:lnTo>
                      <a:pt x="280" y="716"/>
                    </a:lnTo>
                    <a:lnTo>
                      <a:pt x="273" y="719"/>
                    </a:lnTo>
                    <a:lnTo>
                      <a:pt x="266" y="721"/>
                    </a:lnTo>
                    <a:lnTo>
                      <a:pt x="259" y="723"/>
                    </a:lnTo>
                    <a:lnTo>
                      <a:pt x="251" y="724"/>
                    </a:lnTo>
                    <a:lnTo>
                      <a:pt x="243" y="723"/>
                    </a:lnTo>
                    <a:lnTo>
                      <a:pt x="235" y="720"/>
                    </a:lnTo>
                    <a:lnTo>
                      <a:pt x="212" y="710"/>
                    </a:lnTo>
                    <a:lnTo>
                      <a:pt x="191" y="698"/>
                    </a:lnTo>
                    <a:lnTo>
                      <a:pt x="171" y="686"/>
                    </a:lnTo>
                    <a:lnTo>
                      <a:pt x="153" y="671"/>
                    </a:lnTo>
                    <a:lnTo>
                      <a:pt x="137" y="655"/>
                    </a:lnTo>
                    <a:lnTo>
                      <a:pt x="122" y="637"/>
                    </a:lnTo>
                    <a:lnTo>
                      <a:pt x="108" y="618"/>
                    </a:lnTo>
                    <a:lnTo>
                      <a:pt x="97" y="598"/>
                    </a:lnTo>
                    <a:lnTo>
                      <a:pt x="86" y="577"/>
                    </a:lnTo>
                    <a:lnTo>
                      <a:pt x="77" y="555"/>
                    </a:lnTo>
                    <a:lnTo>
                      <a:pt x="69" y="532"/>
                    </a:lnTo>
                    <a:lnTo>
                      <a:pt x="63" y="509"/>
                    </a:lnTo>
                    <a:lnTo>
                      <a:pt x="59" y="485"/>
                    </a:lnTo>
                    <a:lnTo>
                      <a:pt x="55" y="461"/>
                    </a:lnTo>
                    <a:lnTo>
                      <a:pt x="53" y="437"/>
                    </a:lnTo>
                    <a:lnTo>
                      <a:pt x="53" y="411"/>
                    </a:lnTo>
                    <a:lnTo>
                      <a:pt x="53" y="330"/>
                    </a:lnTo>
                    <a:lnTo>
                      <a:pt x="45" y="330"/>
                    </a:lnTo>
                    <a:lnTo>
                      <a:pt x="38" y="330"/>
                    </a:lnTo>
                    <a:lnTo>
                      <a:pt x="30" y="330"/>
                    </a:lnTo>
                    <a:lnTo>
                      <a:pt x="22" y="328"/>
                    </a:lnTo>
                    <a:lnTo>
                      <a:pt x="15" y="326"/>
                    </a:lnTo>
                    <a:lnTo>
                      <a:pt x="9" y="323"/>
                    </a:lnTo>
                    <a:lnTo>
                      <a:pt x="3" y="319"/>
                    </a:lnTo>
                    <a:lnTo>
                      <a:pt x="0" y="314"/>
                    </a:lnTo>
                    <a:lnTo>
                      <a:pt x="56" y="294"/>
                    </a:lnTo>
                    <a:lnTo>
                      <a:pt x="61" y="269"/>
                    </a:lnTo>
                    <a:lnTo>
                      <a:pt x="65" y="242"/>
                    </a:lnTo>
                    <a:lnTo>
                      <a:pt x="72" y="217"/>
                    </a:lnTo>
                    <a:lnTo>
                      <a:pt x="87" y="196"/>
                    </a:lnTo>
                    <a:lnTo>
                      <a:pt x="78" y="184"/>
                    </a:lnTo>
                    <a:lnTo>
                      <a:pt x="71" y="171"/>
                    </a:lnTo>
                    <a:lnTo>
                      <a:pt x="64" y="156"/>
                    </a:lnTo>
                    <a:lnTo>
                      <a:pt x="60" y="141"/>
                    </a:lnTo>
                    <a:lnTo>
                      <a:pt x="56" y="126"/>
                    </a:lnTo>
                    <a:lnTo>
                      <a:pt x="56" y="110"/>
                    </a:lnTo>
                    <a:lnTo>
                      <a:pt x="57" y="93"/>
                    </a:lnTo>
                    <a:lnTo>
                      <a:pt x="63" y="77"/>
                    </a:lnTo>
                    <a:lnTo>
                      <a:pt x="70" y="65"/>
                    </a:lnTo>
                    <a:lnTo>
                      <a:pt x="77" y="53"/>
                    </a:lnTo>
                    <a:lnTo>
                      <a:pt x="85" y="42"/>
                    </a:lnTo>
                    <a:lnTo>
                      <a:pt x="94" y="31"/>
                    </a:lnTo>
                    <a:lnTo>
                      <a:pt x="103" y="22"/>
                    </a:lnTo>
                    <a:lnTo>
                      <a:pt x="115" y="14"/>
                    </a:lnTo>
                    <a:lnTo>
                      <a:pt x="125" y="7"/>
                    </a:lnTo>
                    <a:lnTo>
                      <a:pt x="138" y="0"/>
                    </a:lnTo>
                    <a:lnTo>
                      <a:pt x="144" y="8"/>
                    </a:lnTo>
                    <a:lnTo>
                      <a:pt x="145" y="15"/>
                    </a:lnTo>
                    <a:lnTo>
                      <a:pt x="142" y="22"/>
                    </a:lnTo>
                    <a:lnTo>
                      <a:pt x="135" y="28"/>
                    </a:lnTo>
                    <a:lnTo>
                      <a:pt x="127" y="34"/>
                    </a:lnTo>
                    <a:lnTo>
                      <a:pt x="120" y="40"/>
                    </a:lnTo>
                    <a:lnTo>
                      <a:pt x="113" y="47"/>
                    </a:lnTo>
                    <a:lnTo>
                      <a:pt x="109" y="55"/>
                    </a:lnTo>
                    <a:lnTo>
                      <a:pt x="102" y="83"/>
                    </a:lnTo>
                    <a:lnTo>
                      <a:pt x="103" y="113"/>
                    </a:lnTo>
                    <a:lnTo>
                      <a:pt x="110" y="141"/>
                    </a:lnTo>
                    <a:lnTo>
                      <a:pt x="122" y="166"/>
                    </a:lnTo>
                    <a:lnTo>
                      <a:pt x="138" y="184"/>
                    </a:lnTo>
                    <a:lnTo>
                      <a:pt x="154" y="201"/>
                    </a:lnTo>
                    <a:lnTo>
                      <a:pt x="173" y="214"/>
                    </a:lnTo>
                    <a:lnTo>
                      <a:pt x="192" y="226"/>
                    </a:lnTo>
                    <a:lnTo>
                      <a:pt x="212" y="235"/>
                    </a:lnTo>
                    <a:lnTo>
                      <a:pt x="232" y="242"/>
                    </a:lnTo>
                    <a:lnTo>
                      <a:pt x="254" y="249"/>
                    </a:lnTo>
                    <a:lnTo>
                      <a:pt x="276" y="255"/>
                    </a:lnTo>
                    <a:lnTo>
                      <a:pt x="298" y="259"/>
                    </a:lnTo>
                    <a:lnTo>
                      <a:pt x="320" y="265"/>
                    </a:lnTo>
                    <a:lnTo>
                      <a:pt x="342" y="271"/>
                    </a:lnTo>
                    <a:lnTo>
                      <a:pt x="364" y="277"/>
                    </a:lnTo>
                    <a:lnTo>
                      <a:pt x="385" y="284"/>
                    </a:lnTo>
                    <a:lnTo>
                      <a:pt x="405" y="293"/>
                    </a:lnTo>
                    <a:lnTo>
                      <a:pt x="425" y="302"/>
                    </a:lnTo>
                    <a:lnTo>
                      <a:pt x="444" y="315"/>
                    </a:lnTo>
                    <a:lnTo>
                      <a:pt x="459" y="317"/>
                    </a:lnTo>
                    <a:lnTo>
                      <a:pt x="474" y="322"/>
                    </a:lnTo>
                    <a:lnTo>
                      <a:pt x="488" y="328"/>
                    </a:lnTo>
                    <a:lnTo>
                      <a:pt x="501" y="337"/>
                    </a:lnTo>
                    <a:lnTo>
                      <a:pt x="512" y="347"/>
                    </a:lnTo>
                    <a:lnTo>
                      <a:pt x="523" y="358"/>
                    </a:lnTo>
                    <a:lnTo>
                      <a:pt x="531" y="370"/>
                    </a:lnTo>
                    <a:lnTo>
                      <a:pt x="539" y="384"/>
                    </a:lnTo>
                    <a:lnTo>
                      <a:pt x="541" y="396"/>
                    </a:lnTo>
                    <a:lnTo>
                      <a:pt x="540" y="410"/>
                    </a:lnTo>
                    <a:lnTo>
                      <a:pt x="534" y="421"/>
                    </a:lnTo>
                    <a:lnTo>
                      <a:pt x="524" y="430"/>
                    </a:lnTo>
                    <a:lnTo>
                      <a:pt x="517" y="430"/>
                    </a:lnTo>
                    <a:lnTo>
                      <a:pt x="510" y="426"/>
                    </a:lnTo>
                    <a:lnTo>
                      <a:pt x="502" y="422"/>
                    </a:lnTo>
                    <a:lnTo>
                      <a:pt x="495" y="417"/>
                    </a:lnTo>
                    <a:lnTo>
                      <a:pt x="488" y="411"/>
                    </a:lnTo>
                    <a:lnTo>
                      <a:pt x="482" y="406"/>
                    </a:lnTo>
                    <a:lnTo>
                      <a:pt x="479" y="402"/>
                    </a:lnTo>
                    <a:lnTo>
                      <a:pt x="478" y="401"/>
                    </a:lnTo>
                    <a:lnTo>
                      <a:pt x="485" y="405"/>
                    </a:lnTo>
                    <a:lnTo>
                      <a:pt x="492" y="409"/>
                    </a:lnTo>
                    <a:lnTo>
                      <a:pt x="497" y="413"/>
                    </a:lnTo>
                    <a:lnTo>
                      <a:pt x="505" y="414"/>
                    </a:lnTo>
                    <a:lnTo>
                      <a:pt x="511" y="409"/>
                    </a:lnTo>
                    <a:lnTo>
                      <a:pt x="515" y="402"/>
                    </a:lnTo>
                    <a:lnTo>
                      <a:pt x="516" y="396"/>
                    </a:lnTo>
                    <a:lnTo>
                      <a:pt x="516" y="388"/>
                    </a:lnTo>
                    <a:lnTo>
                      <a:pt x="508" y="383"/>
                    </a:lnTo>
                    <a:lnTo>
                      <a:pt x="501" y="375"/>
                    </a:lnTo>
                    <a:lnTo>
                      <a:pt x="493" y="368"/>
                    </a:lnTo>
                    <a:lnTo>
                      <a:pt x="484" y="361"/>
                    </a:lnTo>
                    <a:lnTo>
                      <a:pt x="476" y="354"/>
                    </a:lnTo>
                    <a:lnTo>
                      <a:pt x="466" y="349"/>
                    </a:lnTo>
                    <a:lnTo>
                      <a:pt x="456" y="346"/>
                    </a:lnTo>
                    <a:lnTo>
                      <a:pt x="447" y="346"/>
                    </a:lnTo>
                    <a:lnTo>
                      <a:pt x="454" y="368"/>
                    </a:lnTo>
                    <a:lnTo>
                      <a:pt x="457" y="392"/>
                    </a:lnTo>
                    <a:lnTo>
                      <a:pt x="458" y="416"/>
                    </a:lnTo>
                    <a:lnTo>
                      <a:pt x="461" y="440"/>
                    </a:lnTo>
                    <a:lnTo>
                      <a:pt x="463" y="464"/>
                    </a:lnTo>
                    <a:lnTo>
                      <a:pt x="469" y="487"/>
                    </a:lnTo>
                    <a:lnTo>
                      <a:pt x="480" y="509"/>
                    </a:lnTo>
                    <a:lnTo>
                      <a:pt x="496" y="529"/>
                    </a:lnTo>
                    <a:lnTo>
                      <a:pt x="510" y="544"/>
                    </a:lnTo>
                    <a:lnTo>
                      <a:pt x="524" y="560"/>
                    </a:lnTo>
                    <a:lnTo>
                      <a:pt x="539" y="575"/>
                    </a:lnTo>
                    <a:lnTo>
                      <a:pt x="556" y="589"/>
                    </a:lnTo>
                    <a:lnTo>
                      <a:pt x="573" y="600"/>
                    </a:lnTo>
                    <a:lnTo>
                      <a:pt x="592" y="608"/>
                    </a:lnTo>
                    <a:lnTo>
                      <a:pt x="611" y="612"/>
                    </a:lnTo>
                    <a:lnTo>
                      <a:pt x="633" y="611"/>
                    </a:lnTo>
                    <a:lnTo>
                      <a:pt x="637" y="607"/>
                    </a:lnTo>
                    <a:lnTo>
                      <a:pt x="641" y="604"/>
                    </a:lnTo>
                    <a:lnTo>
                      <a:pt x="646" y="602"/>
                    </a:lnTo>
                    <a:lnTo>
                      <a:pt x="649" y="598"/>
                    </a:lnTo>
                    <a:lnTo>
                      <a:pt x="645" y="593"/>
                    </a:lnTo>
                    <a:lnTo>
                      <a:pt x="639" y="591"/>
                    </a:lnTo>
                    <a:lnTo>
                      <a:pt x="634" y="589"/>
                    </a:lnTo>
                    <a:lnTo>
                      <a:pt x="633" y="583"/>
                    </a:lnTo>
                    <a:lnTo>
                      <a:pt x="640" y="578"/>
                    </a:lnTo>
                    <a:lnTo>
                      <a:pt x="647" y="576"/>
                    </a:lnTo>
                    <a:lnTo>
                      <a:pt x="656" y="575"/>
                    </a:lnTo>
                    <a:lnTo>
                      <a:pt x="664" y="577"/>
                    </a:lnTo>
                    <a:lnTo>
                      <a:pt x="671" y="584"/>
                    </a:lnTo>
                    <a:lnTo>
                      <a:pt x="675" y="592"/>
                    </a:lnTo>
                    <a:lnTo>
                      <a:pt x="676" y="600"/>
                    </a:lnTo>
                    <a:lnTo>
                      <a:pt x="675" y="608"/>
                    </a:lnTo>
                    <a:lnTo>
                      <a:pt x="674" y="619"/>
                    </a:lnTo>
                    <a:lnTo>
                      <a:pt x="668" y="628"/>
                    </a:lnTo>
                    <a:lnTo>
                      <a:pt x="657" y="636"/>
                    </a:lnTo>
                    <a:lnTo>
                      <a:pt x="645" y="643"/>
                    </a:lnTo>
                    <a:lnTo>
                      <a:pt x="630" y="644"/>
                    </a:lnTo>
                    <a:lnTo>
                      <a:pt x="616" y="643"/>
                    </a:lnTo>
                    <a:lnTo>
                      <a:pt x="602" y="641"/>
                    </a:lnTo>
                    <a:lnTo>
                      <a:pt x="590" y="637"/>
                    </a:lnTo>
                    <a:lnTo>
                      <a:pt x="577" y="631"/>
                    </a:lnTo>
                    <a:lnTo>
                      <a:pt x="565" y="627"/>
                    </a:lnTo>
                    <a:lnTo>
                      <a:pt x="556" y="620"/>
                    </a:lnTo>
                    <a:lnTo>
                      <a:pt x="547" y="614"/>
                    </a:lnTo>
                    <a:lnTo>
                      <a:pt x="554" y="636"/>
                    </a:lnTo>
                    <a:lnTo>
                      <a:pt x="562" y="658"/>
                    </a:lnTo>
                    <a:lnTo>
                      <a:pt x="571" y="679"/>
                    </a:lnTo>
                    <a:lnTo>
                      <a:pt x="581" y="701"/>
                    </a:lnTo>
                    <a:lnTo>
                      <a:pt x="593" y="721"/>
                    </a:lnTo>
                    <a:lnTo>
                      <a:pt x="605" y="743"/>
                    </a:lnTo>
                    <a:lnTo>
                      <a:pt x="617" y="764"/>
                    </a:lnTo>
                    <a:lnTo>
                      <a:pt x="631" y="784"/>
                    </a:lnTo>
                    <a:lnTo>
                      <a:pt x="615" y="8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1" name="Freeform 62"/>
              <p:cNvSpPr>
                <a:spLocks/>
              </p:cNvSpPr>
              <p:nvPr/>
            </p:nvSpPr>
            <p:spPr bwMode="auto">
              <a:xfrm>
                <a:off x="3350" y="2622"/>
                <a:ext cx="130" cy="250"/>
              </a:xfrm>
              <a:custGeom>
                <a:avLst/>
                <a:gdLst>
                  <a:gd name="T0" fmla="*/ 124 w 260"/>
                  <a:gd name="T1" fmla="*/ 76 h 501"/>
                  <a:gd name="T2" fmla="*/ 130 w 260"/>
                  <a:gd name="T3" fmla="*/ 123 h 501"/>
                  <a:gd name="T4" fmla="*/ 124 w 260"/>
                  <a:gd name="T5" fmla="*/ 169 h 501"/>
                  <a:gd name="T6" fmla="*/ 106 w 260"/>
                  <a:gd name="T7" fmla="*/ 212 h 501"/>
                  <a:gd name="T8" fmla="*/ 87 w 260"/>
                  <a:gd name="T9" fmla="*/ 235 h 501"/>
                  <a:gd name="T10" fmla="*/ 72 w 260"/>
                  <a:gd name="T11" fmla="*/ 243 h 501"/>
                  <a:gd name="T12" fmla="*/ 55 w 260"/>
                  <a:gd name="T13" fmla="*/ 249 h 501"/>
                  <a:gd name="T14" fmla="*/ 43 w 260"/>
                  <a:gd name="T15" fmla="*/ 250 h 501"/>
                  <a:gd name="T16" fmla="*/ 43 w 260"/>
                  <a:gd name="T17" fmla="*/ 246 h 501"/>
                  <a:gd name="T18" fmla="*/ 54 w 260"/>
                  <a:gd name="T19" fmla="*/ 237 h 501"/>
                  <a:gd name="T20" fmla="*/ 70 w 260"/>
                  <a:gd name="T21" fmla="*/ 226 h 501"/>
                  <a:gd name="T22" fmla="*/ 83 w 260"/>
                  <a:gd name="T23" fmla="*/ 215 h 501"/>
                  <a:gd name="T24" fmla="*/ 94 w 260"/>
                  <a:gd name="T25" fmla="*/ 194 h 501"/>
                  <a:gd name="T26" fmla="*/ 102 w 260"/>
                  <a:gd name="T27" fmla="*/ 159 h 501"/>
                  <a:gd name="T28" fmla="*/ 106 w 260"/>
                  <a:gd name="T29" fmla="*/ 123 h 501"/>
                  <a:gd name="T30" fmla="*/ 103 w 260"/>
                  <a:gd name="T31" fmla="*/ 87 h 501"/>
                  <a:gd name="T32" fmla="*/ 98 w 260"/>
                  <a:gd name="T33" fmla="*/ 65 h 501"/>
                  <a:gd name="T34" fmla="*/ 95 w 260"/>
                  <a:gd name="T35" fmla="*/ 55 h 501"/>
                  <a:gd name="T36" fmla="*/ 90 w 260"/>
                  <a:gd name="T37" fmla="*/ 46 h 501"/>
                  <a:gd name="T38" fmla="*/ 84 w 260"/>
                  <a:gd name="T39" fmla="*/ 39 h 501"/>
                  <a:gd name="T40" fmla="*/ 70 w 260"/>
                  <a:gd name="T41" fmla="*/ 26 h 501"/>
                  <a:gd name="T42" fmla="*/ 43 w 260"/>
                  <a:gd name="T43" fmla="*/ 16 h 501"/>
                  <a:gd name="T44" fmla="*/ 18 w 260"/>
                  <a:gd name="T45" fmla="*/ 12 h 501"/>
                  <a:gd name="T46" fmla="*/ 2 w 260"/>
                  <a:gd name="T47" fmla="*/ 12 h 501"/>
                  <a:gd name="T48" fmla="*/ 8 w 260"/>
                  <a:gd name="T49" fmla="*/ 6 h 501"/>
                  <a:gd name="T50" fmla="*/ 26 w 260"/>
                  <a:gd name="T51" fmla="*/ 0 h 501"/>
                  <a:gd name="T52" fmla="*/ 46 w 260"/>
                  <a:gd name="T53" fmla="*/ 1 h 501"/>
                  <a:gd name="T54" fmla="*/ 65 w 260"/>
                  <a:gd name="T55" fmla="*/ 6 h 501"/>
                  <a:gd name="T56" fmla="*/ 80 w 260"/>
                  <a:gd name="T57" fmla="*/ 14 h 501"/>
                  <a:gd name="T58" fmla="*/ 92 w 260"/>
                  <a:gd name="T59" fmla="*/ 23 h 501"/>
                  <a:gd name="T60" fmla="*/ 103 w 260"/>
                  <a:gd name="T61" fmla="*/ 36 h 501"/>
                  <a:gd name="T62" fmla="*/ 112 w 260"/>
                  <a:gd name="T63" fmla="*/ 48 h 50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0"/>
                  <a:gd name="T97" fmla="*/ 0 h 501"/>
                  <a:gd name="T98" fmla="*/ 260 w 260"/>
                  <a:gd name="T99" fmla="*/ 501 h 50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0" h="501">
                    <a:moveTo>
                      <a:pt x="232" y="111"/>
                    </a:moveTo>
                    <a:lnTo>
                      <a:pt x="248" y="153"/>
                    </a:lnTo>
                    <a:lnTo>
                      <a:pt x="257" y="198"/>
                    </a:lnTo>
                    <a:lnTo>
                      <a:pt x="260" y="246"/>
                    </a:lnTo>
                    <a:lnTo>
                      <a:pt x="258" y="293"/>
                    </a:lnTo>
                    <a:lnTo>
                      <a:pt x="249" y="339"/>
                    </a:lnTo>
                    <a:lnTo>
                      <a:pt x="234" y="384"/>
                    </a:lnTo>
                    <a:lnTo>
                      <a:pt x="213" y="424"/>
                    </a:lnTo>
                    <a:lnTo>
                      <a:pt x="186" y="461"/>
                    </a:lnTo>
                    <a:lnTo>
                      <a:pt x="175" y="470"/>
                    </a:lnTo>
                    <a:lnTo>
                      <a:pt x="160" y="478"/>
                    </a:lnTo>
                    <a:lnTo>
                      <a:pt x="144" y="486"/>
                    </a:lnTo>
                    <a:lnTo>
                      <a:pt x="127" y="493"/>
                    </a:lnTo>
                    <a:lnTo>
                      <a:pt x="111" y="498"/>
                    </a:lnTo>
                    <a:lnTo>
                      <a:pt x="97" y="501"/>
                    </a:lnTo>
                    <a:lnTo>
                      <a:pt x="87" y="501"/>
                    </a:lnTo>
                    <a:lnTo>
                      <a:pt x="82" y="499"/>
                    </a:lnTo>
                    <a:lnTo>
                      <a:pt x="87" y="493"/>
                    </a:lnTo>
                    <a:lnTo>
                      <a:pt x="96" y="485"/>
                    </a:lnTo>
                    <a:lnTo>
                      <a:pt x="108" y="475"/>
                    </a:lnTo>
                    <a:lnTo>
                      <a:pt x="123" y="464"/>
                    </a:lnTo>
                    <a:lnTo>
                      <a:pt x="140" y="453"/>
                    </a:lnTo>
                    <a:lnTo>
                      <a:pt x="154" y="441"/>
                    </a:lnTo>
                    <a:lnTo>
                      <a:pt x="167" y="430"/>
                    </a:lnTo>
                    <a:lnTo>
                      <a:pt x="175" y="421"/>
                    </a:lnTo>
                    <a:lnTo>
                      <a:pt x="188" y="388"/>
                    </a:lnTo>
                    <a:lnTo>
                      <a:pt x="198" y="355"/>
                    </a:lnTo>
                    <a:lnTo>
                      <a:pt x="205" y="319"/>
                    </a:lnTo>
                    <a:lnTo>
                      <a:pt x="210" y="284"/>
                    </a:lnTo>
                    <a:lnTo>
                      <a:pt x="212" y="247"/>
                    </a:lnTo>
                    <a:lnTo>
                      <a:pt x="210" y="210"/>
                    </a:lnTo>
                    <a:lnTo>
                      <a:pt x="206" y="174"/>
                    </a:lnTo>
                    <a:lnTo>
                      <a:pt x="198" y="140"/>
                    </a:lnTo>
                    <a:lnTo>
                      <a:pt x="196" y="130"/>
                    </a:lnTo>
                    <a:lnTo>
                      <a:pt x="194" y="120"/>
                    </a:lnTo>
                    <a:lnTo>
                      <a:pt x="190" y="111"/>
                    </a:lnTo>
                    <a:lnTo>
                      <a:pt x="186" y="103"/>
                    </a:lnTo>
                    <a:lnTo>
                      <a:pt x="181" y="93"/>
                    </a:lnTo>
                    <a:lnTo>
                      <a:pt x="175" y="85"/>
                    </a:lnTo>
                    <a:lnTo>
                      <a:pt x="169" y="78"/>
                    </a:lnTo>
                    <a:lnTo>
                      <a:pt x="163" y="70"/>
                    </a:lnTo>
                    <a:lnTo>
                      <a:pt x="140" y="53"/>
                    </a:lnTo>
                    <a:lnTo>
                      <a:pt x="114" y="40"/>
                    </a:lnTo>
                    <a:lnTo>
                      <a:pt x="87" y="32"/>
                    </a:lnTo>
                    <a:lnTo>
                      <a:pt x="61" y="27"/>
                    </a:lnTo>
                    <a:lnTo>
                      <a:pt x="37" y="24"/>
                    </a:lnTo>
                    <a:lnTo>
                      <a:pt x="17" y="24"/>
                    </a:lnTo>
                    <a:lnTo>
                      <a:pt x="5" y="24"/>
                    </a:lnTo>
                    <a:lnTo>
                      <a:pt x="0" y="24"/>
                    </a:lnTo>
                    <a:lnTo>
                      <a:pt x="16" y="13"/>
                    </a:lnTo>
                    <a:lnTo>
                      <a:pt x="34" y="6"/>
                    </a:lnTo>
                    <a:lnTo>
                      <a:pt x="53" y="1"/>
                    </a:lnTo>
                    <a:lnTo>
                      <a:pt x="73" y="0"/>
                    </a:lnTo>
                    <a:lnTo>
                      <a:pt x="92" y="2"/>
                    </a:lnTo>
                    <a:lnTo>
                      <a:pt x="112" y="6"/>
                    </a:lnTo>
                    <a:lnTo>
                      <a:pt x="130" y="12"/>
                    </a:lnTo>
                    <a:lnTo>
                      <a:pt x="148" y="19"/>
                    </a:lnTo>
                    <a:lnTo>
                      <a:pt x="160" y="28"/>
                    </a:lnTo>
                    <a:lnTo>
                      <a:pt x="173" y="37"/>
                    </a:lnTo>
                    <a:lnTo>
                      <a:pt x="184" y="47"/>
                    </a:lnTo>
                    <a:lnTo>
                      <a:pt x="196" y="59"/>
                    </a:lnTo>
                    <a:lnTo>
                      <a:pt x="206" y="72"/>
                    </a:lnTo>
                    <a:lnTo>
                      <a:pt x="216" y="84"/>
                    </a:lnTo>
                    <a:lnTo>
                      <a:pt x="225" y="97"/>
                    </a:lnTo>
                    <a:lnTo>
                      <a:pt x="232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2" name="Freeform 63"/>
              <p:cNvSpPr>
                <a:spLocks/>
              </p:cNvSpPr>
              <p:nvPr/>
            </p:nvSpPr>
            <p:spPr bwMode="auto">
              <a:xfrm>
                <a:off x="2585" y="2651"/>
                <a:ext cx="321" cy="350"/>
              </a:xfrm>
              <a:custGeom>
                <a:avLst/>
                <a:gdLst>
                  <a:gd name="T0" fmla="*/ 321 w 641"/>
                  <a:gd name="T1" fmla="*/ 2 h 699"/>
                  <a:gd name="T2" fmla="*/ 321 w 641"/>
                  <a:gd name="T3" fmla="*/ 54 h 699"/>
                  <a:gd name="T4" fmla="*/ 321 w 641"/>
                  <a:gd name="T5" fmla="*/ 167 h 699"/>
                  <a:gd name="T6" fmla="*/ 319 w 641"/>
                  <a:gd name="T7" fmla="*/ 282 h 699"/>
                  <a:gd name="T8" fmla="*/ 315 w 641"/>
                  <a:gd name="T9" fmla="*/ 334 h 699"/>
                  <a:gd name="T10" fmla="*/ 312 w 641"/>
                  <a:gd name="T11" fmla="*/ 334 h 699"/>
                  <a:gd name="T12" fmla="*/ 304 w 641"/>
                  <a:gd name="T13" fmla="*/ 335 h 699"/>
                  <a:gd name="T14" fmla="*/ 292 w 641"/>
                  <a:gd name="T15" fmla="*/ 336 h 699"/>
                  <a:gd name="T16" fmla="*/ 275 w 641"/>
                  <a:gd name="T17" fmla="*/ 337 h 699"/>
                  <a:gd name="T18" fmla="*/ 256 w 641"/>
                  <a:gd name="T19" fmla="*/ 338 h 699"/>
                  <a:gd name="T20" fmla="*/ 233 w 641"/>
                  <a:gd name="T21" fmla="*/ 339 h 699"/>
                  <a:gd name="T22" fmla="*/ 210 w 641"/>
                  <a:gd name="T23" fmla="*/ 341 h 699"/>
                  <a:gd name="T24" fmla="*/ 184 w 641"/>
                  <a:gd name="T25" fmla="*/ 342 h 699"/>
                  <a:gd name="T26" fmla="*/ 159 w 641"/>
                  <a:gd name="T27" fmla="*/ 344 h 699"/>
                  <a:gd name="T28" fmla="*/ 133 w 641"/>
                  <a:gd name="T29" fmla="*/ 345 h 699"/>
                  <a:gd name="T30" fmla="*/ 108 w 641"/>
                  <a:gd name="T31" fmla="*/ 347 h 699"/>
                  <a:gd name="T32" fmla="*/ 85 w 641"/>
                  <a:gd name="T33" fmla="*/ 348 h 699"/>
                  <a:gd name="T34" fmla="*/ 64 w 641"/>
                  <a:gd name="T35" fmla="*/ 349 h 699"/>
                  <a:gd name="T36" fmla="*/ 44 w 641"/>
                  <a:gd name="T37" fmla="*/ 349 h 699"/>
                  <a:gd name="T38" fmla="*/ 29 w 641"/>
                  <a:gd name="T39" fmla="*/ 350 h 699"/>
                  <a:gd name="T40" fmla="*/ 17 w 641"/>
                  <a:gd name="T41" fmla="*/ 350 h 699"/>
                  <a:gd name="T42" fmla="*/ 0 w 641"/>
                  <a:gd name="T43" fmla="*/ 0 h 699"/>
                  <a:gd name="T44" fmla="*/ 321 w 641"/>
                  <a:gd name="T45" fmla="*/ 2 h 69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41"/>
                  <a:gd name="T70" fmla="*/ 0 h 699"/>
                  <a:gd name="T71" fmla="*/ 641 w 641"/>
                  <a:gd name="T72" fmla="*/ 699 h 69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41" h="699">
                    <a:moveTo>
                      <a:pt x="641" y="3"/>
                    </a:moveTo>
                    <a:lnTo>
                      <a:pt x="641" y="107"/>
                    </a:lnTo>
                    <a:lnTo>
                      <a:pt x="641" y="334"/>
                    </a:lnTo>
                    <a:lnTo>
                      <a:pt x="638" y="563"/>
                    </a:lnTo>
                    <a:lnTo>
                      <a:pt x="629" y="668"/>
                    </a:lnTo>
                    <a:lnTo>
                      <a:pt x="623" y="668"/>
                    </a:lnTo>
                    <a:lnTo>
                      <a:pt x="607" y="669"/>
                    </a:lnTo>
                    <a:lnTo>
                      <a:pt x="583" y="672"/>
                    </a:lnTo>
                    <a:lnTo>
                      <a:pt x="549" y="673"/>
                    </a:lnTo>
                    <a:lnTo>
                      <a:pt x="511" y="676"/>
                    </a:lnTo>
                    <a:lnTo>
                      <a:pt x="466" y="678"/>
                    </a:lnTo>
                    <a:lnTo>
                      <a:pt x="419" y="682"/>
                    </a:lnTo>
                    <a:lnTo>
                      <a:pt x="368" y="684"/>
                    </a:lnTo>
                    <a:lnTo>
                      <a:pt x="318" y="688"/>
                    </a:lnTo>
                    <a:lnTo>
                      <a:pt x="266" y="690"/>
                    </a:lnTo>
                    <a:lnTo>
                      <a:pt x="216" y="693"/>
                    </a:lnTo>
                    <a:lnTo>
                      <a:pt x="169" y="696"/>
                    </a:lnTo>
                    <a:lnTo>
                      <a:pt x="127" y="697"/>
                    </a:lnTo>
                    <a:lnTo>
                      <a:pt x="88" y="698"/>
                    </a:lnTo>
                    <a:lnTo>
                      <a:pt x="57" y="699"/>
                    </a:lnTo>
                    <a:lnTo>
                      <a:pt x="34" y="699"/>
                    </a:lnTo>
                    <a:lnTo>
                      <a:pt x="0" y="0"/>
                    </a:lnTo>
                    <a:lnTo>
                      <a:pt x="64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3" name="Freeform 64"/>
              <p:cNvSpPr>
                <a:spLocks/>
              </p:cNvSpPr>
              <p:nvPr/>
            </p:nvSpPr>
            <p:spPr bwMode="auto">
              <a:xfrm>
                <a:off x="3295" y="2647"/>
                <a:ext cx="117" cy="218"/>
              </a:xfrm>
              <a:custGeom>
                <a:avLst/>
                <a:gdLst>
                  <a:gd name="T0" fmla="*/ 69 w 233"/>
                  <a:gd name="T1" fmla="*/ 90 h 434"/>
                  <a:gd name="T2" fmla="*/ 61 w 233"/>
                  <a:gd name="T3" fmla="*/ 114 h 434"/>
                  <a:gd name="T4" fmla="*/ 46 w 233"/>
                  <a:gd name="T5" fmla="*/ 134 h 434"/>
                  <a:gd name="T6" fmla="*/ 37 w 233"/>
                  <a:gd name="T7" fmla="*/ 138 h 434"/>
                  <a:gd name="T8" fmla="*/ 26 w 233"/>
                  <a:gd name="T9" fmla="*/ 138 h 434"/>
                  <a:gd name="T10" fmla="*/ 18 w 233"/>
                  <a:gd name="T11" fmla="*/ 140 h 434"/>
                  <a:gd name="T12" fmla="*/ 26 w 233"/>
                  <a:gd name="T13" fmla="*/ 146 h 434"/>
                  <a:gd name="T14" fmla="*/ 36 w 233"/>
                  <a:gd name="T15" fmla="*/ 150 h 434"/>
                  <a:gd name="T16" fmla="*/ 49 w 233"/>
                  <a:gd name="T17" fmla="*/ 149 h 434"/>
                  <a:gd name="T18" fmla="*/ 64 w 233"/>
                  <a:gd name="T19" fmla="*/ 148 h 434"/>
                  <a:gd name="T20" fmla="*/ 73 w 233"/>
                  <a:gd name="T21" fmla="*/ 151 h 434"/>
                  <a:gd name="T22" fmla="*/ 70 w 233"/>
                  <a:gd name="T23" fmla="*/ 172 h 434"/>
                  <a:gd name="T24" fmla="*/ 56 w 233"/>
                  <a:gd name="T25" fmla="*/ 190 h 434"/>
                  <a:gd name="T26" fmla="*/ 50 w 233"/>
                  <a:gd name="T27" fmla="*/ 201 h 434"/>
                  <a:gd name="T28" fmla="*/ 65 w 233"/>
                  <a:gd name="T29" fmla="*/ 201 h 434"/>
                  <a:gd name="T30" fmla="*/ 79 w 233"/>
                  <a:gd name="T31" fmla="*/ 195 h 434"/>
                  <a:gd name="T32" fmla="*/ 90 w 233"/>
                  <a:gd name="T33" fmla="*/ 187 h 434"/>
                  <a:gd name="T34" fmla="*/ 100 w 233"/>
                  <a:gd name="T35" fmla="*/ 175 h 434"/>
                  <a:gd name="T36" fmla="*/ 112 w 233"/>
                  <a:gd name="T37" fmla="*/ 165 h 434"/>
                  <a:gd name="T38" fmla="*/ 117 w 233"/>
                  <a:gd name="T39" fmla="*/ 180 h 434"/>
                  <a:gd name="T40" fmla="*/ 104 w 233"/>
                  <a:gd name="T41" fmla="*/ 199 h 434"/>
                  <a:gd name="T42" fmla="*/ 81 w 233"/>
                  <a:gd name="T43" fmla="*/ 212 h 434"/>
                  <a:gd name="T44" fmla="*/ 55 w 233"/>
                  <a:gd name="T45" fmla="*/ 218 h 434"/>
                  <a:gd name="T46" fmla="*/ 43 w 233"/>
                  <a:gd name="T47" fmla="*/ 213 h 434"/>
                  <a:gd name="T48" fmla="*/ 30 w 233"/>
                  <a:gd name="T49" fmla="*/ 206 h 434"/>
                  <a:gd name="T50" fmla="*/ 24 w 233"/>
                  <a:gd name="T51" fmla="*/ 197 h 434"/>
                  <a:gd name="T52" fmla="*/ 31 w 233"/>
                  <a:gd name="T53" fmla="*/ 194 h 434"/>
                  <a:gd name="T54" fmla="*/ 39 w 233"/>
                  <a:gd name="T55" fmla="*/ 193 h 434"/>
                  <a:gd name="T56" fmla="*/ 52 w 233"/>
                  <a:gd name="T57" fmla="*/ 180 h 434"/>
                  <a:gd name="T58" fmla="*/ 52 w 233"/>
                  <a:gd name="T59" fmla="*/ 168 h 434"/>
                  <a:gd name="T60" fmla="*/ 34 w 233"/>
                  <a:gd name="T61" fmla="*/ 165 h 434"/>
                  <a:gd name="T62" fmla="*/ 17 w 233"/>
                  <a:gd name="T63" fmla="*/ 156 h 434"/>
                  <a:gd name="T64" fmla="*/ 1 w 233"/>
                  <a:gd name="T65" fmla="*/ 131 h 434"/>
                  <a:gd name="T66" fmla="*/ 7 w 233"/>
                  <a:gd name="T67" fmla="*/ 110 h 434"/>
                  <a:gd name="T68" fmla="*/ 11 w 233"/>
                  <a:gd name="T69" fmla="*/ 120 h 434"/>
                  <a:gd name="T70" fmla="*/ 17 w 233"/>
                  <a:gd name="T71" fmla="*/ 129 h 434"/>
                  <a:gd name="T72" fmla="*/ 27 w 233"/>
                  <a:gd name="T73" fmla="*/ 129 h 434"/>
                  <a:gd name="T74" fmla="*/ 34 w 233"/>
                  <a:gd name="T75" fmla="*/ 129 h 434"/>
                  <a:gd name="T76" fmla="*/ 41 w 233"/>
                  <a:gd name="T77" fmla="*/ 125 h 434"/>
                  <a:gd name="T78" fmla="*/ 44 w 233"/>
                  <a:gd name="T79" fmla="*/ 75 h 434"/>
                  <a:gd name="T80" fmla="*/ 33 w 233"/>
                  <a:gd name="T81" fmla="*/ 26 h 434"/>
                  <a:gd name="T82" fmla="*/ 59 w 233"/>
                  <a:gd name="T83" fmla="*/ 8 h 434"/>
                  <a:gd name="T84" fmla="*/ 67 w 233"/>
                  <a:gd name="T85" fmla="*/ 74 h 4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3"/>
                  <a:gd name="T130" fmla="*/ 0 h 434"/>
                  <a:gd name="T131" fmla="*/ 233 w 233"/>
                  <a:gd name="T132" fmla="*/ 434 h 43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3" h="434">
                    <a:moveTo>
                      <a:pt x="133" y="147"/>
                    </a:moveTo>
                    <a:lnTo>
                      <a:pt x="137" y="164"/>
                    </a:lnTo>
                    <a:lnTo>
                      <a:pt x="137" y="180"/>
                    </a:lnTo>
                    <a:lnTo>
                      <a:pt x="135" y="196"/>
                    </a:lnTo>
                    <a:lnTo>
                      <a:pt x="130" y="211"/>
                    </a:lnTo>
                    <a:lnTo>
                      <a:pt x="122" y="226"/>
                    </a:lnTo>
                    <a:lnTo>
                      <a:pt x="114" y="240"/>
                    </a:lnTo>
                    <a:lnTo>
                      <a:pt x="104" y="253"/>
                    </a:lnTo>
                    <a:lnTo>
                      <a:pt x="92" y="266"/>
                    </a:lnTo>
                    <a:lnTo>
                      <a:pt x="86" y="270"/>
                    </a:lnTo>
                    <a:lnTo>
                      <a:pt x="79" y="272"/>
                    </a:lnTo>
                    <a:lnTo>
                      <a:pt x="74" y="274"/>
                    </a:lnTo>
                    <a:lnTo>
                      <a:pt x="67" y="275"/>
                    </a:lnTo>
                    <a:lnTo>
                      <a:pt x="60" y="275"/>
                    </a:lnTo>
                    <a:lnTo>
                      <a:pt x="52" y="275"/>
                    </a:lnTo>
                    <a:lnTo>
                      <a:pt x="41" y="275"/>
                    </a:lnTo>
                    <a:lnTo>
                      <a:pt x="31" y="273"/>
                    </a:lnTo>
                    <a:lnTo>
                      <a:pt x="36" y="279"/>
                    </a:lnTo>
                    <a:lnTo>
                      <a:pt x="40" y="283"/>
                    </a:lnTo>
                    <a:lnTo>
                      <a:pt x="46" y="288"/>
                    </a:lnTo>
                    <a:lnTo>
                      <a:pt x="52" y="291"/>
                    </a:lnTo>
                    <a:lnTo>
                      <a:pt x="59" y="295"/>
                    </a:lnTo>
                    <a:lnTo>
                      <a:pt x="66" y="297"/>
                    </a:lnTo>
                    <a:lnTo>
                      <a:pt x="72" y="298"/>
                    </a:lnTo>
                    <a:lnTo>
                      <a:pt x="79" y="300"/>
                    </a:lnTo>
                    <a:lnTo>
                      <a:pt x="87" y="298"/>
                    </a:lnTo>
                    <a:lnTo>
                      <a:pt x="97" y="296"/>
                    </a:lnTo>
                    <a:lnTo>
                      <a:pt x="107" y="295"/>
                    </a:lnTo>
                    <a:lnTo>
                      <a:pt x="117" y="295"/>
                    </a:lnTo>
                    <a:lnTo>
                      <a:pt x="128" y="295"/>
                    </a:lnTo>
                    <a:lnTo>
                      <a:pt x="136" y="295"/>
                    </a:lnTo>
                    <a:lnTo>
                      <a:pt x="143" y="297"/>
                    </a:lnTo>
                    <a:lnTo>
                      <a:pt x="146" y="300"/>
                    </a:lnTo>
                    <a:lnTo>
                      <a:pt x="146" y="316"/>
                    </a:lnTo>
                    <a:lnTo>
                      <a:pt x="144" y="329"/>
                    </a:lnTo>
                    <a:lnTo>
                      <a:pt x="139" y="343"/>
                    </a:lnTo>
                    <a:lnTo>
                      <a:pt x="131" y="356"/>
                    </a:lnTo>
                    <a:lnTo>
                      <a:pt x="122" y="369"/>
                    </a:lnTo>
                    <a:lnTo>
                      <a:pt x="112" y="379"/>
                    </a:lnTo>
                    <a:lnTo>
                      <a:pt x="101" y="388"/>
                    </a:lnTo>
                    <a:lnTo>
                      <a:pt x="90" y="396"/>
                    </a:lnTo>
                    <a:lnTo>
                      <a:pt x="99" y="400"/>
                    </a:lnTo>
                    <a:lnTo>
                      <a:pt x="109" y="401"/>
                    </a:lnTo>
                    <a:lnTo>
                      <a:pt x="120" y="401"/>
                    </a:lnTo>
                    <a:lnTo>
                      <a:pt x="129" y="400"/>
                    </a:lnTo>
                    <a:lnTo>
                      <a:pt x="139" y="397"/>
                    </a:lnTo>
                    <a:lnTo>
                      <a:pt x="148" y="394"/>
                    </a:lnTo>
                    <a:lnTo>
                      <a:pt x="158" y="389"/>
                    </a:lnTo>
                    <a:lnTo>
                      <a:pt x="166" y="385"/>
                    </a:lnTo>
                    <a:lnTo>
                      <a:pt x="174" y="379"/>
                    </a:lnTo>
                    <a:lnTo>
                      <a:pt x="180" y="372"/>
                    </a:lnTo>
                    <a:lnTo>
                      <a:pt x="186" y="364"/>
                    </a:lnTo>
                    <a:lnTo>
                      <a:pt x="192" y="356"/>
                    </a:lnTo>
                    <a:lnTo>
                      <a:pt x="199" y="348"/>
                    </a:lnTo>
                    <a:lnTo>
                      <a:pt x="206" y="340"/>
                    </a:lnTo>
                    <a:lnTo>
                      <a:pt x="214" y="334"/>
                    </a:lnTo>
                    <a:lnTo>
                      <a:pt x="224" y="329"/>
                    </a:lnTo>
                    <a:lnTo>
                      <a:pt x="229" y="339"/>
                    </a:lnTo>
                    <a:lnTo>
                      <a:pt x="233" y="349"/>
                    </a:lnTo>
                    <a:lnTo>
                      <a:pt x="233" y="358"/>
                    </a:lnTo>
                    <a:lnTo>
                      <a:pt x="230" y="369"/>
                    </a:lnTo>
                    <a:lnTo>
                      <a:pt x="220" y="385"/>
                    </a:lnTo>
                    <a:lnTo>
                      <a:pt x="207" y="397"/>
                    </a:lnTo>
                    <a:lnTo>
                      <a:pt x="193" y="408"/>
                    </a:lnTo>
                    <a:lnTo>
                      <a:pt x="178" y="416"/>
                    </a:lnTo>
                    <a:lnTo>
                      <a:pt x="161" y="423"/>
                    </a:lnTo>
                    <a:lnTo>
                      <a:pt x="144" y="427"/>
                    </a:lnTo>
                    <a:lnTo>
                      <a:pt x="127" y="431"/>
                    </a:lnTo>
                    <a:lnTo>
                      <a:pt x="109" y="434"/>
                    </a:lnTo>
                    <a:lnTo>
                      <a:pt x="101" y="431"/>
                    </a:lnTo>
                    <a:lnTo>
                      <a:pt x="93" y="427"/>
                    </a:lnTo>
                    <a:lnTo>
                      <a:pt x="85" y="424"/>
                    </a:lnTo>
                    <a:lnTo>
                      <a:pt x="76" y="420"/>
                    </a:lnTo>
                    <a:lnTo>
                      <a:pt x="68" y="417"/>
                    </a:lnTo>
                    <a:lnTo>
                      <a:pt x="60" y="411"/>
                    </a:lnTo>
                    <a:lnTo>
                      <a:pt x="53" y="406"/>
                    </a:lnTo>
                    <a:lnTo>
                      <a:pt x="46" y="397"/>
                    </a:lnTo>
                    <a:lnTo>
                      <a:pt x="48" y="393"/>
                    </a:lnTo>
                    <a:lnTo>
                      <a:pt x="52" y="391"/>
                    </a:lnTo>
                    <a:lnTo>
                      <a:pt x="56" y="388"/>
                    </a:lnTo>
                    <a:lnTo>
                      <a:pt x="61" y="387"/>
                    </a:lnTo>
                    <a:lnTo>
                      <a:pt x="67" y="386"/>
                    </a:lnTo>
                    <a:lnTo>
                      <a:pt x="72" y="385"/>
                    </a:lnTo>
                    <a:lnTo>
                      <a:pt x="77" y="384"/>
                    </a:lnTo>
                    <a:lnTo>
                      <a:pt x="82" y="381"/>
                    </a:lnTo>
                    <a:lnTo>
                      <a:pt x="93" y="370"/>
                    </a:lnTo>
                    <a:lnTo>
                      <a:pt x="104" y="358"/>
                    </a:lnTo>
                    <a:lnTo>
                      <a:pt x="112" y="346"/>
                    </a:lnTo>
                    <a:lnTo>
                      <a:pt x="115" y="332"/>
                    </a:lnTo>
                    <a:lnTo>
                      <a:pt x="104" y="335"/>
                    </a:lnTo>
                    <a:lnTo>
                      <a:pt x="91" y="335"/>
                    </a:lnTo>
                    <a:lnTo>
                      <a:pt x="79" y="334"/>
                    </a:lnTo>
                    <a:lnTo>
                      <a:pt x="68" y="329"/>
                    </a:lnTo>
                    <a:lnTo>
                      <a:pt x="56" y="325"/>
                    </a:lnTo>
                    <a:lnTo>
                      <a:pt x="45" y="318"/>
                    </a:lnTo>
                    <a:lnTo>
                      <a:pt x="34" y="310"/>
                    </a:lnTo>
                    <a:lnTo>
                      <a:pt x="24" y="301"/>
                    </a:lnTo>
                    <a:lnTo>
                      <a:pt x="10" y="282"/>
                    </a:lnTo>
                    <a:lnTo>
                      <a:pt x="2" y="260"/>
                    </a:lnTo>
                    <a:lnTo>
                      <a:pt x="0" y="237"/>
                    </a:lnTo>
                    <a:lnTo>
                      <a:pt x="6" y="215"/>
                    </a:lnTo>
                    <a:lnTo>
                      <a:pt x="13" y="218"/>
                    </a:lnTo>
                    <a:lnTo>
                      <a:pt x="16" y="223"/>
                    </a:lnTo>
                    <a:lnTo>
                      <a:pt x="18" y="230"/>
                    </a:lnTo>
                    <a:lnTo>
                      <a:pt x="21" y="238"/>
                    </a:lnTo>
                    <a:lnTo>
                      <a:pt x="23" y="245"/>
                    </a:lnTo>
                    <a:lnTo>
                      <a:pt x="28" y="252"/>
                    </a:lnTo>
                    <a:lnTo>
                      <a:pt x="33" y="256"/>
                    </a:lnTo>
                    <a:lnTo>
                      <a:pt x="44" y="257"/>
                    </a:lnTo>
                    <a:lnTo>
                      <a:pt x="48" y="257"/>
                    </a:lnTo>
                    <a:lnTo>
                      <a:pt x="53" y="257"/>
                    </a:lnTo>
                    <a:lnTo>
                      <a:pt x="57" y="257"/>
                    </a:lnTo>
                    <a:lnTo>
                      <a:pt x="63" y="257"/>
                    </a:lnTo>
                    <a:lnTo>
                      <a:pt x="68" y="256"/>
                    </a:lnTo>
                    <a:lnTo>
                      <a:pt x="74" y="253"/>
                    </a:lnTo>
                    <a:lnTo>
                      <a:pt x="78" y="251"/>
                    </a:lnTo>
                    <a:lnTo>
                      <a:pt x="82" y="248"/>
                    </a:lnTo>
                    <a:lnTo>
                      <a:pt x="97" y="215"/>
                    </a:lnTo>
                    <a:lnTo>
                      <a:pt x="97" y="182"/>
                    </a:lnTo>
                    <a:lnTo>
                      <a:pt x="87" y="149"/>
                    </a:lnTo>
                    <a:lnTo>
                      <a:pt x="75" y="114"/>
                    </a:lnTo>
                    <a:lnTo>
                      <a:pt x="66" y="82"/>
                    </a:lnTo>
                    <a:lnTo>
                      <a:pt x="66" y="51"/>
                    </a:lnTo>
                    <a:lnTo>
                      <a:pt x="79" y="23"/>
                    </a:lnTo>
                    <a:lnTo>
                      <a:pt x="115" y="0"/>
                    </a:lnTo>
                    <a:lnTo>
                      <a:pt x="117" y="16"/>
                    </a:lnTo>
                    <a:lnTo>
                      <a:pt x="122" y="56"/>
                    </a:lnTo>
                    <a:lnTo>
                      <a:pt x="128" y="105"/>
                    </a:lnTo>
                    <a:lnTo>
                      <a:pt x="133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4" name="Freeform 65"/>
              <p:cNvSpPr>
                <a:spLocks/>
              </p:cNvSpPr>
              <p:nvPr/>
            </p:nvSpPr>
            <p:spPr bwMode="auto">
              <a:xfrm>
                <a:off x="2603" y="2661"/>
                <a:ext cx="289" cy="328"/>
              </a:xfrm>
              <a:custGeom>
                <a:avLst/>
                <a:gdLst>
                  <a:gd name="T0" fmla="*/ 284 w 578"/>
                  <a:gd name="T1" fmla="*/ 312 h 654"/>
                  <a:gd name="T2" fmla="*/ 273 w 578"/>
                  <a:gd name="T3" fmla="*/ 313 h 654"/>
                  <a:gd name="T4" fmla="*/ 259 w 578"/>
                  <a:gd name="T5" fmla="*/ 313 h 654"/>
                  <a:gd name="T6" fmla="*/ 240 w 578"/>
                  <a:gd name="T7" fmla="*/ 315 h 654"/>
                  <a:gd name="T8" fmla="*/ 220 w 578"/>
                  <a:gd name="T9" fmla="*/ 316 h 654"/>
                  <a:gd name="T10" fmla="*/ 199 w 578"/>
                  <a:gd name="T11" fmla="*/ 317 h 654"/>
                  <a:gd name="T12" fmla="*/ 176 w 578"/>
                  <a:gd name="T13" fmla="*/ 319 h 654"/>
                  <a:gd name="T14" fmla="*/ 152 w 578"/>
                  <a:gd name="T15" fmla="*/ 320 h 654"/>
                  <a:gd name="T16" fmla="*/ 129 w 578"/>
                  <a:gd name="T17" fmla="*/ 321 h 654"/>
                  <a:gd name="T18" fmla="*/ 106 w 578"/>
                  <a:gd name="T19" fmla="*/ 323 h 654"/>
                  <a:gd name="T20" fmla="*/ 84 w 578"/>
                  <a:gd name="T21" fmla="*/ 324 h 654"/>
                  <a:gd name="T22" fmla="*/ 65 w 578"/>
                  <a:gd name="T23" fmla="*/ 325 h 654"/>
                  <a:gd name="T24" fmla="*/ 47 w 578"/>
                  <a:gd name="T25" fmla="*/ 326 h 654"/>
                  <a:gd name="T26" fmla="*/ 32 w 578"/>
                  <a:gd name="T27" fmla="*/ 327 h 654"/>
                  <a:gd name="T28" fmla="*/ 21 w 578"/>
                  <a:gd name="T29" fmla="*/ 327 h 654"/>
                  <a:gd name="T30" fmla="*/ 13 w 578"/>
                  <a:gd name="T31" fmla="*/ 328 h 654"/>
                  <a:gd name="T32" fmla="*/ 11 w 578"/>
                  <a:gd name="T33" fmla="*/ 328 h 654"/>
                  <a:gd name="T34" fmla="*/ 0 w 578"/>
                  <a:gd name="T35" fmla="*/ 0 h 654"/>
                  <a:gd name="T36" fmla="*/ 289 w 578"/>
                  <a:gd name="T37" fmla="*/ 4 h 654"/>
                  <a:gd name="T38" fmla="*/ 284 w 578"/>
                  <a:gd name="T39" fmla="*/ 312 h 6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78"/>
                  <a:gd name="T61" fmla="*/ 0 h 654"/>
                  <a:gd name="T62" fmla="*/ 578 w 578"/>
                  <a:gd name="T63" fmla="*/ 654 h 65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78" h="654">
                    <a:moveTo>
                      <a:pt x="568" y="622"/>
                    </a:moveTo>
                    <a:lnTo>
                      <a:pt x="545" y="624"/>
                    </a:lnTo>
                    <a:lnTo>
                      <a:pt x="517" y="625"/>
                    </a:lnTo>
                    <a:lnTo>
                      <a:pt x="481" y="629"/>
                    </a:lnTo>
                    <a:lnTo>
                      <a:pt x="441" y="631"/>
                    </a:lnTo>
                    <a:lnTo>
                      <a:pt x="398" y="633"/>
                    </a:lnTo>
                    <a:lnTo>
                      <a:pt x="352" y="636"/>
                    </a:lnTo>
                    <a:lnTo>
                      <a:pt x="305" y="639"/>
                    </a:lnTo>
                    <a:lnTo>
                      <a:pt x="258" y="641"/>
                    </a:lnTo>
                    <a:lnTo>
                      <a:pt x="213" y="644"/>
                    </a:lnTo>
                    <a:lnTo>
                      <a:pt x="169" y="646"/>
                    </a:lnTo>
                    <a:lnTo>
                      <a:pt x="129" y="648"/>
                    </a:lnTo>
                    <a:lnTo>
                      <a:pt x="94" y="651"/>
                    </a:lnTo>
                    <a:lnTo>
                      <a:pt x="64" y="652"/>
                    </a:lnTo>
                    <a:lnTo>
                      <a:pt x="42" y="653"/>
                    </a:lnTo>
                    <a:lnTo>
                      <a:pt x="27" y="654"/>
                    </a:lnTo>
                    <a:lnTo>
                      <a:pt x="23" y="654"/>
                    </a:lnTo>
                    <a:lnTo>
                      <a:pt x="0" y="0"/>
                    </a:lnTo>
                    <a:lnTo>
                      <a:pt x="578" y="8"/>
                    </a:lnTo>
                    <a:lnTo>
                      <a:pt x="568" y="622"/>
                    </a:lnTo>
                    <a:close/>
                  </a:path>
                </a:pathLst>
              </a:custGeom>
              <a:solidFill>
                <a:srgbClr val="26AD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5" name="Freeform 66"/>
              <p:cNvSpPr>
                <a:spLocks/>
              </p:cNvSpPr>
              <p:nvPr/>
            </p:nvSpPr>
            <p:spPr bwMode="auto">
              <a:xfrm>
                <a:off x="2561" y="3027"/>
                <a:ext cx="378" cy="112"/>
              </a:xfrm>
              <a:custGeom>
                <a:avLst/>
                <a:gdLst>
                  <a:gd name="T0" fmla="*/ 377 w 756"/>
                  <a:gd name="T1" fmla="*/ 3 h 226"/>
                  <a:gd name="T2" fmla="*/ 371 w 756"/>
                  <a:gd name="T3" fmla="*/ 7 h 226"/>
                  <a:gd name="T4" fmla="*/ 358 w 756"/>
                  <a:gd name="T5" fmla="*/ 13 h 226"/>
                  <a:gd name="T6" fmla="*/ 341 w 756"/>
                  <a:gd name="T7" fmla="*/ 21 h 226"/>
                  <a:gd name="T8" fmla="*/ 322 w 756"/>
                  <a:gd name="T9" fmla="*/ 29 h 226"/>
                  <a:gd name="T10" fmla="*/ 301 w 756"/>
                  <a:gd name="T11" fmla="*/ 37 h 226"/>
                  <a:gd name="T12" fmla="*/ 280 w 756"/>
                  <a:gd name="T13" fmla="*/ 43 h 226"/>
                  <a:gd name="T14" fmla="*/ 260 w 756"/>
                  <a:gd name="T15" fmla="*/ 46 h 226"/>
                  <a:gd name="T16" fmla="*/ 243 w 756"/>
                  <a:gd name="T17" fmla="*/ 63 h 226"/>
                  <a:gd name="T18" fmla="*/ 237 w 756"/>
                  <a:gd name="T19" fmla="*/ 104 h 226"/>
                  <a:gd name="T20" fmla="*/ 229 w 756"/>
                  <a:gd name="T21" fmla="*/ 102 h 226"/>
                  <a:gd name="T22" fmla="*/ 226 w 756"/>
                  <a:gd name="T23" fmla="*/ 75 h 226"/>
                  <a:gd name="T24" fmla="*/ 230 w 756"/>
                  <a:gd name="T25" fmla="*/ 57 h 226"/>
                  <a:gd name="T26" fmla="*/ 233 w 756"/>
                  <a:gd name="T27" fmla="*/ 50 h 226"/>
                  <a:gd name="T28" fmla="*/ 238 w 756"/>
                  <a:gd name="T29" fmla="*/ 45 h 226"/>
                  <a:gd name="T30" fmla="*/ 244 w 756"/>
                  <a:gd name="T31" fmla="*/ 40 h 226"/>
                  <a:gd name="T32" fmla="*/ 252 w 756"/>
                  <a:gd name="T33" fmla="*/ 38 h 226"/>
                  <a:gd name="T34" fmla="*/ 271 w 756"/>
                  <a:gd name="T35" fmla="*/ 34 h 226"/>
                  <a:gd name="T36" fmla="*/ 295 w 756"/>
                  <a:gd name="T37" fmla="*/ 27 h 226"/>
                  <a:gd name="T38" fmla="*/ 318 w 756"/>
                  <a:gd name="T39" fmla="*/ 19 h 226"/>
                  <a:gd name="T40" fmla="*/ 318 w 756"/>
                  <a:gd name="T41" fmla="*/ 16 h 226"/>
                  <a:gd name="T42" fmla="*/ 287 w 756"/>
                  <a:gd name="T43" fmla="*/ 17 h 226"/>
                  <a:gd name="T44" fmla="*/ 241 w 756"/>
                  <a:gd name="T45" fmla="*/ 20 h 226"/>
                  <a:gd name="T46" fmla="*/ 188 w 756"/>
                  <a:gd name="T47" fmla="*/ 23 h 226"/>
                  <a:gd name="T48" fmla="*/ 132 w 756"/>
                  <a:gd name="T49" fmla="*/ 28 h 226"/>
                  <a:gd name="T50" fmla="*/ 80 w 756"/>
                  <a:gd name="T51" fmla="*/ 32 h 226"/>
                  <a:gd name="T52" fmla="*/ 36 w 756"/>
                  <a:gd name="T53" fmla="*/ 35 h 226"/>
                  <a:gd name="T54" fmla="*/ 7 w 756"/>
                  <a:gd name="T55" fmla="*/ 37 h 226"/>
                  <a:gd name="T56" fmla="*/ 1 w 756"/>
                  <a:gd name="T57" fmla="*/ 34 h 226"/>
                  <a:gd name="T58" fmla="*/ 3 w 756"/>
                  <a:gd name="T59" fmla="*/ 29 h 226"/>
                  <a:gd name="T60" fmla="*/ 6 w 756"/>
                  <a:gd name="T61" fmla="*/ 25 h 226"/>
                  <a:gd name="T62" fmla="*/ 18 w 756"/>
                  <a:gd name="T63" fmla="*/ 25 h 226"/>
                  <a:gd name="T64" fmla="*/ 36 w 756"/>
                  <a:gd name="T65" fmla="*/ 23 h 226"/>
                  <a:gd name="T66" fmla="*/ 57 w 756"/>
                  <a:gd name="T67" fmla="*/ 21 h 226"/>
                  <a:gd name="T68" fmla="*/ 84 w 756"/>
                  <a:gd name="T69" fmla="*/ 18 h 226"/>
                  <a:gd name="T70" fmla="*/ 112 w 756"/>
                  <a:gd name="T71" fmla="*/ 15 h 226"/>
                  <a:gd name="T72" fmla="*/ 144 w 756"/>
                  <a:gd name="T73" fmla="*/ 13 h 226"/>
                  <a:gd name="T74" fmla="*/ 177 w 756"/>
                  <a:gd name="T75" fmla="*/ 10 h 226"/>
                  <a:gd name="T76" fmla="*/ 210 w 756"/>
                  <a:gd name="T77" fmla="*/ 7 h 226"/>
                  <a:gd name="T78" fmla="*/ 242 w 756"/>
                  <a:gd name="T79" fmla="*/ 5 h 226"/>
                  <a:gd name="T80" fmla="*/ 274 w 756"/>
                  <a:gd name="T81" fmla="*/ 3 h 226"/>
                  <a:gd name="T82" fmla="*/ 303 w 756"/>
                  <a:gd name="T83" fmla="*/ 2 h 226"/>
                  <a:gd name="T84" fmla="*/ 328 w 756"/>
                  <a:gd name="T85" fmla="*/ 0 h 226"/>
                  <a:gd name="T86" fmla="*/ 349 w 756"/>
                  <a:gd name="T87" fmla="*/ 0 h 226"/>
                  <a:gd name="T88" fmla="*/ 366 w 756"/>
                  <a:gd name="T89" fmla="*/ 0 h 226"/>
                  <a:gd name="T90" fmla="*/ 376 w 756"/>
                  <a:gd name="T91" fmla="*/ 2 h 22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56"/>
                  <a:gd name="T139" fmla="*/ 0 h 226"/>
                  <a:gd name="T140" fmla="*/ 756 w 756"/>
                  <a:gd name="T141" fmla="*/ 226 h 22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56" h="226">
                    <a:moveTo>
                      <a:pt x="756" y="6"/>
                    </a:moveTo>
                    <a:lnTo>
                      <a:pt x="754" y="7"/>
                    </a:lnTo>
                    <a:lnTo>
                      <a:pt x="749" y="9"/>
                    </a:lnTo>
                    <a:lnTo>
                      <a:pt x="741" y="14"/>
                    </a:lnTo>
                    <a:lnTo>
                      <a:pt x="729" y="20"/>
                    </a:lnTo>
                    <a:lnTo>
                      <a:pt x="716" y="27"/>
                    </a:lnTo>
                    <a:lnTo>
                      <a:pt x="700" y="35"/>
                    </a:lnTo>
                    <a:lnTo>
                      <a:pt x="682" y="43"/>
                    </a:lnTo>
                    <a:lnTo>
                      <a:pt x="664" y="51"/>
                    </a:lnTo>
                    <a:lnTo>
                      <a:pt x="643" y="59"/>
                    </a:lnTo>
                    <a:lnTo>
                      <a:pt x="622" y="67"/>
                    </a:lnTo>
                    <a:lnTo>
                      <a:pt x="602" y="74"/>
                    </a:lnTo>
                    <a:lnTo>
                      <a:pt x="580" y="81"/>
                    </a:lnTo>
                    <a:lnTo>
                      <a:pt x="559" y="86"/>
                    </a:lnTo>
                    <a:lnTo>
                      <a:pt x="538" y="90"/>
                    </a:lnTo>
                    <a:lnTo>
                      <a:pt x="519" y="92"/>
                    </a:lnTo>
                    <a:lnTo>
                      <a:pt x="500" y="92"/>
                    </a:lnTo>
                    <a:lnTo>
                      <a:pt x="486" y="128"/>
                    </a:lnTo>
                    <a:lnTo>
                      <a:pt x="478" y="173"/>
                    </a:lnTo>
                    <a:lnTo>
                      <a:pt x="475" y="210"/>
                    </a:lnTo>
                    <a:lnTo>
                      <a:pt x="475" y="226"/>
                    </a:lnTo>
                    <a:lnTo>
                      <a:pt x="458" y="206"/>
                    </a:lnTo>
                    <a:lnTo>
                      <a:pt x="452" y="180"/>
                    </a:lnTo>
                    <a:lnTo>
                      <a:pt x="453" y="151"/>
                    </a:lnTo>
                    <a:lnTo>
                      <a:pt x="458" y="123"/>
                    </a:lnTo>
                    <a:lnTo>
                      <a:pt x="460" y="116"/>
                    </a:lnTo>
                    <a:lnTo>
                      <a:pt x="463" y="108"/>
                    </a:lnTo>
                    <a:lnTo>
                      <a:pt x="467" y="101"/>
                    </a:lnTo>
                    <a:lnTo>
                      <a:pt x="470" y="96"/>
                    </a:lnTo>
                    <a:lnTo>
                      <a:pt x="476" y="90"/>
                    </a:lnTo>
                    <a:lnTo>
                      <a:pt x="482" y="84"/>
                    </a:lnTo>
                    <a:lnTo>
                      <a:pt x="488" y="81"/>
                    </a:lnTo>
                    <a:lnTo>
                      <a:pt x="496" y="77"/>
                    </a:lnTo>
                    <a:lnTo>
                      <a:pt x="505" y="77"/>
                    </a:lnTo>
                    <a:lnTo>
                      <a:pt x="520" y="75"/>
                    </a:lnTo>
                    <a:lnTo>
                      <a:pt x="541" y="69"/>
                    </a:lnTo>
                    <a:lnTo>
                      <a:pt x="565" y="62"/>
                    </a:lnTo>
                    <a:lnTo>
                      <a:pt x="590" y="54"/>
                    </a:lnTo>
                    <a:lnTo>
                      <a:pt x="614" y="46"/>
                    </a:lnTo>
                    <a:lnTo>
                      <a:pt x="636" y="38"/>
                    </a:lnTo>
                    <a:lnTo>
                      <a:pt x="653" y="33"/>
                    </a:lnTo>
                    <a:lnTo>
                      <a:pt x="636" y="32"/>
                    </a:lnTo>
                    <a:lnTo>
                      <a:pt x="609" y="33"/>
                    </a:lnTo>
                    <a:lnTo>
                      <a:pt x="574" y="35"/>
                    </a:lnTo>
                    <a:lnTo>
                      <a:pt x="531" y="37"/>
                    </a:lnTo>
                    <a:lnTo>
                      <a:pt x="483" y="40"/>
                    </a:lnTo>
                    <a:lnTo>
                      <a:pt x="431" y="44"/>
                    </a:lnTo>
                    <a:lnTo>
                      <a:pt x="376" y="47"/>
                    </a:lnTo>
                    <a:lnTo>
                      <a:pt x="321" y="52"/>
                    </a:lnTo>
                    <a:lnTo>
                      <a:pt x="264" y="57"/>
                    </a:lnTo>
                    <a:lnTo>
                      <a:pt x="210" y="60"/>
                    </a:lnTo>
                    <a:lnTo>
                      <a:pt x="159" y="65"/>
                    </a:lnTo>
                    <a:lnTo>
                      <a:pt x="113" y="68"/>
                    </a:lnTo>
                    <a:lnTo>
                      <a:pt x="72" y="71"/>
                    </a:lnTo>
                    <a:lnTo>
                      <a:pt x="40" y="73"/>
                    </a:lnTo>
                    <a:lnTo>
                      <a:pt x="14" y="75"/>
                    </a:lnTo>
                    <a:lnTo>
                      <a:pt x="0" y="75"/>
                    </a:lnTo>
                    <a:lnTo>
                      <a:pt x="2" y="69"/>
                    </a:lnTo>
                    <a:lnTo>
                      <a:pt x="4" y="63"/>
                    </a:lnTo>
                    <a:lnTo>
                      <a:pt x="6" y="59"/>
                    </a:lnTo>
                    <a:lnTo>
                      <a:pt x="7" y="52"/>
                    </a:lnTo>
                    <a:lnTo>
                      <a:pt x="13" y="51"/>
                    </a:lnTo>
                    <a:lnTo>
                      <a:pt x="23" y="51"/>
                    </a:lnTo>
                    <a:lnTo>
                      <a:pt x="36" y="50"/>
                    </a:lnTo>
                    <a:lnTo>
                      <a:pt x="52" y="47"/>
                    </a:lnTo>
                    <a:lnTo>
                      <a:pt x="71" y="46"/>
                    </a:lnTo>
                    <a:lnTo>
                      <a:pt x="91" y="44"/>
                    </a:lnTo>
                    <a:lnTo>
                      <a:pt x="114" y="42"/>
                    </a:lnTo>
                    <a:lnTo>
                      <a:pt x="140" y="39"/>
                    </a:lnTo>
                    <a:lnTo>
                      <a:pt x="167" y="37"/>
                    </a:lnTo>
                    <a:lnTo>
                      <a:pt x="195" y="35"/>
                    </a:lnTo>
                    <a:lnTo>
                      <a:pt x="225" y="31"/>
                    </a:lnTo>
                    <a:lnTo>
                      <a:pt x="256" y="29"/>
                    </a:lnTo>
                    <a:lnTo>
                      <a:pt x="288" y="27"/>
                    </a:lnTo>
                    <a:lnTo>
                      <a:pt x="321" y="23"/>
                    </a:lnTo>
                    <a:lnTo>
                      <a:pt x="354" y="21"/>
                    </a:lnTo>
                    <a:lnTo>
                      <a:pt x="387" y="18"/>
                    </a:lnTo>
                    <a:lnTo>
                      <a:pt x="420" y="15"/>
                    </a:lnTo>
                    <a:lnTo>
                      <a:pt x="453" y="13"/>
                    </a:lnTo>
                    <a:lnTo>
                      <a:pt x="485" y="10"/>
                    </a:lnTo>
                    <a:lnTo>
                      <a:pt x="516" y="8"/>
                    </a:lnTo>
                    <a:lnTo>
                      <a:pt x="548" y="7"/>
                    </a:lnTo>
                    <a:lnTo>
                      <a:pt x="576" y="5"/>
                    </a:lnTo>
                    <a:lnTo>
                      <a:pt x="605" y="4"/>
                    </a:lnTo>
                    <a:lnTo>
                      <a:pt x="632" y="2"/>
                    </a:lnTo>
                    <a:lnTo>
                      <a:pt x="656" y="1"/>
                    </a:lnTo>
                    <a:lnTo>
                      <a:pt x="678" y="1"/>
                    </a:lnTo>
                    <a:lnTo>
                      <a:pt x="698" y="0"/>
                    </a:lnTo>
                    <a:lnTo>
                      <a:pt x="716" y="1"/>
                    </a:lnTo>
                    <a:lnTo>
                      <a:pt x="731" y="1"/>
                    </a:lnTo>
                    <a:lnTo>
                      <a:pt x="742" y="2"/>
                    </a:lnTo>
                    <a:lnTo>
                      <a:pt x="751" y="4"/>
                    </a:lnTo>
                    <a:lnTo>
                      <a:pt x="756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6" name="Freeform 67"/>
              <p:cNvSpPr>
                <a:spLocks/>
              </p:cNvSpPr>
              <p:nvPr/>
            </p:nvSpPr>
            <p:spPr bwMode="auto">
              <a:xfrm>
                <a:off x="2437" y="3085"/>
                <a:ext cx="496" cy="113"/>
              </a:xfrm>
              <a:custGeom>
                <a:avLst/>
                <a:gdLst>
                  <a:gd name="T0" fmla="*/ 145 w 991"/>
                  <a:gd name="T1" fmla="*/ 111 h 225"/>
                  <a:gd name="T2" fmla="*/ 118 w 991"/>
                  <a:gd name="T3" fmla="*/ 105 h 225"/>
                  <a:gd name="T4" fmla="*/ 78 w 991"/>
                  <a:gd name="T5" fmla="*/ 95 h 225"/>
                  <a:gd name="T6" fmla="*/ 38 w 991"/>
                  <a:gd name="T7" fmla="*/ 85 h 225"/>
                  <a:gd name="T8" fmla="*/ 9 w 991"/>
                  <a:gd name="T9" fmla="*/ 76 h 225"/>
                  <a:gd name="T10" fmla="*/ 1 w 991"/>
                  <a:gd name="T11" fmla="*/ 70 h 225"/>
                  <a:gd name="T12" fmla="*/ 7 w 991"/>
                  <a:gd name="T13" fmla="*/ 64 h 225"/>
                  <a:gd name="T14" fmla="*/ 168 w 991"/>
                  <a:gd name="T15" fmla="*/ 35 h 225"/>
                  <a:gd name="T16" fmla="*/ 164 w 991"/>
                  <a:gd name="T17" fmla="*/ 12 h 225"/>
                  <a:gd name="T18" fmla="*/ 153 w 991"/>
                  <a:gd name="T19" fmla="*/ 13 h 225"/>
                  <a:gd name="T20" fmla="*/ 129 w 991"/>
                  <a:gd name="T21" fmla="*/ 16 h 225"/>
                  <a:gd name="T22" fmla="*/ 98 w 991"/>
                  <a:gd name="T23" fmla="*/ 18 h 225"/>
                  <a:gd name="T24" fmla="*/ 70 w 991"/>
                  <a:gd name="T25" fmla="*/ 21 h 225"/>
                  <a:gd name="T26" fmla="*/ 52 w 991"/>
                  <a:gd name="T27" fmla="*/ 23 h 225"/>
                  <a:gd name="T28" fmla="*/ 49 w 991"/>
                  <a:gd name="T29" fmla="*/ 20 h 225"/>
                  <a:gd name="T30" fmla="*/ 57 w 991"/>
                  <a:gd name="T31" fmla="*/ 16 h 225"/>
                  <a:gd name="T32" fmla="*/ 80 w 991"/>
                  <a:gd name="T33" fmla="*/ 12 h 225"/>
                  <a:gd name="T34" fmla="*/ 103 w 991"/>
                  <a:gd name="T35" fmla="*/ 9 h 225"/>
                  <a:gd name="T36" fmla="*/ 126 w 991"/>
                  <a:gd name="T37" fmla="*/ 6 h 225"/>
                  <a:gd name="T38" fmla="*/ 149 w 991"/>
                  <a:gd name="T39" fmla="*/ 3 h 225"/>
                  <a:gd name="T40" fmla="*/ 172 w 991"/>
                  <a:gd name="T41" fmla="*/ 0 h 225"/>
                  <a:gd name="T42" fmla="*/ 183 w 991"/>
                  <a:gd name="T43" fmla="*/ 23 h 225"/>
                  <a:gd name="T44" fmla="*/ 184 w 991"/>
                  <a:gd name="T45" fmla="*/ 48 h 225"/>
                  <a:gd name="T46" fmla="*/ 164 w 991"/>
                  <a:gd name="T47" fmla="*/ 66 h 225"/>
                  <a:gd name="T48" fmla="*/ 146 w 991"/>
                  <a:gd name="T49" fmla="*/ 58 h 225"/>
                  <a:gd name="T50" fmla="*/ 123 w 991"/>
                  <a:gd name="T51" fmla="*/ 60 h 225"/>
                  <a:gd name="T52" fmla="*/ 99 w 991"/>
                  <a:gd name="T53" fmla="*/ 63 h 225"/>
                  <a:gd name="T54" fmla="*/ 76 w 991"/>
                  <a:gd name="T55" fmla="*/ 67 h 225"/>
                  <a:gd name="T56" fmla="*/ 53 w 991"/>
                  <a:gd name="T57" fmla="*/ 71 h 225"/>
                  <a:gd name="T58" fmla="*/ 45 w 991"/>
                  <a:gd name="T59" fmla="*/ 75 h 225"/>
                  <a:gd name="T60" fmla="*/ 67 w 991"/>
                  <a:gd name="T61" fmla="*/ 80 h 225"/>
                  <a:gd name="T62" fmla="*/ 88 w 991"/>
                  <a:gd name="T63" fmla="*/ 85 h 225"/>
                  <a:gd name="T64" fmla="*/ 110 w 991"/>
                  <a:gd name="T65" fmla="*/ 90 h 225"/>
                  <a:gd name="T66" fmla="*/ 132 w 991"/>
                  <a:gd name="T67" fmla="*/ 95 h 225"/>
                  <a:gd name="T68" fmla="*/ 154 w 991"/>
                  <a:gd name="T69" fmla="*/ 100 h 225"/>
                  <a:gd name="T70" fmla="*/ 176 w 991"/>
                  <a:gd name="T71" fmla="*/ 96 h 225"/>
                  <a:gd name="T72" fmla="*/ 232 w 991"/>
                  <a:gd name="T73" fmla="*/ 88 h 225"/>
                  <a:gd name="T74" fmla="*/ 305 w 991"/>
                  <a:gd name="T75" fmla="*/ 76 h 225"/>
                  <a:gd name="T76" fmla="*/ 378 w 991"/>
                  <a:gd name="T77" fmla="*/ 65 h 225"/>
                  <a:gd name="T78" fmla="*/ 434 w 991"/>
                  <a:gd name="T79" fmla="*/ 55 h 225"/>
                  <a:gd name="T80" fmla="*/ 372 w 991"/>
                  <a:gd name="T81" fmla="*/ 42 h 225"/>
                  <a:gd name="T82" fmla="*/ 376 w 991"/>
                  <a:gd name="T83" fmla="*/ 34 h 2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1"/>
                  <a:gd name="T127" fmla="*/ 0 h 225"/>
                  <a:gd name="T128" fmla="*/ 991 w 991"/>
                  <a:gd name="T129" fmla="*/ 225 h 2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1" h="225">
                    <a:moveTo>
                      <a:pt x="301" y="225"/>
                    </a:moveTo>
                    <a:lnTo>
                      <a:pt x="298" y="224"/>
                    </a:lnTo>
                    <a:lnTo>
                      <a:pt x="289" y="222"/>
                    </a:lnTo>
                    <a:lnTo>
                      <a:pt x="275" y="218"/>
                    </a:lnTo>
                    <a:lnTo>
                      <a:pt x="256" y="215"/>
                    </a:lnTo>
                    <a:lnTo>
                      <a:pt x="235" y="209"/>
                    </a:lnTo>
                    <a:lnTo>
                      <a:pt x="209" y="204"/>
                    </a:lnTo>
                    <a:lnTo>
                      <a:pt x="183" y="197"/>
                    </a:lnTo>
                    <a:lnTo>
                      <a:pt x="156" y="190"/>
                    </a:lnTo>
                    <a:lnTo>
                      <a:pt x="129" y="183"/>
                    </a:lnTo>
                    <a:lnTo>
                      <a:pt x="101" y="176"/>
                    </a:lnTo>
                    <a:lnTo>
                      <a:pt x="76" y="169"/>
                    </a:lnTo>
                    <a:lnTo>
                      <a:pt x="53" y="162"/>
                    </a:lnTo>
                    <a:lnTo>
                      <a:pt x="33" y="156"/>
                    </a:lnTo>
                    <a:lnTo>
                      <a:pt x="17" y="151"/>
                    </a:lnTo>
                    <a:lnTo>
                      <a:pt x="5" y="147"/>
                    </a:lnTo>
                    <a:lnTo>
                      <a:pt x="0" y="144"/>
                    </a:lnTo>
                    <a:lnTo>
                      <a:pt x="2" y="139"/>
                    </a:lnTo>
                    <a:lnTo>
                      <a:pt x="5" y="136"/>
                    </a:lnTo>
                    <a:lnTo>
                      <a:pt x="10" y="132"/>
                    </a:lnTo>
                    <a:lnTo>
                      <a:pt x="13" y="127"/>
                    </a:lnTo>
                    <a:lnTo>
                      <a:pt x="330" y="85"/>
                    </a:lnTo>
                    <a:lnTo>
                      <a:pt x="333" y="85"/>
                    </a:lnTo>
                    <a:lnTo>
                      <a:pt x="335" y="70"/>
                    </a:lnTo>
                    <a:lnTo>
                      <a:pt x="336" y="54"/>
                    </a:lnTo>
                    <a:lnTo>
                      <a:pt x="334" y="38"/>
                    </a:lnTo>
                    <a:lnTo>
                      <a:pt x="327" y="24"/>
                    </a:lnTo>
                    <a:lnTo>
                      <a:pt x="324" y="24"/>
                    </a:lnTo>
                    <a:lnTo>
                      <a:pt x="318" y="25"/>
                    </a:lnTo>
                    <a:lnTo>
                      <a:pt x="306" y="26"/>
                    </a:lnTo>
                    <a:lnTo>
                      <a:pt x="292" y="27"/>
                    </a:lnTo>
                    <a:lnTo>
                      <a:pt x="276" y="28"/>
                    </a:lnTo>
                    <a:lnTo>
                      <a:pt x="258" y="31"/>
                    </a:lnTo>
                    <a:lnTo>
                      <a:pt x="237" y="33"/>
                    </a:lnTo>
                    <a:lnTo>
                      <a:pt x="216" y="34"/>
                    </a:lnTo>
                    <a:lnTo>
                      <a:pt x="195" y="36"/>
                    </a:lnTo>
                    <a:lnTo>
                      <a:pt x="175" y="39"/>
                    </a:lnTo>
                    <a:lnTo>
                      <a:pt x="156" y="41"/>
                    </a:lnTo>
                    <a:lnTo>
                      <a:pt x="139" y="42"/>
                    </a:lnTo>
                    <a:lnTo>
                      <a:pt x="124" y="43"/>
                    </a:lnTo>
                    <a:lnTo>
                      <a:pt x="111" y="45"/>
                    </a:lnTo>
                    <a:lnTo>
                      <a:pt x="103" y="46"/>
                    </a:lnTo>
                    <a:lnTo>
                      <a:pt x="100" y="46"/>
                    </a:lnTo>
                    <a:lnTo>
                      <a:pt x="98" y="43"/>
                    </a:lnTo>
                    <a:lnTo>
                      <a:pt x="98" y="40"/>
                    </a:lnTo>
                    <a:lnTo>
                      <a:pt x="98" y="36"/>
                    </a:lnTo>
                    <a:lnTo>
                      <a:pt x="98" y="33"/>
                    </a:lnTo>
                    <a:lnTo>
                      <a:pt x="113" y="31"/>
                    </a:lnTo>
                    <a:lnTo>
                      <a:pt x="128" y="27"/>
                    </a:lnTo>
                    <a:lnTo>
                      <a:pt x="144" y="25"/>
                    </a:lnTo>
                    <a:lnTo>
                      <a:pt x="159" y="24"/>
                    </a:lnTo>
                    <a:lnTo>
                      <a:pt x="174" y="21"/>
                    </a:lnTo>
                    <a:lnTo>
                      <a:pt x="189" y="19"/>
                    </a:lnTo>
                    <a:lnTo>
                      <a:pt x="205" y="17"/>
                    </a:lnTo>
                    <a:lnTo>
                      <a:pt x="220" y="16"/>
                    </a:lnTo>
                    <a:lnTo>
                      <a:pt x="235" y="13"/>
                    </a:lnTo>
                    <a:lnTo>
                      <a:pt x="251" y="12"/>
                    </a:lnTo>
                    <a:lnTo>
                      <a:pt x="266" y="10"/>
                    </a:lnTo>
                    <a:lnTo>
                      <a:pt x="282" y="8"/>
                    </a:lnTo>
                    <a:lnTo>
                      <a:pt x="297" y="6"/>
                    </a:lnTo>
                    <a:lnTo>
                      <a:pt x="312" y="4"/>
                    </a:lnTo>
                    <a:lnTo>
                      <a:pt x="328" y="2"/>
                    </a:lnTo>
                    <a:lnTo>
                      <a:pt x="343" y="0"/>
                    </a:lnTo>
                    <a:lnTo>
                      <a:pt x="353" y="13"/>
                    </a:lnTo>
                    <a:lnTo>
                      <a:pt x="360" y="28"/>
                    </a:lnTo>
                    <a:lnTo>
                      <a:pt x="365" y="46"/>
                    </a:lnTo>
                    <a:lnTo>
                      <a:pt x="368" y="62"/>
                    </a:lnTo>
                    <a:lnTo>
                      <a:pt x="372" y="79"/>
                    </a:lnTo>
                    <a:lnTo>
                      <a:pt x="368" y="96"/>
                    </a:lnTo>
                    <a:lnTo>
                      <a:pt x="360" y="112"/>
                    </a:lnTo>
                    <a:lnTo>
                      <a:pt x="352" y="127"/>
                    </a:lnTo>
                    <a:lnTo>
                      <a:pt x="327" y="131"/>
                    </a:lnTo>
                    <a:lnTo>
                      <a:pt x="324" y="112"/>
                    </a:lnTo>
                    <a:lnTo>
                      <a:pt x="308" y="114"/>
                    </a:lnTo>
                    <a:lnTo>
                      <a:pt x="292" y="115"/>
                    </a:lnTo>
                    <a:lnTo>
                      <a:pt x="276" y="116"/>
                    </a:lnTo>
                    <a:lnTo>
                      <a:pt x="261" y="118"/>
                    </a:lnTo>
                    <a:lnTo>
                      <a:pt x="245" y="119"/>
                    </a:lnTo>
                    <a:lnTo>
                      <a:pt x="229" y="122"/>
                    </a:lnTo>
                    <a:lnTo>
                      <a:pt x="214" y="124"/>
                    </a:lnTo>
                    <a:lnTo>
                      <a:pt x="198" y="126"/>
                    </a:lnTo>
                    <a:lnTo>
                      <a:pt x="183" y="129"/>
                    </a:lnTo>
                    <a:lnTo>
                      <a:pt x="168" y="131"/>
                    </a:lnTo>
                    <a:lnTo>
                      <a:pt x="152" y="134"/>
                    </a:lnTo>
                    <a:lnTo>
                      <a:pt x="137" y="137"/>
                    </a:lnTo>
                    <a:lnTo>
                      <a:pt x="121" y="139"/>
                    </a:lnTo>
                    <a:lnTo>
                      <a:pt x="106" y="141"/>
                    </a:lnTo>
                    <a:lnTo>
                      <a:pt x="89" y="144"/>
                    </a:lnTo>
                    <a:lnTo>
                      <a:pt x="75" y="146"/>
                    </a:lnTo>
                    <a:lnTo>
                      <a:pt x="89" y="149"/>
                    </a:lnTo>
                    <a:lnTo>
                      <a:pt x="103" y="153"/>
                    </a:lnTo>
                    <a:lnTo>
                      <a:pt x="118" y="155"/>
                    </a:lnTo>
                    <a:lnTo>
                      <a:pt x="133" y="159"/>
                    </a:lnTo>
                    <a:lnTo>
                      <a:pt x="147" y="162"/>
                    </a:lnTo>
                    <a:lnTo>
                      <a:pt x="162" y="167"/>
                    </a:lnTo>
                    <a:lnTo>
                      <a:pt x="176" y="170"/>
                    </a:lnTo>
                    <a:lnTo>
                      <a:pt x="191" y="174"/>
                    </a:lnTo>
                    <a:lnTo>
                      <a:pt x="205" y="177"/>
                    </a:lnTo>
                    <a:lnTo>
                      <a:pt x="220" y="180"/>
                    </a:lnTo>
                    <a:lnTo>
                      <a:pt x="233" y="184"/>
                    </a:lnTo>
                    <a:lnTo>
                      <a:pt x="248" y="187"/>
                    </a:lnTo>
                    <a:lnTo>
                      <a:pt x="263" y="190"/>
                    </a:lnTo>
                    <a:lnTo>
                      <a:pt x="277" y="193"/>
                    </a:lnTo>
                    <a:lnTo>
                      <a:pt x="292" y="197"/>
                    </a:lnTo>
                    <a:lnTo>
                      <a:pt x="307" y="199"/>
                    </a:lnTo>
                    <a:lnTo>
                      <a:pt x="313" y="198"/>
                    </a:lnTo>
                    <a:lnTo>
                      <a:pt x="328" y="195"/>
                    </a:lnTo>
                    <a:lnTo>
                      <a:pt x="352" y="192"/>
                    </a:lnTo>
                    <a:lnTo>
                      <a:pt x="383" y="187"/>
                    </a:lnTo>
                    <a:lnTo>
                      <a:pt x="421" y="182"/>
                    </a:lnTo>
                    <a:lnTo>
                      <a:pt x="464" y="175"/>
                    </a:lnTo>
                    <a:lnTo>
                      <a:pt x="511" y="168"/>
                    </a:lnTo>
                    <a:lnTo>
                      <a:pt x="559" y="160"/>
                    </a:lnTo>
                    <a:lnTo>
                      <a:pt x="610" y="152"/>
                    </a:lnTo>
                    <a:lnTo>
                      <a:pt x="660" y="145"/>
                    </a:lnTo>
                    <a:lnTo>
                      <a:pt x="709" y="137"/>
                    </a:lnTo>
                    <a:lnTo>
                      <a:pt x="755" y="129"/>
                    </a:lnTo>
                    <a:lnTo>
                      <a:pt x="799" y="122"/>
                    </a:lnTo>
                    <a:lnTo>
                      <a:pt x="836" y="116"/>
                    </a:lnTo>
                    <a:lnTo>
                      <a:pt x="868" y="110"/>
                    </a:lnTo>
                    <a:lnTo>
                      <a:pt x="892" y="106"/>
                    </a:lnTo>
                    <a:lnTo>
                      <a:pt x="744" y="87"/>
                    </a:lnTo>
                    <a:lnTo>
                      <a:pt x="743" y="84"/>
                    </a:lnTo>
                    <a:lnTo>
                      <a:pt x="745" y="78"/>
                    </a:lnTo>
                    <a:lnTo>
                      <a:pt x="748" y="72"/>
                    </a:lnTo>
                    <a:lnTo>
                      <a:pt x="752" y="68"/>
                    </a:lnTo>
                    <a:lnTo>
                      <a:pt x="991" y="106"/>
                    </a:lnTo>
                    <a:lnTo>
                      <a:pt x="301" y="2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7" name="Freeform 68"/>
              <p:cNvSpPr>
                <a:spLocks/>
              </p:cNvSpPr>
              <p:nvPr/>
            </p:nvSpPr>
            <p:spPr bwMode="auto">
              <a:xfrm>
                <a:off x="2794" y="3197"/>
                <a:ext cx="25" cy="63"/>
              </a:xfrm>
              <a:custGeom>
                <a:avLst/>
                <a:gdLst>
                  <a:gd name="T0" fmla="*/ 7 w 50"/>
                  <a:gd name="T1" fmla="*/ 1 h 126"/>
                  <a:gd name="T2" fmla="*/ 10 w 50"/>
                  <a:gd name="T3" fmla="*/ 8 h 126"/>
                  <a:gd name="T4" fmla="*/ 13 w 50"/>
                  <a:gd name="T5" fmla="*/ 16 h 126"/>
                  <a:gd name="T6" fmla="*/ 15 w 50"/>
                  <a:gd name="T7" fmla="*/ 23 h 126"/>
                  <a:gd name="T8" fmla="*/ 19 w 50"/>
                  <a:gd name="T9" fmla="*/ 30 h 126"/>
                  <a:gd name="T10" fmla="*/ 21 w 50"/>
                  <a:gd name="T11" fmla="*/ 37 h 126"/>
                  <a:gd name="T12" fmla="*/ 23 w 50"/>
                  <a:gd name="T13" fmla="*/ 45 h 126"/>
                  <a:gd name="T14" fmla="*/ 24 w 50"/>
                  <a:gd name="T15" fmla="*/ 52 h 126"/>
                  <a:gd name="T16" fmla="*/ 25 w 50"/>
                  <a:gd name="T17" fmla="*/ 60 h 126"/>
                  <a:gd name="T18" fmla="*/ 19 w 50"/>
                  <a:gd name="T19" fmla="*/ 63 h 126"/>
                  <a:gd name="T20" fmla="*/ 15 w 50"/>
                  <a:gd name="T21" fmla="*/ 56 h 126"/>
                  <a:gd name="T22" fmla="*/ 14 w 50"/>
                  <a:gd name="T23" fmla="*/ 48 h 126"/>
                  <a:gd name="T24" fmla="*/ 13 w 50"/>
                  <a:gd name="T25" fmla="*/ 41 h 126"/>
                  <a:gd name="T26" fmla="*/ 11 w 50"/>
                  <a:gd name="T27" fmla="*/ 33 h 126"/>
                  <a:gd name="T28" fmla="*/ 0 w 50"/>
                  <a:gd name="T29" fmla="*/ 4 h 126"/>
                  <a:gd name="T30" fmla="*/ 1 w 50"/>
                  <a:gd name="T31" fmla="*/ 2 h 126"/>
                  <a:gd name="T32" fmla="*/ 3 w 50"/>
                  <a:gd name="T33" fmla="*/ 1 h 126"/>
                  <a:gd name="T34" fmla="*/ 5 w 50"/>
                  <a:gd name="T35" fmla="*/ 0 h 126"/>
                  <a:gd name="T36" fmla="*/ 7 w 50"/>
                  <a:gd name="T37" fmla="*/ 1 h 1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0"/>
                  <a:gd name="T58" fmla="*/ 0 h 126"/>
                  <a:gd name="T59" fmla="*/ 50 w 50"/>
                  <a:gd name="T60" fmla="*/ 126 h 1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0" h="126">
                    <a:moveTo>
                      <a:pt x="15" y="2"/>
                    </a:moveTo>
                    <a:lnTo>
                      <a:pt x="20" y="16"/>
                    </a:lnTo>
                    <a:lnTo>
                      <a:pt x="26" y="31"/>
                    </a:lnTo>
                    <a:lnTo>
                      <a:pt x="31" y="45"/>
                    </a:lnTo>
                    <a:lnTo>
                      <a:pt x="37" y="59"/>
                    </a:lnTo>
                    <a:lnTo>
                      <a:pt x="41" y="74"/>
                    </a:lnTo>
                    <a:lnTo>
                      <a:pt x="45" y="89"/>
                    </a:lnTo>
                    <a:lnTo>
                      <a:pt x="48" y="104"/>
                    </a:lnTo>
                    <a:lnTo>
                      <a:pt x="50" y="120"/>
                    </a:lnTo>
                    <a:lnTo>
                      <a:pt x="38" y="126"/>
                    </a:lnTo>
                    <a:lnTo>
                      <a:pt x="31" y="112"/>
                    </a:lnTo>
                    <a:lnTo>
                      <a:pt x="29" y="96"/>
                    </a:lnTo>
                    <a:lnTo>
                      <a:pt x="26" y="81"/>
                    </a:lnTo>
                    <a:lnTo>
                      <a:pt x="22" y="66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5" y="1"/>
                    </a:lnTo>
                    <a:lnTo>
                      <a:pt x="10" y="0"/>
                    </a:ln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8" name="Freeform 69"/>
              <p:cNvSpPr>
                <a:spLocks/>
              </p:cNvSpPr>
              <p:nvPr/>
            </p:nvSpPr>
            <p:spPr bwMode="auto">
              <a:xfrm>
                <a:off x="2772" y="3198"/>
                <a:ext cx="28" cy="55"/>
              </a:xfrm>
              <a:custGeom>
                <a:avLst/>
                <a:gdLst>
                  <a:gd name="T0" fmla="*/ 7 w 56"/>
                  <a:gd name="T1" fmla="*/ 0 h 111"/>
                  <a:gd name="T2" fmla="*/ 10 w 56"/>
                  <a:gd name="T3" fmla="*/ 6 h 111"/>
                  <a:gd name="T4" fmla="*/ 13 w 56"/>
                  <a:gd name="T5" fmla="*/ 13 h 111"/>
                  <a:gd name="T6" fmla="*/ 17 w 56"/>
                  <a:gd name="T7" fmla="*/ 19 h 111"/>
                  <a:gd name="T8" fmla="*/ 20 w 56"/>
                  <a:gd name="T9" fmla="*/ 25 h 111"/>
                  <a:gd name="T10" fmla="*/ 23 w 56"/>
                  <a:gd name="T11" fmla="*/ 32 h 111"/>
                  <a:gd name="T12" fmla="*/ 25 w 56"/>
                  <a:gd name="T13" fmla="*/ 39 h 111"/>
                  <a:gd name="T14" fmla="*/ 27 w 56"/>
                  <a:gd name="T15" fmla="*/ 45 h 111"/>
                  <a:gd name="T16" fmla="*/ 28 w 56"/>
                  <a:gd name="T17" fmla="*/ 52 h 111"/>
                  <a:gd name="T18" fmla="*/ 27 w 56"/>
                  <a:gd name="T19" fmla="*/ 53 h 111"/>
                  <a:gd name="T20" fmla="*/ 26 w 56"/>
                  <a:gd name="T21" fmla="*/ 54 h 111"/>
                  <a:gd name="T22" fmla="*/ 24 w 56"/>
                  <a:gd name="T23" fmla="*/ 55 h 111"/>
                  <a:gd name="T24" fmla="*/ 22 w 56"/>
                  <a:gd name="T25" fmla="*/ 55 h 111"/>
                  <a:gd name="T26" fmla="*/ 19 w 56"/>
                  <a:gd name="T27" fmla="*/ 49 h 111"/>
                  <a:gd name="T28" fmla="*/ 17 w 56"/>
                  <a:gd name="T29" fmla="*/ 43 h 111"/>
                  <a:gd name="T30" fmla="*/ 15 w 56"/>
                  <a:gd name="T31" fmla="*/ 36 h 111"/>
                  <a:gd name="T32" fmla="*/ 13 w 56"/>
                  <a:gd name="T33" fmla="*/ 29 h 111"/>
                  <a:gd name="T34" fmla="*/ 11 w 56"/>
                  <a:gd name="T35" fmla="*/ 22 h 111"/>
                  <a:gd name="T36" fmla="*/ 9 w 56"/>
                  <a:gd name="T37" fmla="*/ 16 h 111"/>
                  <a:gd name="T38" fmla="*/ 5 w 56"/>
                  <a:gd name="T39" fmla="*/ 10 h 111"/>
                  <a:gd name="T40" fmla="*/ 0 w 56"/>
                  <a:gd name="T41" fmla="*/ 5 h 111"/>
                  <a:gd name="T42" fmla="*/ 1 w 56"/>
                  <a:gd name="T43" fmla="*/ 3 h 111"/>
                  <a:gd name="T44" fmla="*/ 3 w 56"/>
                  <a:gd name="T45" fmla="*/ 2 h 111"/>
                  <a:gd name="T46" fmla="*/ 4 w 56"/>
                  <a:gd name="T47" fmla="*/ 0 h 111"/>
                  <a:gd name="T48" fmla="*/ 7 w 56"/>
                  <a:gd name="T49" fmla="*/ 0 h 11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6"/>
                  <a:gd name="T76" fmla="*/ 0 h 111"/>
                  <a:gd name="T77" fmla="*/ 56 w 56"/>
                  <a:gd name="T78" fmla="*/ 111 h 11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6" h="111">
                    <a:moveTo>
                      <a:pt x="13" y="0"/>
                    </a:moveTo>
                    <a:lnTo>
                      <a:pt x="20" y="13"/>
                    </a:lnTo>
                    <a:lnTo>
                      <a:pt x="26" y="26"/>
                    </a:lnTo>
                    <a:lnTo>
                      <a:pt x="33" y="38"/>
                    </a:lnTo>
                    <a:lnTo>
                      <a:pt x="39" y="51"/>
                    </a:lnTo>
                    <a:lnTo>
                      <a:pt x="45" y="64"/>
                    </a:lnTo>
                    <a:lnTo>
                      <a:pt x="49" y="78"/>
                    </a:lnTo>
                    <a:lnTo>
                      <a:pt x="54" y="91"/>
                    </a:lnTo>
                    <a:lnTo>
                      <a:pt x="56" y="105"/>
                    </a:lnTo>
                    <a:lnTo>
                      <a:pt x="53" y="106"/>
                    </a:lnTo>
                    <a:lnTo>
                      <a:pt x="51" y="109"/>
                    </a:lnTo>
                    <a:lnTo>
                      <a:pt x="47" y="111"/>
                    </a:lnTo>
                    <a:lnTo>
                      <a:pt x="44" y="111"/>
                    </a:lnTo>
                    <a:lnTo>
                      <a:pt x="38" y="98"/>
                    </a:lnTo>
                    <a:lnTo>
                      <a:pt x="33" y="86"/>
                    </a:lnTo>
                    <a:lnTo>
                      <a:pt x="30" y="72"/>
                    </a:lnTo>
                    <a:lnTo>
                      <a:pt x="26" y="59"/>
                    </a:lnTo>
                    <a:lnTo>
                      <a:pt x="22" y="45"/>
                    </a:lnTo>
                    <a:lnTo>
                      <a:pt x="17" y="33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1" y="7"/>
                    </a:lnTo>
                    <a:lnTo>
                      <a:pt x="5" y="4"/>
                    </a:lnTo>
                    <a:lnTo>
                      <a:pt x="8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49" name="Freeform 70"/>
              <p:cNvSpPr>
                <a:spLocks/>
              </p:cNvSpPr>
              <p:nvPr/>
            </p:nvSpPr>
            <p:spPr bwMode="auto">
              <a:xfrm>
                <a:off x="2749" y="3203"/>
                <a:ext cx="33" cy="55"/>
              </a:xfrm>
              <a:custGeom>
                <a:avLst/>
                <a:gdLst>
                  <a:gd name="T0" fmla="*/ 6 w 66"/>
                  <a:gd name="T1" fmla="*/ 0 h 109"/>
                  <a:gd name="T2" fmla="*/ 12 w 66"/>
                  <a:gd name="T3" fmla="*/ 6 h 109"/>
                  <a:gd name="T4" fmla="*/ 17 w 66"/>
                  <a:gd name="T5" fmla="*/ 12 h 109"/>
                  <a:gd name="T6" fmla="*/ 22 w 66"/>
                  <a:gd name="T7" fmla="*/ 18 h 109"/>
                  <a:gd name="T8" fmla="*/ 26 w 66"/>
                  <a:gd name="T9" fmla="*/ 24 h 109"/>
                  <a:gd name="T10" fmla="*/ 29 w 66"/>
                  <a:gd name="T11" fmla="*/ 31 h 109"/>
                  <a:gd name="T12" fmla="*/ 31 w 66"/>
                  <a:gd name="T13" fmla="*/ 39 h 109"/>
                  <a:gd name="T14" fmla="*/ 33 w 66"/>
                  <a:gd name="T15" fmla="*/ 46 h 109"/>
                  <a:gd name="T16" fmla="*/ 33 w 66"/>
                  <a:gd name="T17" fmla="*/ 54 h 109"/>
                  <a:gd name="T18" fmla="*/ 31 w 66"/>
                  <a:gd name="T19" fmla="*/ 54 h 109"/>
                  <a:gd name="T20" fmla="*/ 30 w 66"/>
                  <a:gd name="T21" fmla="*/ 55 h 109"/>
                  <a:gd name="T22" fmla="*/ 28 w 66"/>
                  <a:gd name="T23" fmla="*/ 55 h 109"/>
                  <a:gd name="T24" fmla="*/ 26 w 66"/>
                  <a:gd name="T25" fmla="*/ 55 h 109"/>
                  <a:gd name="T26" fmla="*/ 23 w 66"/>
                  <a:gd name="T27" fmla="*/ 48 h 109"/>
                  <a:gd name="T28" fmla="*/ 21 w 66"/>
                  <a:gd name="T29" fmla="*/ 41 h 109"/>
                  <a:gd name="T30" fmla="*/ 19 w 66"/>
                  <a:gd name="T31" fmla="*/ 34 h 109"/>
                  <a:gd name="T32" fmla="*/ 17 w 66"/>
                  <a:gd name="T33" fmla="*/ 27 h 109"/>
                  <a:gd name="T34" fmla="*/ 14 w 66"/>
                  <a:gd name="T35" fmla="*/ 20 h 109"/>
                  <a:gd name="T36" fmla="*/ 11 w 66"/>
                  <a:gd name="T37" fmla="*/ 14 h 109"/>
                  <a:gd name="T38" fmla="*/ 6 w 66"/>
                  <a:gd name="T39" fmla="*/ 9 h 109"/>
                  <a:gd name="T40" fmla="*/ 0 w 66"/>
                  <a:gd name="T41" fmla="*/ 4 h 109"/>
                  <a:gd name="T42" fmla="*/ 0 w 66"/>
                  <a:gd name="T43" fmla="*/ 0 h 109"/>
                  <a:gd name="T44" fmla="*/ 6 w 66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6"/>
                  <a:gd name="T70" fmla="*/ 0 h 109"/>
                  <a:gd name="T71" fmla="*/ 66 w 66"/>
                  <a:gd name="T72" fmla="*/ 109 h 10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6" h="109">
                    <a:moveTo>
                      <a:pt x="13" y="0"/>
                    </a:moveTo>
                    <a:lnTo>
                      <a:pt x="24" y="11"/>
                    </a:lnTo>
                    <a:lnTo>
                      <a:pt x="34" y="23"/>
                    </a:lnTo>
                    <a:lnTo>
                      <a:pt x="44" y="35"/>
                    </a:lnTo>
                    <a:lnTo>
                      <a:pt x="53" y="48"/>
                    </a:lnTo>
                    <a:lnTo>
                      <a:pt x="59" y="62"/>
                    </a:lnTo>
                    <a:lnTo>
                      <a:pt x="63" y="77"/>
                    </a:lnTo>
                    <a:lnTo>
                      <a:pt x="66" y="92"/>
                    </a:lnTo>
                    <a:lnTo>
                      <a:pt x="66" y="107"/>
                    </a:lnTo>
                    <a:lnTo>
                      <a:pt x="63" y="108"/>
                    </a:lnTo>
                    <a:lnTo>
                      <a:pt x="60" y="109"/>
                    </a:lnTo>
                    <a:lnTo>
                      <a:pt x="56" y="109"/>
                    </a:lnTo>
                    <a:lnTo>
                      <a:pt x="53" y="109"/>
                    </a:lnTo>
                    <a:lnTo>
                      <a:pt x="47" y="95"/>
                    </a:lnTo>
                    <a:lnTo>
                      <a:pt x="43" y="82"/>
                    </a:lnTo>
                    <a:lnTo>
                      <a:pt x="39" y="68"/>
                    </a:lnTo>
                    <a:lnTo>
                      <a:pt x="34" y="54"/>
                    </a:lnTo>
                    <a:lnTo>
                      <a:pt x="29" y="40"/>
                    </a:lnTo>
                    <a:lnTo>
                      <a:pt x="22" y="27"/>
                    </a:lnTo>
                    <a:lnTo>
                      <a:pt x="13" y="1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0" name="Freeform 71"/>
              <p:cNvSpPr>
                <a:spLocks/>
              </p:cNvSpPr>
              <p:nvPr/>
            </p:nvSpPr>
            <p:spPr bwMode="auto">
              <a:xfrm>
                <a:off x="2526" y="3215"/>
                <a:ext cx="253" cy="120"/>
              </a:xfrm>
              <a:custGeom>
                <a:avLst/>
                <a:gdLst>
                  <a:gd name="T0" fmla="*/ 230 w 508"/>
                  <a:gd name="T1" fmla="*/ 20 h 239"/>
                  <a:gd name="T2" fmla="*/ 235 w 508"/>
                  <a:gd name="T3" fmla="*/ 32 h 239"/>
                  <a:gd name="T4" fmla="*/ 239 w 508"/>
                  <a:gd name="T5" fmla="*/ 43 h 239"/>
                  <a:gd name="T6" fmla="*/ 243 w 508"/>
                  <a:gd name="T7" fmla="*/ 55 h 239"/>
                  <a:gd name="T8" fmla="*/ 246 w 508"/>
                  <a:gd name="T9" fmla="*/ 68 h 239"/>
                  <a:gd name="T10" fmla="*/ 249 w 508"/>
                  <a:gd name="T11" fmla="*/ 80 h 239"/>
                  <a:gd name="T12" fmla="*/ 251 w 508"/>
                  <a:gd name="T13" fmla="*/ 92 h 239"/>
                  <a:gd name="T14" fmla="*/ 252 w 508"/>
                  <a:gd name="T15" fmla="*/ 104 h 239"/>
                  <a:gd name="T16" fmla="*/ 253 w 508"/>
                  <a:gd name="T17" fmla="*/ 117 h 239"/>
                  <a:gd name="T18" fmla="*/ 250 w 508"/>
                  <a:gd name="T19" fmla="*/ 119 h 239"/>
                  <a:gd name="T20" fmla="*/ 246 w 508"/>
                  <a:gd name="T21" fmla="*/ 120 h 239"/>
                  <a:gd name="T22" fmla="*/ 243 w 508"/>
                  <a:gd name="T23" fmla="*/ 120 h 239"/>
                  <a:gd name="T24" fmla="*/ 241 w 508"/>
                  <a:gd name="T25" fmla="*/ 119 h 239"/>
                  <a:gd name="T26" fmla="*/ 238 w 508"/>
                  <a:gd name="T27" fmla="*/ 118 h 239"/>
                  <a:gd name="T28" fmla="*/ 236 w 508"/>
                  <a:gd name="T29" fmla="*/ 115 h 239"/>
                  <a:gd name="T30" fmla="*/ 234 w 508"/>
                  <a:gd name="T31" fmla="*/ 112 h 239"/>
                  <a:gd name="T32" fmla="*/ 233 w 508"/>
                  <a:gd name="T33" fmla="*/ 109 h 239"/>
                  <a:gd name="T34" fmla="*/ 231 w 508"/>
                  <a:gd name="T35" fmla="*/ 106 h 239"/>
                  <a:gd name="T36" fmla="*/ 231 w 508"/>
                  <a:gd name="T37" fmla="*/ 102 h 239"/>
                  <a:gd name="T38" fmla="*/ 230 w 508"/>
                  <a:gd name="T39" fmla="*/ 99 h 239"/>
                  <a:gd name="T40" fmla="*/ 230 w 508"/>
                  <a:gd name="T41" fmla="*/ 95 h 239"/>
                  <a:gd name="T42" fmla="*/ 223 w 508"/>
                  <a:gd name="T43" fmla="*/ 95 h 239"/>
                  <a:gd name="T44" fmla="*/ 215 w 508"/>
                  <a:gd name="T45" fmla="*/ 96 h 239"/>
                  <a:gd name="T46" fmla="*/ 207 w 508"/>
                  <a:gd name="T47" fmla="*/ 98 h 239"/>
                  <a:gd name="T48" fmla="*/ 199 w 508"/>
                  <a:gd name="T49" fmla="*/ 100 h 239"/>
                  <a:gd name="T50" fmla="*/ 190 w 508"/>
                  <a:gd name="T51" fmla="*/ 102 h 239"/>
                  <a:gd name="T52" fmla="*/ 181 w 508"/>
                  <a:gd name="T53" fmla="*/ 104 h 239"/>
                  <a:gd name="T54" fmla="*/ 172 w 508"/>
                  <a:gd name="T55" fmla="*/ 106 h 239"/>
                  <a:gd name="T56" fmla="*/ 162 w 508"/>
                  <a:gd name="T57" fmla="*/ 108 h 239"/>
                  <a:gd name="T58" fmla="*/ 0 w 508"/>
                  <a:gd name="T59" fmla="*/ 40 h 239"/>
                  <a:gd name="T60" fmla="*/ 2 w 508"/>
                  <a:gd name="T61" fmla="*/ 38 h 239"/>
                  <a:gd name="T62" fmla="*/ 3 w 508"/>
                  <a:gd name="T63" fmla="*/ 35 h 239"/>
                  <a:gd name="T64" fmla="*/ 3 w 508"/>
                  <a:gd name="T65" fmla="*/ 32 h 239"/>
                  <a:gd name="T66" fmla="*/ 2 w 508"/>
                  <a:gd name="T67" fmla="*/ 30 h 239"/>
                  <a:gd name="T68" fmla="*/ 163 w 508"/>
                  <a:gd name="T69" fmla="*/ 96 h 239"/>
                  <a:gd name="T70" fmla="*/ 172 w 508"/>
                  <a:gd name="T71" fmla="*/ 93 h 239"/>
                  <a:gd name="T72" fmla="*/ 181 w 508"/>
                  <a:gd name="T73" fmla="*/ 92 h 239"/>
                  <a:gd name="T74" fmla="*/ 189 w 508"/>
                  <a:gd name="T75" fmla="*/ 90 h 239"/>
                  <a:gd name="T76" fmla="*/ 198 w 508"/>
                  <a:gd name="T77" fmla="*/ 88 h 239"/>
                  <a:gd name="T78" fmla="*/ 206 w 508"/>
                  <a:gd name="T79" fmla="*/ 86 h 239"/>
                  <a:gd name="T80" fmla="*/ 215 w 508"/>
                  <a:gd name="T81" fmla="*/ 84 h 239"/>
                  <a:gd name="T82" fmla="*/ 223 w 508"/>
                  <a:gd name="T83" fmla="*/ 81 h 239"/>
                  <a:gd name="T84" fmla="*/ 230 w 508"/>
                  <a:gd name="T85" fmla="*/ 78 h 239"/>
                  <a:gd name="T86" fmla="*/ 230 w 508"/>
                  <a:gd name="T87" fmla="*/ 67 h 239"/>
                  <a:gd name="T88" fmla="*/ 228 w 508"/>
                  <a:gd name="T89" fmla="*/ 54 h 239"/>
                  <a:gd name="T90" fmla="*/ 225 w 508"/>
                  <a:gd name="T91" fmla="*/ 42 h 239"/>
                  <a:gd name="T92" fmla="*/ 222 w 508"/>
                  <a:gd name="T93" fmla="*/ 29 h 239"/>
                  <a:gd name="T94" fmla="*/ 218 w 508"/>
                  <a:gd name="T95" fmla="*/ 17 h 239"/>
                  <a:gd name="T96" fmla="*/ 215 w 508"/>
                  <a:gd name="T97" fmla="*/ 8 h 239"/>
                  <a:gd name="T98" fmla="*/ 212 w 508"/>
                  <a:gd name="T99" fmla="*/ 2 h 239"/>
                  <a:gd name="T100" fmla="*/ 211 w 508"/>
                  <a:gd name="T101" fmla="*/ 0 h 239"/>
                  <a:gd name="T102" fmla="*/ 215 w 508"/>
                  <a:gd name="T103" fmla="*/ 1 h 239"/>
                  <a:gd name="T104" fmla="*/ 218 w 508"/>
                  <a:gd name="T105" fmla="*/ 2 h 239"/>
                  <a:gd name="T106" fmla="*/ 221 w 508"/>
                  <a:gd name="T107" fmla="*/ 5 h 239"/>
                  <a:gd name="T108" fmla="*/ 223 w 508"/>
                  <a:gd name="T109" fmla="*/ 8 h 239"/>
                  <a:gd name="T110" fmla="*/ 225 w 508"/>
                  <a:gd name="T111" fmla="*/ 11 h 239"/>
                  <a:gd name="T112" fmla="*/ 227 w 508"/>
                  <a:gd name="T113" fmla="*/ 14 h 239"/>
                  <a:gd name="T114" fmla="*/ 228 w 508"/>
                  <a:gd name="T115" fmla="*/ 17 h 239"/>
                  <a:gd name="T116" fmla="*/ 230 w 508"/>
                  <a:gd name="T117" fmla="*/ 20 h 23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08"/>
                  <a:gd name="T178" fmla="*/ 0 h 239"/>
                  <a:gd name="T179" fmla="*/ 508 w 508"/>
                  <a:gd name="T180" fmla="*/ 239 h 23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08" h="239">
                    <a:moveTo>
                      <a:pt x="462" y="40"/>
                    </a:moveTo>
                    <a:lnTo>
                      <a:pt x="471" y="63"/>
                    </a:lnTo>
                    <a:lnTo>
                      <a:pt x="480" y="86"/>
                    </a:lnTo>
                    <a:lnTo>
                      <a:pt x="487" y="110"/>
                    </a:lnTo>
                    <a:lnTo>
                      <a:pt x="494" y="135"/>
                    </a:lnTo>
                    <a:lnTo>
                      <a:pt x="499" y="159"/>
                    </a:lnTo>
                    <a:lnTo>
                      <a:pt x="503" y="183"/>
                    </a:lnTo>
                    <a:lnTo>
                      <a:pt x="506" y="208"/>
                    </a:lnTo>
                    <a:lnTo>
                      <a:pt x="508" y="233"/>
                    </a:lnTo>
                    <a:lnTo>
                      <a:pt x="501" y="237"/>
                    </a:lnTo>
                    <a:lnTo>
                      <a:pt x="494" y="239"/>
                    </a:lnTo>
                    <a:lnTo>
                      <a:pt x="488" y="239"/>
                    </a:lnTo>
                    <a:lnTo>
                      <a:pt x="483" y="238"/>
                    </a:lnTo>
                    <a:lnTo>
                      <a:pt x="478" y="235"/>
                    </a:lnTo>
                    <a:lnTo>
                      <a:pt x="473" y="230"/>
                    </a:lnTo>
                    <a:lnTo>
                      <a:pt x="470" y="224"/>
                    </a:lnTo>
                    <a:lnTo>
                      <a:pt x="468" y="218"/>
                    </a:lnTo>
                    <a:lnTo>
                      <a:pt x="464" y="211"/>
                    </a:lnTo>
                    <a:lnTo>
                      <a:pt x="463" y="204"/>
                    </a:lnTo>
                    <a:lnTo>
                      <a:pt x="462" y="197"/>
                    </a:lnTo>
                    <a:lnTo>
                      <a:pt x="462" y="189"/>
                    </a:lnTo>
                    <a:lnTo>
                      <a:pt x="447" y="190"/>
                    </a:lnTo>
                    <a:lnTo>
                      <a:pt x="432" y="192"/>
                    </a:lnTo>
                    <a:lnTo>
                      <a:pt x="416" y="196"/>
                    </a:lnTo>
                    <a:lnTo>
                      <a:pt x="400" y="199"/>
                    </a:lnTo>
                    <a:lnTo>
                      <a:pt x="382" y="203"/>
                    </a:lnTo>
                    <a:lnTo>
                      <a:pt x="364" y="207"/>
                    </a:lnTo>
                    <a:lnTo>
                      <a:pt x="346" y="212"/>
                    </a:lnTo>
                    <a:lnTo>
                      <a:pt x="325" y="215"/>
                    </a:lnTo>
                    <a:lnTo>
                      <a:pt x="0" y="80"/>
                    </a:lnTo>
                    <a:lnTo>
                      <a:pt x="5" y="76"/>
                    </a:lnTo>
                    <a:lnTo>
                      <a:pt x="6" y="69"/>
                    </a:lnTo>
                    <a:lnTo>
                      <a:pt x="6" y="63"/>
                    </a:lnTo>
                    <a:lnTo>
                      <a:pt x="5" y="59"/>
                    </a:lnTo>
                    <a:lnTo>
                      <a:pt x="328" y="191"/>
                    </a:lnTo>
                    <a:lnTo>
                      <a:pt x="346" y="186"/>
                    </a:lnTo>
                    <a:lnTo>
                      <a:pt x="363" y="183"/>
                    </a:lnTo>
                    <a:lnTo>
                      <a:pt x="380" y="180"/>
                    </a:lnTo>
                    <a:lnTo>
                      <a:pt x="397" y="176"/>
                    </a:lnTo>
                    <a:lnTo>
                      <a:pt x="414" y="171"/>
                    </a:lnTo>
                    <a:lnTo>
                      <a:pt x="431" y="167"/>
                    </a:lnTo>
                    <a:lnTo>
                      <a:pt x="447" y="162"/>
                    </a:lnTo>
                    <a:lnTo>
                      <a:pt x="462" y="155"/>
                    </a:lnTo>
                    <a:lnTo>
                      <a:pt x="461" y="133"/>
                    </a:lnTo>
                    <a:lnTo>
                      <a:pt x="457" y="108"/>
                    </a:lnTo>
                    <a:lnTo>
                      <a:pt x="452" y="83"/>
                    </a:lnTo>
                    <a:lnTo>
                      <a:pt x="445" y="57"/>
                    </a:lnTo>
                    <a:lnTo>
                      <a:pt x="437" y="34"/>
                    </a:lnTo>
                    <a:lnTo>
                      <a:pt x="431" y="16"/>
                    </a:lnTo>
                    <a:lnTo>
                      <a:pt x="426" y="4"/>
                    </a:lnTo>
                    <a:lnTo>
                      <a:pt x="424" y="0"/>
                    </a:lnTo>
                    <a:lnTo>
                      <a:pt x="432" y="1"/>
                    </a:lnTo>
                    <a:lnTo>
                      <a:pt x="438" y="4"/>
                    </a:lnTo>
                    <a:lnTo>
                      <a:pt x="443" y="9"/>
                    </a:lnTo>
                    <a:lnTo>
                      <a:pt x="448" y="15"/>
                    </a:lnTo>
                    <a:lnTo>
                      <a:pt x="452" y="21"/>
                    </a:lnTo>
                    <a:lnTo>
                      <a:pt x="455" y="27"/>
                    </a:lnTo>
                    <a:lnTo>
                      <a:pt x="458" y="34"/>
                    </a:lnTo>
                    <a:lnTo>
                      <a:pt x="462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1" name="Freeform 72"/>
              <p:cNvSpPr>
                <a:spLocks/>
              </p:cNvSpPr>
              <p:nvPr/>
            </p:nvSpPr>
            <p:spPr bwMode="auto">
              <a:xfrm>
                <a:off x="2373" y="3225"/>
                <a:ext cx="871" cy="420"/>
              </a:xfrm>
              <a:custGeom>
                <a:avLst/>
                <a:gdLst>
                  <a:gd name="T0" fmla="*/ 741 w 1740"/>
                  <a:gd name="T1" fmla="*/ 19 h 840"/>
                  <a:gd name="T2" fmla="*/ 683 w 1740"/>
                  <a:gd name="T3" fmla="*/ 191 h 840"/>
                  <a:gd name="T4" fmla="*/ 685 w 1740"/>
                  <a:gd name="T5" fmla="*/ 225 h 840"/>
                  <a:gd name="T6" fmla="*/ 694 w 1740"/>
                  <a:gd name="T7" fmla="*/ 267 h 840"/>
                  <a:gd name="T8" fmla="*/ 676 w 1740"/>
                  <a:gd name="T9" fmla="*/ 272 h 840"/>
                  <a:gd name="T10" fmla="*/ 677 w 1740"/>
                  <a:gd name="T11" fmla="*/ 247 h 840"/>
                  <a:gd name="T12" fmla="*/ 661 w 1740"/>
                  <a:gd name="T13" fmla="*/ 239 h 840"/>
                  <a:gd name="T14" fmla="*/ 638 w 1740"/>
                  <a:gd name="T15" fmla="*/ 275 h 840"/>
                  <a:gd name="T16" fmla="*/ 652 w 1740"/>
                  <a:gd name="T17" fmla="*/ 321 h 840"/>
                  <a:gd name="T18" fmla="*/ 704 w 1740"/>
                  <a:gd name="T19" fmla="*/ 369 h 840"/>
                  <a:gd name="T20" fmla="*/ 766 w 1740"/>
                  <a:gd name="T21" fmla="*/ 399 h 840"/>
                  <a:gd name="T22" fmla="*/ 823 w 1740"/>
                  <a:gd name="T23" fmla="*/ 408 h 840"/>
                  <a:gd name="T24" fmla="*/ 863 w 1740"/>
                  <a:gd name="T25" fmla="*/ 406 h 840"/>
                  <a:gd name="T26" fmla="*/ 863 w 1740"/>
                  <a:gd name="T27" fmla="*/ 412 h 840"/>
                  <a:gd name="T28" fmla="*/ 829 w 1740"/>
                  <a:gd name="T29" fmla="*/ 419 h 840"/>
                  <a:gd name="T30" fmla="*/ 729 w 1740"/>
                  <a:gd name="T31" fmla="*/ 409 h 840"/>
                  <a:gd name="T32" fmla="*/ 658 w 1740"/>
                  <a:gd name="T33" fmla="*/ 367 h 840"/>
                  <a:gd name="T34" fmla="*/ 611 w 1740"/>
                  <a:gd name="T35" fmla="*/ 304 h 840"/>
                  <a:gd name="T36" fmla="*/ 593 w 1740"/>
                  <a:gd name="T37" fmla="*/ 303 h 840"/>
                  <a:gd name="T38" fmla="*/ 560 w 1740"/>
                  <a:gd name="T39" fmla="*/ 314 h 840"/>
                  <a:gd name="T40" fmla="*/ 520 w 1740"/>
                  <a:gd name="T41" fmla="*/ 351 h 840"/>
                  <a:gd name="T42" fmla="*/ 529 w 1740"/>
                  <a:gd name="T43" fmla="*/ 309 h 840"/>
                  <a:gd name="T44" fmla="*/ 475 w 1740"/>
                  <a:gd name="T45" fmla="*/ 274 h 840"/>
                  <a:gd name="T46" fmla="*/ 425 w 1740"/>
                  <a:gd name="T47" fmla="*/ 251 h 840"/>
                  <a:gd name="T48" fmla="*/ 376 w 1740"/>
                  <a:gd name="T49" fmla="*/ 271 h 840"/>
                  <a:gd name="T50" fmla="*/ 332 w 1740"/>
                  <a:gd name="T51" fmla="*/ 302 h 840"/>
                  <a:gd name="T52" fmla="*/ 298 w 1740"/>
                  <a:gd name="T53" fmla="*/ 342 h 840"/>
                  <a:gd name="T54" fmla="*/ 282 w 1740"/>
                  <a:gd name="T55" fmla="*/ 376 h 840"/>
                  <a:gd name="T56" fmla="*/ 270 w 1740"/>
                  <a:gd name="T57" fmla="*/ 378 h 840"/>
                  <a:gd name="T58" fmla="*/ 285 w 1740"/>
                  <a:gd name="T59" fmla="*/ 311 h 840"/>
                  <a:gd name="T60" fmla="*/ 339 w 1740"/>
                  <a:gd name="T61" fmla="*/ 263 h 840"/>
                  <a:gd name="T62" fmla="*/ 371 w 1740"/>
                  <a:gd name="T63" fmla="*/ 249 h 840"/>
                  <a:gd name="T64" fmla="*/ 403 w 1740"/>
                  <a:gd name="T65" fmla="*/ 239 h 840"/>
                  <a:gd name="T66" fmla="*/ 436 w 1740"/>
                  <a:gd name="T67" fmla="*/ 230 h 840"/>
                  <a:gd name="T68" fmla="*/ 419 w 1740"/>
                  <a:gd name="T69" fmla="*/ 197 h 840"/>
                  <a:gd name="T70" fmla="*/ 286 w 1740"/>
                  <a:gd name="T71" fmla="*/ 213 h 840"/>
                  <a:gd name="T72" fmla="*/ 196 w 1740"/>
                  <a:gd name="T73" fmla="*/ 181 h 840"/>
                  <a:gd name="T74" fmla="*/ 66 w 1740"/>
                  <a:gd name="T75" fmla="*/ 137 h 840"/>
                  <a:gd name="T76" fmla="*/ 0 w 1740"/>
                  <a:gd name="T77" fmla="*/ 114 h 840"/>
                  <a:gd name="T78" fmla="*/ 403 w 1740"/>
                  <a:gd name="T79" fmla="*/ 144 h 840"/>
                  <a:gd name="T80" fmla="*/ 276 w 1740"/>
                  <a:gd name="T81" fmla="*/ 169 h 840"/>
                  <a:gd name="T82" fmla="*/ 171 w 1740"/>
                  <a:gd name="T83" fmla="*/ 139 h 840"/>
                  <a:gd name="T84" fmla="*/ 49 w 1740"/>
                  <a:gd name="T85" fmla="*/ 101 h 840"/>
                  <a:gd name="T86" fmla="*/ 4 w 1740"/>
                  <a:gd name="T87" fmla="*/ 86 h 840"/>
                  <a:gd name="T88" fmla="*/ 285 w 1740"/>
                  <a:gd name="T89" fmla="*/ 158 h 840"/>
                  <a:gd name="T90" fmla="*/ 417 w 1740"/>
                  <a:gd name="T91" fmla="*/ 106 h 840"/>
                  <a:gd name="T92" fmla="*/ 446 w 1740"/>
                  <a:gd name="T93" fmla="*/ 97 h 840"/>
                  <a:gd name="T94" fmla="*/ 434 w 1740"/>
                  <a:gd name="T95" fmla="*/ 112 h 840"/>
                  <a:gd name="T96" fmla="*/ 421 w 1740"/>
                  <a:gd name="T97" fmla="*/ 142 h 840"/>
                  <a:gd name="T98" fmla="*/ 444 w 1740"/>
                  <a:gd name="T99" fmla="*/ 189 h 840"/>
                  <a:gd name="T100" fmla="*/ 484 w 1740"/>
                  <a:gd name="T101" fmla="*/ 245 h 840"/>
                  <a:gd name="T102" fmla="*/ 528 w 1740"/>
                  <a:gd name="T103" fmla="*/ 282 h 840"/>
                  <a:gd name="T104" fmla="*/ 566 w 1740"/>
                  <a:gd name="T105" fmla="*/ 288 h 840"/>
                  <a:gd name="T106" fmla="*/ 615 w 1740"/>
                  <a:gd name="T107" fmla="*/ 257 h 840"/>
                  <a:gd name="T108" fmla="*/ 712 w 1740"/>
                  <a:gd name="T109" fmla="*/ 17 h 840"/>
                  <a:gd name="T110" fmla="*/ 732 w 1740"/>
                  <a:gd name="T111" fmla="*/ 1 h 84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740"/>
                  <a:gd name="T169" fmla="*/ 0 h 840"/>
                  <a:gd name="T170" fmla="*/ 1740 w 1740"/>
                  <a:gd name="T171" fmla="*/ 840 h 84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740" h="840">
                    <a:moveTo>
                      <a:pt x="1494" y="6"/>
                    </a:moveTo>
                    <a:lnTo>
                      <a:pt x="1494" y="12"/>
                    </a:lnTo>
                    <a:lnTo>
                      <a:pt x="1491" y="19"/>
                    </a:lnTo>
                    <a:lnTo>
                      <a:pt x="1486" y="28"/>
                    </a:lnTo>
                    <a:lnTo>
                      <a:pt x="1480" y="37"/>
                    </a:lnTo>
                    <a:lnTo>
                      <a:pt x="1473" y="45"/>
                    </a:lnTo>
                    <a:lnTo>
                      <a:pt x="1467" y="52"/>
                    </a:lnTo>
                    <a:lnTo>
                      <a:pt x="1463" y="57"/>
                    </a:lnTo>
                    <a:lnTo>
                      <a:pt x="1462" y="59"/>
                    </a:lnTo>
                    <a:lnTo>
                      <a:pt x="1364" y="382"/>
                    </a:lnTo>
                    <a:lnTo>
                      <a:pt x="1357" y="396"/>
                    </a:lnTo>
                    <a:lnTo>
                      <a:pt x="1356" y="409"/>
                    </a:lnTo>
                    <a:lnTo>
                      <a:pt x="1358" y="422"/>
                    </a:lnTo>
                    <a:lnTo>
                      <a:pt x="1362" y="436"/>
                    </a:lnTo>
                    <a:lnTo>
                      <a:pt x="1369" y="450"/>
                    </a:lnTo>
                    <a:lnTo>
                      <a:pt x="1375" y="464"/>
                    </a:lnTo>
                    <a:lnTo>
                      <a:pt x="1381" y="477"/>
                    </a:lnTo>
                    <a:lnTo>
                      <a:pt x="1384" y="492"/>
                    </a:lnTo>
                    <a:lnTo>
                      <a:pt x="1387" y="513"/>
                    </a:lnTo>
                    <a:lnTo>
                      <a:pt x="1386" y="534"/>
                    </a:lnTo>
                    <a:lnTo>
                      <a:pt x="1377" y="552"/>
                    </a:lnTo>
                    <a:lnTo>
                      <a:pt x="1361" y="564"/>
                    </a:lnTo>
                    <a:lnTo>
                      <a:pt x="1353" y="561"/>
                    </a:lnTo>
                    <a:lnTo>
                      <a:pt x="1351" y="552"/>
                    </a:lnTo>
                    <a:lnTo>
                      <a:pt x="1351" y="544"/>
                    </a:lnTo>
                    <a:lnTo>
                      <a:pt x="1351" y="540"/>
                    </a:lnTo>
                    <a:lnTo>
                      <a:pt x="1358" y="529"/>
                    </a:lnTo>
                    <a:lnTo>
                      <a:pt x="1359" y="518"/>
                    </a:lnTo>
                    <a:lnTo>
                      <a:pt x="1358" y="506"/>
                    </a:lnTo>
                    <a:lnTo>
                      <a:pt x="1353" y="495"/>
                    </a:lnTo>
                    <a:lnTo>
                      <a:pt x="1349" y="485"/>
                    </a:lnTo>
                    <a:lnTo>
                      <a:pt x="1343" y="476"/>
                    </a:lnTo>
                    <a:lnTo>
                      <a:pt x="1336" y="469"/>
                    </a:lnTo>
                    <a:lnTo>
                      <a:pt x="1328" y="464"/>
                    </a:lnTo>
                    <a:lnTo>
                      <a:pt x="1321" y="479"/>
                    </a:lnTo>
                    <a:lnTo>
                      <a:pt x="1313" y="493"/>
                    </a:lnTo>
                    <a:lnTo>
                      <a:pt x="1304" y="507"/>
                    </a:lnTo>
                    <a:lnTo>
                      <a:pt x="1295" y="521"/>
                    </a:lnTo>
                    <a:lnTo>
                      <a:pt x="1285" y="535"/>
                    </a:lnTo>
                    <a:lnTo>
                      <a:pt x="1274" y="549"/>
                    </a:lnTo>
                    <a:lnTo>
                      <a:pt x="1263" y="561"/>
                    </a:lnTo>
                    <a:lnTo>
                      <a:pt x="1251" y="573"/>
                    </a:lnTo>
                    <a:lnTo>
                      <a:pt x="1267" y="597"/>
                    </a:lnTo>
                    <a:lnTo>
                      <a:pt x="1284" y="620"/>
                    </a:lnTo>
                    <a:lnTo>
                      <a:pt x="1303" y="642"/>
                    </a:lnTo>
                    <a:lnTo>
                      <a:pt x="1322" y="663"/>
                    </a:lnTo>
                    <a:lnTo>
                      <a:pt x="1342" y="682"/>
                    </a:lnTo>
                    <a:lnTo>
                      <a:pt x="1362" y="702"/>
                    </a:lnTo>
                    <a:lnTo>
                      <a:pt x="1384" y="719"/>
                    </a:lnTo>
                    <a:lnTo>
                      <a:pt x="1407" y="737"/>
                    </a:lnTo>
                    <a:lnTo>
                      <a:pt x="1430" y="752"/>
                    </a:lnTo>
                    <a:lnTo>
                      <a:pt x="1455" y="765"/>
                    </a:lnTo>
                    <a:lnTo>
                      <a:pt x="1480" y="777"/>
                    </a:lnTo>
                    <a:lnTo>
                      <a:pt x="1505" y="788"/>
                    </a:lnTo>
                    <a:lnTo>
                      <a:pt x="1531" y="797"/>
                    </a:lnTo>
                    <a:lnTo>
                      <a:pt x="1557" y="805"/>
                    </a:lnTo>
                    <a:lnTo>
                      <a:pt x="1585" y="810"/>
                    </a:lnTo>
                    <a:lnTo>
                      <a:pt x="1612" y="814"/>
                    </a:lnTo>
                    <a:lnTo>
                      <a:pt x="1629" y="815"/>
                    </a:lnTo>
                    <a:lnTo>
                      <a:pt x="1645" y="816"/>
                    </a:lnTo>
                    <a:lnTo>
                      <a:pt x="1661" y="816"/>
                    </a:lnTo>
                    <a:lnTo>
                      <a:pt x="1677" y="815"/>
                    </a:lnTo>
                    <a:lnTo>
                      <a:pt x="1693" y="814"/>
                    </a:lnTo>
                    <a:lnTo>
                      <a:pt x="1709" y="813"/>
                    </a:lnTo>
                    <a:lnTo>
                      <a:pt x="1725" y="811"/>
                    </a:lnTo>
                    <a:lnTo>
                      <a:pt x="1740" y="811"/>
                    </a:lnTo>
                    <a:lnTo>
                      <a:pt x="1738" y="816"/>
                    </a:lnTo>
                    <a:lnTo>
                      <a:pt x="1734" y="820"/>
                    </a:lnTo>
                    <a:lnTo>
                      <a:pt x="1730" y="822"/>
                    </a:lnTo>
                    <a:lnTo>
                      <a:pt x="1724" y="824"/>
                    </a:lnTo>
                    <a:lnTo>
                      <a:pt x="1718" y="825"/>
                    </a:lnTo>
                    <a:lnTo>
                      <a:pt x="1714" y="828"/>
                    </a:lnTo>
                    <a:lnTo>
                      <a:pt x="1708" y="830"/>
                    </a:lnTo>
                    <a:lnTo>
                      <a:pt x="1703" y="832"/>
                    </a:lnTo>
                    <a:lnTo>
                      <a:pt x="1656" y="838"/>
                    </a:lnTo>
                    <a:lnTo>
                      <a:pt x="1611" y="840"/>
                    </a:lnTo>
                    <a:lnTo>
                      <a:pt x="1569" y="839"/>
                    </a:lnTo>
                    <a:lnTo>
                      <a:pt x="1528" y="835"/>
                    </a:lnTo>
                    <a:lnTo>
                      <a:pt x="1491" y="828"/>
                    </a:lnTo>
                    <a:lnTo>
                      <a:pt x="1457" y="817"/>
                    </a:lnTo>
                    <a:lnTo>
                      <a:pt x="1425" y="806"/>
                    </a:lnTo>
                    <a:lnTo>
                      <a:pt x="1394" y="791"/>
                    </a:lnTo>
                    <a:lnTo>
                      <a:pt x="1366" y="773"/>
                    </a:lnTo>
                    <a:lnTo>
                      <a:pt x="1339" y="754"/>
                    </a:lnTo>
                    <a:lnTo>
                      <a:pt x="1315" y="733"/>
                    </a:lnTo>
                    <a:lnTo>
                      <a:pt x="1293" y="710"/>
                    </a:lnTo>
                    <a:lnTo>
                      <a:pt x="1273" y="687"/>
                    </a:lnTo>
                    <a:lnTo>
                      <a:pt x="1254" y="662"/>
                    </a:lnTo>
                    <a:lnTo>
                      <a:pt x="1237" y="635"/>
                    </a:lnTo>
                    <a:lnTo>
                      <a:pt x="1221" y="608"/>
                    </a:lnTo>
                    <a:lnTo>
                      <a:pt x="1215" y="602"/>
                    </a:lnTo>
                    <a:lnTo>
                      <a:pt x="1209" y="599"/>
                    </a:lnTo>
                    <a:lnTo>
                      <a:pt x="1201" y="599"/>
                    </a:lnTo>
                    <a:lnTo>
                      <a:pt x="1193" y="603"/>
                    </a:lnTo>
                    <a:lnTo>
                      <a:pt x="1185" y="606"/>
                    </a:lnTo>
                    <a:lnTo>
                      <a:pt x="1176" y="611"/>
                    </a:lnTo>
                    <a:lnTo>
                      <a:pt x="1168" y="614"/>
                    </a:lnTo>
                    <a:lnTo>
                      <a:pt x="1160" y="617"/>
                    </a:lnTo>
                    <a:lnTo>
                      <a:pt x="1138" y="620"/>
                    </a:lnTo>
                    <a:lnTo>
                      <a:pt x="1118" y="628"/>
                    </a:lnTo>
                    <a:lnTo>
                      <a:pt x="1099" y="639"/>
                    </a:lnTo>
                    <a:lnTo>
                      <a:pt x="1081" y="652"/>
                    </a:lnTo>
                    <a:lnTo>
                      <a:pt x="1065" y="667"/>
                    </a:lnTo>
                    <a:lnTo>
                      <a:pt x="1052" y="685"/>
                    </a:lnTo>
                    <a:lnTo>
                      <a:pt x="1039" y="702"/>
                    </a:lnTo>
                    <a:lnTo>
                      <a:pt x="1028" y="719"/>
                    </a:lnTo>
                    <a:lnTo>
                      <a:pt x="1028" y="710"/>
                    </a:lnTo>
                    <a:lnTo>
                      <a:pt x="1033" y="680"/>
                    </a:lnTo>
                    <a:lnTo>
                      <a:pt x="1042" y="646"/>
                    </a:lnTo>
                    <a:lnTo>
                      <a:pt x="1057" y="617"/>
                    </a:lnTo>
                    <a:lnTo>
                      <a:pt x="1034" y="608"/>
                    </a:lnTo>
                    <a:lnTo>
                      <a:pt x="1012" y="595"/>
                    </a:lnTo>
                    <a:lnTo>
                      <a:pt x="990" y="581"/>
                    </a:lnTo>
                    <a:lnTo>
                      <a:pt x="970" y="565"/>
                    </a:lnTo>
                    <a:lnTo>
                      <a:pt x="949" y="548"/>
                    </a:lnTo>
                    <a:lnTo>
                      <a:pt x="928" y="529"/>
                    </a:lnTo>
                    <a:lnTo>
                      <a:pt x="910" y="511"/>
                    </a:lnTo>
                    <a:lnTo>
                      <a:pt x="891" y="492"/>
                    </a:lnTo>
                    <a:lnTo>
                      <a:pt x="871" y="496"/>
                    </a:lnTo>
                    <a:lnTo>
                      <a:pt x="849" y="502"/>
                    </a:lnTo>
                    <a:lnTo>
                      <a:pt x="829" y="507"/>
                    </a:lnTo>
                    <a:lnTo>
                      <a:pt x="808" y="514"/>
                    </a:lnTo>
                    <a:lnTo>
                      <a:pt x="789" y="522"/>
                    </a:lnTo>
                    <a:lnTo>
                      <a:pt x="769" y="530"/>
                    </a:lnTo>
                    <a:lnTo>
                      <a:pt x="751" y="541"/>
                    </a:lnTo>
                    <a:lnTo>
                      <a:pt x="732" y="552"/>
                    </a:lnTo>
                    <a:lnTo>
                      <a:pt x="714" y="564"/>
                    </a:lnTo>
                    <a:lnTo>
                      <a:pt x="697" y="576"/>
                    </a:lnTo>
                    <a:lnTo>
                      <a:pt x="679" y="590"/>
                    </a:lnTo>
                    <a:lnTo>
                      <a:pt x="663" y="604"/>
                    </a:lnTo>
                    <a:lnTo>
                      <a:pt x="647" y="620"/>
                    </a:lnTo>
                    <a:lnTo>
                      <a:pt x="632" y="636"/>
                    </a:lnTo>
                    <a:lnTo>
                      <a:pt x="617" y="654"/>
                    </a:lnTo>
                    <a:lnTo>
                      <a:pt x="603" y="671"/>
                    </a:lnTo>
                    <a:lnTo>
                      <a:pt x="595" y="684"/>
                    </a:lnTo>
                    <a:lnTo>
                      <a:pt x="587" y="697"/>
                    </a:lnTo>
                    <a:lnTo>
                      <a:pt x="580" y="711"/>
                    </a:lnTo>
                    <a:lnTo>
                      <a:pt x="575" y="724"/>
                    </a:lnTo>
                    <a:lnTo>
                      <a:pt x="569" y="738"/>
                    </a:lnTo>
                    <a:lnTo>
                      <a:pt x="563" y="752"/>
                    </a:lnTo>
                    <a:lnTo>
                      <a:pt x="559" y="767"/>
                    </a:lnTo>
                    <a:lnTo>
                      <a:pt x="554" y="780"/>
                    </a:lnTo>
                    <a:lnTo>
                      <a:pt x="546" y="775"/>
                    </a:lnTo>
                    <a:lnTo>
                      <a:pt x="541" y="765"/>
                    </a:lnTo>
                    <a:lnTo>
                      <a:pt x="539" y="755"/>
                    </a:lnTo>
                    <a:lnTo>
                      <a:pt x="536" y="745"/>
                    </a:lnTo>
                    <a:lnTo>
                      <a:pt x="536" y="710"/>
                    </a:lnTo>
                    <a:lnTo>
                      <a:pt x="541" y="679"/>
                    </a:lnTo>
                    <a:lnTo>
                      <a:pt x="553" y="649"/>
                    </a:lnTo>
                    <a:lnTo>
                      <a:pt x="570" y="621"/>
                    </a:lnTo>
                    <a:lnTo>
                      <a:pt x="590" y="596"/>
                    </a:lnTo>
                    <a:lnTo>
                      <a:pt x="614" y="573"/>
                    </a:lnTo>
                    <a:lnTo>
                      <a:pt x="639" y="552"/>
                    </a:lnTo>
                    <a:lnTo>
                      <a:pt x="667" y="533"/>
                    </a:lnTo>
                    <a:lnTo>
                      <a:pt x="678" y="526"/>
                    </a:lnTo>
                    <a:lnTo>
                      <a:pt x="691" y="520"/>
                    </a:lnTo>
                    <a:lnTo>
                      <a:pt x="703" y="514"/>
                    </a:lnTo>
                    <a:lnTo>
                      <a:pt x="715" y="508"/>
                    </a:lnTo>
                    <a:lnTo>
                      <a:pt x="728" y="504"/>
                    </a:lnTo>
                    <a:lnTo>
                      <a:pt x="741" y="499"/>
                    </a:lnTo>
                    <a:lnTo>
                      <a:pt x="753" y="495"/>
                    </a:lnTo>
                    <a:lnTo>
                      <a:pt x="766" y="490"/>
                    </a:lnTo>
                    <a:lnTo>
                      <a:pt x="779" y="487"/>
                    </a:lnTo>
                    <a:lnTo>
                      <a:pt x="791" y="483"/>
                    </a:lnTo>
                    <a:lnTo>
                      <a:pt x="805" y="479"/>
                    </a:lnTo>
                    <a:lnTo>
                      <a:pt x="818" y="475"/>
                    </a:lnTo>
                    <a:lnTo>
                      <a:pt x="832" y="472"/>
                    </a:lnTo>
                    <a:lnTo>
                      <a:pt x="844" y="468"/>
                    </a:lnTo>
                    <a:lnTo>
                      <a:pt x="858" y="465"/>
                    </a:lnTo>
                    <a:lnTo>
                      <a:pt x="871" y="461"/>
                    </a:lnTo>
                    <a:lnTo>
                      <a:pt x="865" y="449"/>
                    </a:lnTo>
                    <a:lnTo>
                      <a:pt x="858" y="435"/>
                    </a:lnTo>
                    <a:lnTo>
                      <a:pt x="851" y="421"/>
                    </a:lnTo>
                    <a:lnTo>
                      <a:pt x="844" y="408"/>
                    </a:lnTo>
                    <a:lnTo>
                      <a:pt x="837" y="394"/>
                    </a:lnTo>
                    <a:lnTo>
                      <a:pt x="832" y="381"/>
                    </a:lnTo>
                    <a:lnTo>
                      <a:pt x="825" y="366"/>
                    </a:lnTo>
                    <a:lnTo>
                      <a:pt x="820" y="352"/>
                    </a:lnTo>
                    <a:lnTo>
                      <a:pt x="579" y="430"/>
                    </a:lnTo>
                    <a:lnTo>
                      <a:pt x="571" y="427"/>
                    </a:lnTo>
                    <a:lnTo>
                      <a:pt x="552" y="419"/>
                    </a:lnTo>
                    <a:lnTo>
                      <a:pt x="523" y="408"/>
                    </a:lnTo>
                    <a:lnTo>
                      <a:pt x="485" y="394"/>
                    </a:lnTo>
                    <a:lnTo>
                      <a:pt x="441" y="378"/>
                    </a:lnTo>
                    <a:lnTo>
                      <a:pt x="392" y="362"/>
                    </a:lnTo>
                    <a:lnTo>
                      <a:pt x="340" y="344"/>
                    </a:lnTo>
                    <a:lnTo>
                      <a:pt x="287" y="325"/>
                    </a:lnTo>
                    <a:lnTo>
                      <a:pt x="233" y="307"/>
                    </a:lnTo>
                    <a:lnTo>
                      <a:pt x="181" y="290"/>
                    </a:lnTo>
                    <a:lnTo>
                      <a:pt x="132" y="273"/>
                    </a:lnTo>
                    <a:lnTo>
                      <a:pt x="89" y="258"/>
                    </a:lnTo>
                    <a:lnTo>
                      <a:pt x="53" y="246"/>
                    </a:lnTo>
                    <a:lnTo>
                      <a:pt x="24" y="237"/>
                    </a:lnTo>
                    <a:lnTo>
                      <a:pt x="7" y="231"/>
                    </a:lnTo>
                    <a:lnTo>
                      <a:pt x="0" y="229"/>
                    </a:lnTo>
                    <a:lnTo>
                      <a:pt x="0" y="202"/>
                    </a:lnTo>
                    <a:lnTo>
                      <a:pt x="569" y="402"/>
                    </a:lnTo>
                    <a:lnTo>
                      <a:pt x="812" y="321"/>
                    </a:lnTo>
                    <a:lnTo>
                      <a:pt x="807" y="306"/>
                    </a:lnTo>
                    <a:lnTo>
                      <a:pt x="805" y="288"/>
                    </a:lnTo>
                    <a:lnTo>
                      <a:pt x="799" y="275"/>
                    </a:lnTo>
                    <a:lnTo>
                      <a:pt x="787" y="271"/>
                    </a:lnTo>
                    <a:lnTo>
                      <a:pt x="582" y="340"/>
                    </a:lnTo>
                    <a:lnTo>
                      <a:pt x="572" y="341"/>
                    </a:lnTo>
                    <a:lnTo>
                      <a:pt x="552" y="337"/>
                    </a:lnTo>
                    <a:lnTo>
                      <a:pt x="523" y="330"/>
                    </a:lnTo>
                    <a:lnTo>
                      <a:pt x="485" y="321"/>
                    </a:lnTo>
                    <a:lnTo>
                      <a:pt x="441" y="308"/>
                    </a:lnTo>
                    <a:lnTo>
                      <a:pt x="393" y="294"/>
                    </a:lnTo>
                    <a:lnTo>
                      <a:pt x="342" y="278"/>
                    </a:lnTo>
                    <a:lnTo>
                      <a:pt x="289" y="262"/>
                    </a:lnTo>
                    <a:lnTo>
                      <a:pt x="237" y="246"/>
                    </a:lnTo>
                    <a:lnTo>
                      <a:pt x="187" y="230"/>
                    </a:lnTo>
                    <a:lnTo>
                      <a:pt x="139" y="214"/>
                    </a:lnTo>
                    <a:lnTo>
                      <a:pt x="97" y="201"/>
                    </a:lnTo>
                    <a:lnTo>
                      <a:pt x="61" y="189"/>
                    </a:lnTo>
                    <a:lnTo>
                      <a:pt x="35" y="180"/>
                    </a:lnTo>
                    <a:lnTo>
                      <a:pt x="16" y="174"/>
                    </a:lnTo>
                    <a:lnTo>
                      <a:pt x="10" y="172"/>
                    </a:lnTo>
                    <a:lnTo>
                      <a:pt x="7" y="172"/>
                    </a:lnTo>
                    <a:lnTo>
                      <a:pt x="5" y="165"/>
                    </a:lnTo>
                    <a:lnTo>
                      <a:pt x="5" y="158"/>
                    </a:lnTo>
                    <a:lnTo>
                      <a:pt x="5" y="151"/>
                    </a:lnTo>
                    <a:lnTo>
                      <a:pt x="5" y="143"/>
                    </a:lnTo>
                    <a:lnTo>
                      <a:pt x="569" y="315"/>
                    </a:lnTo>
                    <a:lnTo>
                      <a:pt x="785" y="243"/>
                    </a:lnTo>
                    <a:lnTo>
                      <a:pt x="794" y="237"/>
                    </a:lnTo>
                    <a:lnTo>
                      <a:pt x="805" y="229"/>
                    </a:lnTo>
                    <a:lnTo>
                      <a:pt x="819" y="220"/>
                    </a:lnTo>
                    <a:lnTo>
                      <a:pt x="834" y="212"/>
                    </a:lnTo>
                    <a:lnTo>
                      <a:pt x="849" y="204"/>
                    </a:lnTo>
                    <a:lnTo>
                      <a:pt x="864" y="196"/>
                    </a:lnTo>
                    <a:lnTo>
                      <a:pt x="876" y="190"/>
                    </a:lnTo>
                    <a:lnTo>
                      <a:pt x="888" y="186"/>
                    </a:lnTo>
                    <a:lnTo>
                      <a:pt x="891" y="193"/>
                    </a:lnTo>
                    <a:lnTo>
                      <a:pt x="890" y="200"/>
                    </a:lnTo>
                    <a:lnTo>
                      <a:pt x="886" y="205"/>
                    </a:lnTo>
                    <a:lnTo>
                      <a:pt x="880" y="212"/>
                    </a:lnTo>
                    <a:lnTo>
                      <a:pt x="874" y="218"/>
                    </a:lnTo>
                    <a:lnTo>
                      <a:pt x="867" y="224"/>
                    </a:lnTo>
                    <a:lnTo>
                      <a:pt x="861" y="230"/>
                    </a:lnTo>
                    <a:lnTo>
                      <a:pt x="858" y="237"/>
                    </a:lnTo>
                    <a:lnTo>
                      <a:pt x="848" y="254"/>
                    </a:lnTo>
                    <a:lnTo>
                      <a:pt x="842" y="269"/>
                    </a:lnTo>
                    <a:lnTo>
                      <a:pt x="842" y="284"/>
                    </a:lnTo>
                    <a:lnTo>
                      <a:pt x="845" y="300"/>
                    </a:lnTo>
                    <a:lnTo>
                      <a:pt x="852" y="316"/>
                    </a:lnTo>
                    <a:lnTo>
                      <a:pt x="861" y="333"/>
                    </a:lnTo>
                    <a:lnTo>
                      <a:pt x="873" y="354"/>
                    </a:lnTo>
                    <a:lnTo>
                      <a:pt x="886" y="377"/>
                    </a:lnTo>
                    <a:lnTo>
                      <a:pt x="901" y="401"/>
                    </a:lnTo>
                    <a:lnTo>
                      <a:pt x="916" y="424"/>
                    </a:lnTo>
                    <a:lnTo>
                      <a:pt x="932" y="447"/>
                    </a:lnTo>
                    <a:lnTo>
                      <a:pt x="949" y="469"/>
                    </a:lnTo>
                    <a:lnTo>
                      <a:pt x="966" y="491"/>
                    </a:lnTo>
                    <a:lnTo>
                      <a:pt x="985" y="513"/>
                    </a:lnTo>
                    <a:lnTo>
                      <a:pt x="1005" y="533"/>
                    </a:lnTo>
                    <a:lnTo>
                      <a:pt x="1026" y="552"/>
                    </a:lnTo>
                    <a:lnTo>
                      <a:pt x="1040" y="558"/>
                    </a:lnTo>
                    <a:lnTo>
                      <a:pt x="1055" y="564"/>
                    </a:lnTo>
                    <a:lnTo>
                      <a:pt x="1069" y="568"/>
                    </a:lnTo>
                    <a:lnTo>
                      <a:pt x="1084" y="573"/>
                    </a:lnTo>
                    <a:lnTo>
                      <a:pt x="1100" y="575"/>
                    </a:lnTo>
                    <a:lnTo>
                      <a:pt x="1115" y="576"/>
                    </a:lnTo>
                    <a:lnTo>
                      <a:pt x="1131" y="575"/>
                    </a:lnTo>
                    <a:lnTo>
                      <a:pt x="1147" y="573"/>
                    </a:lnTo>
                    <a:lnTo>
                      <a:pt x="1169" y="561"/>
                    </a:lnTo>
                    <a:lnTo>
                      <a:pt x="1190" y="548"/>
                    </a:lnTo>
                    <a:lnTo>
                      <a:pt x="1209" y="533"/>
                    </a:lnTo>
                    <a:lnTo>
                      <a:pt x="1229" y="514"/>
                    </a:lnTo>
                    <a:lnTo>
                      <a:pt x="1246" y="496"/>
                    </a:lnTo>
                    <a:lnTo>
                      <a:pt x="1262" y="476"/>
                    </a:lnTo>
                    <a:lnTo>
                      <a:pt x="1276" y="454"/>
                    </a:lnTo>
                    <a:lnTo>
                      <a:pt x="1288" y="432"/>
                    </a:lnTo>
                    <a:lnTo>
                      <a:pt x="1422" y="34"/>
                    </a:lnTo>
                    <a:lnTo>
                      <a:pt x="1429" y="27"/>
                    </a:lnTo>
                    <a:lnTo>
                      <a:pt x="1437" y="19"/>
                    </a:lnTo>
                    <a:lnTo>
                      <a:pt x="1445" y="12"/>
                    </a:lnTo>
                    <a:lnTo>
                      <a:pt x="1453" y="6"/>
                    </a:lnTo>
                    <a:lnTo>
                      <a:pt x="1463" y="2"/>
                    </a:lnTo>
                    <a:lnTo>
                      <a:pt x="1473" y="0"/>
                    </a:lnTo>
                    <a:lnTo>
                      <a:pt x="1483" y="2"/>
                    </a:lnTo>
                    <a:lnTo>
                      <a:pt x="149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2" name="Freeform 73"/>
              <p:cNvSpPr>
                <a:spLocks/>
              </p:cNvSpPr>
              <p:nvPr/>
            </p:nvSpPr>
            <p:spPr bwMode="auto">
              <a:xfrm>
                <a:off x="3106" y="3227"/>
                <a:ext cx="361" cy="452"/>
              </a:xfrm>
              <a:custGeom>
                <a:avLst/>
                <a:gdLst>
                  <a:gd name="T0" fmla="*/ 171 w 722"/>
                  <a:gd name="T1" fmla="*/ 405 h 903"/>
                  <a:gd name="T2" fmla="*/ 204 w 722"/>
                  <a:gd name="T3" fmla="*/ 181 h 903"/>
                  <a:gd name="T4" fmla="*/ 242 w 722"/>
                  <a:gd name="T5" fmla="*/ 100 h 903"/>
                  <a:gd name="T6" fmla="*/ 287 w 722"/>
                  <a:gd name="T7" fmla="*/ 95 h 903"/>
                  <a:gd name="T8" fmla="*/ 288 w 722"/>
                  <a:gd name="T9" fmla="*/ 278 h 903"/>
                  <a:gd name="T10" fmla="*/ 322 w 722"/>
                  <a:gd name="T11" fmla="*/ 257 h 903"/>
                  <a:gd name="T12" fmla="*/ 340 w 722"/>
                  <a:gd name="T13" fmla="*/ 216 h 903"/>
                  <a:gd name="T14" fmla="*/ 349 w 722"/>
                  <a:gd name="T15" fmla="*/ 90 h 903"/>
                  <a:gd name="T16" fmla="*/ 339 w 722"/>
                  <a:gd name="T17" fmla="*/ 49 h 903"/>
                  <a:gd name="T18" fmla="*/ 305 w 722"/>
                  <a:gd name="T19" fmla="*/ 19 h 903"/>
                  <a:gd name="T20" fmla="*/ 249 w 722"/>
                  <a:gd name="T21" fmla="*/ 15 h 903"/>
                  <a:gd name="T22" fmla="*/ 193 w 722"/>
                  <a:gd name="T23" fmla="*/ 22 h 903"/>
                  <a:gd name="T24" fmla="*/ 141 w 722"/>
                  <a:gd name="T25" fmla="*/ 38 h 903"/>
                  <a:gd name="T26" fmla="*/ 85 w 722"/>
                  <a:gd name="T27" fmla="*/ 63 h 903"/>
                  <a:gd name="T28" fmla="*/ 49 w 722"/>
                  <a:gd name="T29" fmla="*/ 106 h 903"/>
                  <a:gd name="T30" fmla="*/ 23 w 722"/>
                  <a:gd name="T31" fmla="*/ 233 h 903"/>
                  <a:gd name="T32" fmla="*/ 28 w 722"/>
                  <a:gd name="T33" fmla="*/ 283 h 903"/>
                  <a:gd name="T34" fmla="*/ 55 w 722"/>
                  <a:gd name="T35" fmla="*/ 321 h 903"/>
                  <a:gd name="T36" fmla="*/ 87 w 722"/>
                  <a:gd name="T37" fmla="*/ 331 h 903"/>
                  <a:gd name="T38" fmla="*/ 113 w 722"/>
                  <a:gd name="T39" fmla="*/ 334 h 903"/>
                  <a:gd name="T40" fmla="*/ 138 w 722"/>
                  <a:gd name="T41" fmla="*/ 333 h 903"/>
                  <a:gd name="T42" fmla="*/ 165 w 722"/>
                  <a:gd name="T43" fmla="*/ 326 h 903"/>
                  <a:gd name="T44" fmla="*/ 165 w 722"/>
                  <a:gd name="T45" fmla="*/ 339 h 903"/>
                  <a:gd name="T46" fmla="*/ 138 w 722"/>
                  <a:gd name="T47" fmla="*/ 346 h 903"/>
                  <a:gd name="T48" fmla="*/ 113 w 722"/>
                  <a:gd name="T49" fmla="*/ 350 h 903"/>
                  <a:gd name="T50" fmla="*/ 88 w 722"/>
                  <a:gd name="T51" fmla="*/ 349 h 903"/>
                  <a:gd name="T52" fmla="*/ 61 w 722"/>
                  <a:gd name="T53" fmla="*/ 344 h 903"/>
                  <a:gd name="T54" fmla="*/ 27 w 722"/>
                  <a:gd name="T55" fmla="*/ 325 h 903"/>
                  <a:gd name="T56" fmla="*/ 5 w 722"/>
                  <a:gd name="T57" fmla="*/ 293 h 903"/>
                  <a:gd name="T58" fmla="*/ 3 w 722"/>
                  <a:gd name="T59" fmla="*/ 183 h 903"/>
                  <a:gd name="T60" fmla="*/ 31 w 722"/>
                  <a:gd name="T61" fmla="*/ 79 h 903"/>
                  <a:gd name="T62" fmla="*/ 49 w 722"/>
                  <a:gd name="T63" fmla="*/ 54 h 903"/>
                  <a:gd name="T64" fmla="*/ 72 w 722"/>
                  <a:gd name="T65" fmla="*/ 39 h 903"/>
                  <a:gd name="T66" fmla="*/ 99 w 722"/>
                  <a:gd name="T67" fmla="*/ 30 h 903"/>
                  <a:gd name="T68" fmla="*/ 137 w 722"/>
                  <a:gd name="T69" fmla="*/ 20 h 903"/>
                  <a:gd name="T70" fmla="*/ 152 w 722"/>
                  <a:gd name="T71" fmla="*/ 17 h 903"/>
                  <a:gd name="T72" fmla="*/ 187 w 722"/>
                  <a:gd name="T73" fmla="*/ 10 h 903"/>
                  <a:gd name="T74" fmla="*/ 230 w 722"/>
                  <a:gd name="T75" fmla="*/ 3 h 903"/>
                  <a:gd name="T76" fmla="*/ 266 w 722"/>
                  <a:gd name="T77" fmla="*/ 0 h 903"/>
                  <a:gd name="T78" fmla="*/ 315 w 722"/>
                  <a:gd name="T79" fmla="*/ 7 h 903"/>
                  <a:gd name="T80" fmla="*/ 350 w 722"/>
                  <a:gd name="T81" fmla="*/ 35 h 903"/>
                  <a:gd name="T82" fmla="*/ 361 w 722"/>
                  <a:gd name="T83" fmla="*/ 105 h 903"/>
                  <a:gd name="T84" fmla="*/ 360 w 722"/>
                  <a:gd name="T85" fmla="*/ 181 h 903"/>
                  <a:gd name="T86" fmla="*/ 354 w 722"/>
                  <a:gd name="T87" fmla="*/ 235 h 903"/>
                  <a:gd name="T88" fmla="*/ 325 w 722"/>
                  <a:gd name="T89" fmla="*/ 278 h 903"/>
                  <a:gd name="T90" fmla="*/ 301 w 722"/>
                  <a:gd name="T91" fmla="*/ 292 h 903"/>
                  <a:gd name="T92" fmla="*/ 277 w 722"/>
                  <a:gd name="T93" fmla="*/ 305 h 903"/>
                  <a:gd name="T94" fmla="*/ 289 w 722"/>
                  <a:gd name="T95" fmla="*/ 107 h 903"/>
                  <a:gd name="T96" fmla="*/ 250 w 722"/>
                  <a:gd name="T97" fmla="*/ 113 h 903"/>
                  <a:gd name="T98" fmla="*/ 178 w 722"/>
                  <a:gd name="T99" fmla="*/ 452 h 9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722"/>
                  <a:gd name="T151" fmla="*/ 0 h 903"/>
                  <a:gd name="T152" fmla="*/ 722 w 722"/>
                  <a:gd name="T153" fmla="*/ 903 h 9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722" h="903">
                    <a:moveTo>
                      <a:pt x="356" y="903"/>
                    </a:moveTo>
                    <a:lnTo>
                      <a:pt x="328" y="903"/>
                    </a:lnTo>
                    <a:lnTo>
                      <a:pt x="332" y="878"/>
                    </a:lnTo>
                    <a:lnTo>
                      <a:pt x="341" y="809"/>
                    </a:lnTo>
                    <a:lnTo>
                      <a:pt x="354" y="710"/>
                    </a:lnTo>
                    <a:lnTo>
                      <a:pt x="371" y="593"/>
                    </a:lnTo>
                    <a:lnTo>
                      <a:pt x="389" y="474"/>
                    </a:lnTo>
                    <a:lnTo>
                      <a:pt x="409" y="362"/>
                    </a:lnTo>
                    <a:lnTo>
                      <a:pt x="428" y="272"/>
                    </a:lnTo>
                    <a:lnTo>
                      <a:pt x="446" y="215"/>
                    </a:lnTo>
                    <a:lnTo>
                      <a:pt x="464" y="207"/>
                    </a:lnTo>
                    <a:lnTo>
                      <a:pt x="485" y="199"/>
                    </a:lnTo>
                    <a:lnTo>
                      <a:pt x="507" y="194"/>
                    </a:lnTo>
                    <a:lnTo>
                      <a:pt x="529" y="189"/>
                    </a:lnTo>
                    <a:lnTo>
                      <a:pt x="551" y="188"/>
                    </a:lnTo>
                    <a:lnTo>
                      <a:pt x="574" y="189"/>
                    </a:lnTo>
                    <a:lnTo>
                      <a:pt x="594" y="194"/>
                    </a:lnTo>
                    <a:lnTo>
                      <a:pt x="615" y="203"/>
                    </a:lnTo>
                    <a:lnTo>
                      <a:pt x="559" y="561"/>
                    </a:lnTo>
                    <a:lnTo>
                      <a:pt x="575" y="555"/>
                    </a:lnTo>
                    <a:lnTo>
                      <a:pt x="592" y="547"/>
                    </a:lnTo>
                    <a:lnTo>
                      <a:pt x="609" y="538"/>
                    </a:lnTo>
                    <a:lnTo>
                      <a:pt x="628" y="527"/>
                    </a:lnTo>
                    <a:lnTo>
                      <a:pt x="644" y="513"/>
                    </a:lnTo>
                    <a:lnTo>
                      <a:pt x="658" y="499"/>
                    </a:lnTo>
                    <a:lnTo>
                      <a:pt x="669" y="483"/>
                    </a:lnTo>
                    <a:lnTo>
                      <a:pt x="676" y="467"/>
                    </a:lnTo>
                    <a:lnTo>
                      <a:pt x="679" y="431"/>
                    </a:lnTo>
                    <a:lnTo>
                      <a:pt x="688" y="348"/>
                    </a:lnTo>
                    <a:lnTo>
                      <a:pt x="696" y="258"/>
                    </a:lnTo>
                    <a:lnTo>
                      <a:pt x="699" y="197"/>
                    </a:lnTo>
                    <a:lnTo>
                      <a:pt x="698" y="180"/>
                    </a:lnTo>
                    <a:lnTo>
                      <a:pt x="696" y="160"/>
                    </a:lnTo>
                    <a:lnTo>
                      <a:pt x="691" y="139"/>
                    </a:lnTo>
                    <a:lnTo>
                      <a:pt x="685" y="119"/>
                    </a:lnTo>
                    <a:lnTo>
                      <a:pt x="677" y="98"/>
                    </a:lnTo>
                    <a:lnTo>
                      <a:pt x="667" y="77"/>
                    </a:lnTo>
                    <a:lnTo>
                      <a:pt x="653" y="60"/>
                    </a:lnTo>
                    <a:lnTo>
                      <a:pt x="637" y="44"/>
                    </a:lnTo>
                    <a:lnTo>
                      <a:pt x="609" y="38"/>
                    </a:lnTo>
                    <a:lnTo>
                      <a:pt x="580" y="33"/>
                    </a:lnTo>
                    <a:lnTo>
                      <a:pt x="553" y="31"/>
                    </a:lnTo>
                    <a:lnTo>
                      <a:pt x="525" y="30"/>
                    </a:lnTo>
                    <a:lnTo>
                      <a:pt x="498" y="30"/>
                    </a:lnTo>
                    <a:lnTo>
                      <a:pt x="470" y="31"/>
                    </a:lnTo>
                    <a:lnTo>
                      <a:pt x="441" y="35"/>
                    </a:lnTo>
                    <a:lnTo>
                      <a:pt x="415" y="38"/>
                    </a:lnTo>
                    <a:lnTo>
                      <a:pt x="387" y="44"/>
                    </a:lnTo>
                    <a:lnTo>
                      <a:pt x="360" y="50"/>
                    </a:lnTo>
                    <a:lnTo>
                      <a:pt x="333" y="58"/>
                    </a:lnTo>
                    <a:lnTo>
                      <a:pt x="307" y="66"/>
                    </a:lnTo>
                    <a:lnTo>
                      <a:pt x="281" y="75"/>
                    </a:lnTo>
                    <a:lnTo>
                      <a:pt x="256" y="84"/>
                    </a:lnTo>
                    <a:lnTo>
                      <a:pt x="230" y="94"/>
                    </a:lnTo>
                    <a:lnTo>
                      <a:pt x="206" y="106"/>
                    </a:lnTo>
                    <a:lnTo>
                      <a:pt x="170" y="126"/>
                    </a:lnTo>
                    <a:lnTo>
                      <a:pt x="143" y="146"/>
                    </a:lnTo>
                    <a:lnTo>
                      <a:pt x="123" y="167"/>
                    </a:lnTo>
                    <a:lnTo>
                      <a:pt x="109" y="189"/>
                    </a:lnTo>
                    <a:lnTo>
                      <a:pt x="99" y="211"/>
                    </a:lnTo>
                    <a:lnTo>
                      <a:pt x="91" y="235"/>
                    </a:lnTo>
                    <a:lnTo>
                      <a:pt x="83" y="259"/>
                    </a:lnTo>
                    <a:lnTo>
                      <a:pt x="73" y="285"/>
                    </a:lnTo>
                    <a:lnTo>
                      <a:pt x="45" y="465"/>
                    </a:lnTo>
                    <a:lnTo>
                      <a:pt x="46" y="491"/>
                    </a:lnTo>
                    <a:lnTo>
                      <a:pt x="48" y="516"/>
                    </a:lnTo>
                    <a:lnTo>
                      <a:pt x="52" y="541"/>
                    </a:lnTo>
                    <a:lnTo>
                      <a:pt x="56" y="566"/>
                    </a:lnTo>
                    <a:lnTo>
                      <a:pt x="64" y="588"/>
                    </a:lnTo>
                    <a:lnTo>
                      <a:pt x="76" y="608"/>
                    </a:lnTo>
                    <a:lnTo>
                      <a:pt x="91" y="627"/>
                    </a:lnTo>
                    <a:lnTo>
                      <a:pt x="111" y="641"/>
                    </a:lnTo>
                    <a:lnTo>
                      <a:pt x="128" y="647"/>
                    </a:lnTo>
                    <a:lnTo>
                      <a:pt x="144" y="653"/>
                    </a:lnTo>
                    <a:lnTo>
                      <a:pt x="160" y="658"/>
                    </a:lnTo>
                    <a:lnTo>
                      <a:pt x="174" y="661"/>
                    </a:lnTo>
                    <a:lnTo>
                      <a:pt x="188" y="665"/>
                    </a:lnTo>
                    <a:lnTo>
                      <a:pt x="202" y="667"/>
                    </a:lnTo>
                    <a:lnTo>
                      <a:pt x="214" y="668"/>
                    </a:lnTo>
                    <a:lnTo>
                      <a:pt x="227" y="668"/>
                    </a:lnTo>
                    <a:lnTo>
                      <a:pt x="238" y="668"/>
                    </a:lnTo>
                    <a:lnTo>
                      <a:pt x="251" y="668"/>
                    </a:lnTo>
                    <a:lnTo>
                      <a:pt x="263" y="667"/>
                    </a:lnTo>
                    <a:lnTo>
                      <a:pt x="275" y="665"/>
                    </a:lnTo>
                    <a:lnTo>
                      <a:pt x="288" y="662"/>
                    </a:lnTo>
                    <a:lnTo>
                      <a:pt x="301" y="659"/>
                    </a:lnTo>
                    <a:lnTo>
                      <a:pt x="314" y="656"/>
                    </a:lnTo>
                    <a:lnTo>
                      <a:pt x="329" y="652"/>
                    </a:lnTo>
                    <a:lnTo>
                      <a:pt x="333" y="657"/>
                    </a:lnTo>
                    <a:lnTo>
                      <a:pt x="333" y="664"/>
                    </a:lnTo>
                    <a:lnTo>
                      <a:pt x="331" y="672"/>
                    </a:lnTo>
                    <a:lnTo>
                      <a:pt x="329" y="677"/>
                    </a:lnTo>
                    <a:lnTo>
                      <a:pt x="316" y="682"/>
                    </a:lnTo>
                    <a:lnTo>
                      <a:pt x="302" y="686"/>
                    </a:lnTo>
                    <a:lnTo>
                      <a:pt x="289" y="690"/>
                    </a:lnTo>
                    <a:lnTo>
                      <a:pt x="276" y="692"/>
                    </a:lnTo>
                    <a:lnTo>
                      <a:pt x="264" y="695"/>
                    </a:lnTo>
                    <a:lnTo>
                      <a:pt x="251" y="697"/>
                    </a:lnTo>
                    <a:lnTo>
                      <a:pt x="238" y="699"/>
                    </a:lnTo>
                    <a:lnTo>
                      <a:pt x="226" y="699"/>
                    </a:lnTo>
                    <a:lnTo>
                      <a:pt x="213" y="700"/>
                    </a:lnTo>
                    <a:lnTo>
                      <a:pt x="202" y="700"/>
                    </a:lnTo>
                    <a:lnTo>
                      <a:pt x="189" y="699"/>
                    </a:lnTo>
                    <a:lnTo>
                      <a:pt x="176" y="698"/>
                    </a:lnTo>
                    <a:lnTo>
                      <a:pt x="164" y="696"/>
                    </a:lnTo>
                    <a:lnTo>
                      <a:pt x="150" y="694"/>
                    </a:lnTo>
                    <a:lnTo>
                      <a:pt x="137" y="690"/>
                    </a:lnTo>
                    <a:lnTo>
                      <a:pt x="123" y="687"/>
                    </a:lnTo>
                    <a:lnTo>
                      <a:pt x="106" y="680"/>
                    </a:lnTo>
                    <a:lnTo>
                      <a:pt x="88" y="672"/>
                    </a:lnTo>
                    <a:lnTo>
                      <a:pt x="71" y="661"/>
                    </a:lnTo>
                    <a:lnTo>
                      <a:pt x="55" y="650"/>
                    </a:lnTo>
                    <a:lnTo>
                      <a:pt x="40" y="636"/>
                    </a:lnTo>
                    <a:lnTo>
                      <a:pt x="28" y="621"/>
                    </a:lnTo>
                    <a:lnTo>
                      <a:pt x="18" y="605"/>
                    </a:lnTo>
                    <a:lnTo>
                      <a:pt x="10" y="586"/>
                    </a:lnTo>
                    <a:lnTo>
                      <a:pt x="2" y="531"/>
                    </a:lnTo>
                    <a:lnTo>
                      <a:pt x="0" y="476"/>
                    </a:lnTo>
                    <a:lnTo>
                      <a:pt x="1" y="421"/>
                    </a:lnTo>
                    <a:lnTo>
                      <a:pt x="7" y="365"/>
                    </a:lnTo>
                    <a:lnTo>
                      <a:pt x="16" y="311"/>
                    </a:lnTo>
                    <a:lnTo>
                      <a:pt x="29" y="258"/>
                    </a:lnTo>
                    <a:lnTo>
                      <a:pt x="44" y="206"/>
                    </a:lnTo>
                    <a:lnTo>
                      <a:pt x="62" y="157"/>
                    </a:lnTo>
                    <a:lnTo>
                      <a:pt x="71" y="142"/>
                    </a:lnTo>
                    <a:lnTo>
                      <a:pt x="81" y="129"/>
                    </a:lnTo>
                    <a:lnTo>
                      <a:pt x="90" y="118"/>
                    </a:lnTo>
                    <a:lnTo>
                      <a:pt x="99" y="107"/>
                    </a:lnTo>
                    <a:lnTo>
                      <a:pt x="109" y="99"/>
                    </a:lnTo>
                    <a:lnTo>
                      <a:pt x="120" y="91"/>
                    </a:lnTo>
                    <a:lnTo>
                      <a:pt x="131" y="84"/>
                    </a:lnTo>
                    <a:lnTo>
                      <a:pt x="143" y="78"/>
                    </a:lnTo>
                    <a:lnTo>
                      <a:pt x="155" y="73"/>
                    </a:lnTo>
                    <a:lnTo>
                      <a:pt x="169" y="68"/>
                    </a:lnTo>
                    <a:lnTo>
                      <a:pt x="183" y="63"/>
                    </a:lnTo>
                    <a:lnTo>
                      <a:pt x="199" y="59"/>
                    </a:lnTo>
                    <a:lnTo>
                      <a:pt x="215" y="54"/>
                    </a:lnTo>
                    <a:lnTo>
                      <a:pt x="233" y="50"/>
                    </a:lnTo>
                    <a:lnTo>
                      <a:pt x="252" y="45"/>
                    </a:lnTo>
                    <a:lnTo>
                      <a:pt x="273" y="39"/>
                    </a:lnTo>
                    <a:lnTo>
                      <a:pt x="275" y="39"/>
                    </a:lnTo>
                    <a:lnTo>
                      <a:pt x="281" y="38"/>
                    </a:lnTo>
                    <a:lnTo>
                      <a:pt x="290" y="36"/>
                    </a:lnTo>
                    <a:lnTo>
                      <a:pt x="303" y="33"/>
                    </a:lnTo>
                    <a:lnTo>
                      <a:pt x="319" y="30"/>
                    </a:lnTo>
                    <a:lnTo>
                      <a:pt x="336" y="26"/>
                    </a:lnTo>
                    <a:lnTo>
                      <a:pt x="355" y="23"/>
                    </a:lnTo>
                    <a:lnTo>
                      <a:pt x="375" y="20"/>
                    </a:lnTo>
                    <a:lnTo>
                      <a:pt x="397" y="16"/>
                    </a:lnTo>
                    <a:lnTo>
                      <a:pt x="418" y="13"/>
                    </a:lnTo>
                    <a:lnTo>
                      <a:pt x="440" y="9"/>
                    </a:lnTo>
                    <a:lnTo>
                      <a:pt x="461" y="6"/>
                    </a:lnTo>
                    <a:lnTo>
                      <a:pt x="481" y="3"/>
                    </a:lnTo>
                    <a:lnTo>
                      <a:pt x="500" y="1"/>
                    </a:lnTo>
                    <a:lnTo>
                      <a:pt x="516" y="0"/>
                    </a:lnTo>
                    <a:lnTo>
                      <a:pt x="531" y="0"/>
                    </a:lnTo>
                    <a:lnTo>
                      <a:pt x="556" y="0"/>
                    </a:lnTo>
                    <a:lnTo>
                      <a:pt x="582" y="2"/>
                    </a:lnTo>
                    <a:lnTo>
                      <a:pt x="606" y="7"/>
                    </a:lnTo>
                    <a:lnTo>
                      <a:pt x="629" y="13"/>
                    </a:lnTo>
                    <a:lnTo>
                      <a:pt x="650" y="22"/>
                    </a:lnTo>
                    <a:lnTo>
                      <a:pt x="668" y="33"/>
                    </a:lnTo>
                    <a:lnTo>
                      <a:pt x="685" y="50"/>
                    </a:lnTo>
                    <a:lnTo>
                      <a:pt x="699" y="69"/>
                    </a:lnTo>
                    <a:lnTo>
                      <a:pt x="711" y="98"/>
                    </a:lnTo>
                    <a:lnTo>
                      <a:pt x="718" y="131"/>
                    </a:lnTo>
                    <a:lnTo>
                      <a:pt x="721" y="169"/>
                    </a:lnTo>
                    <a:lnTo>
                      <a:pt x="722" y="209"/>
                    </a:lnTo>
                    <a:lnTo>
                      <a:pt x="722" y="249"/>
                    </a:lnTo>
                    <a:lnTo>
                      <a:pt x="720" y="289"/>
                    </a:lnTo>
                    <a:lnTo>
                      <a:pt x="719" y="327"/>
                    </a:lnTo>
                    <a:lnTo>
                      <a:pt x="719" y="362"/>
                    </a:lnTo>
                    <a:lnTo>
                      <a:pt x="716" y="391"/>
                    </a:lnTo>
                    <a:lnTo>
                      <a:pt x="715" y="417"/>
                    </a:lnTo>
                    <a:lnTo>
                      <a:pt x="713" y="445"/>
                    </a:lnTo>
                    <a:lnTo>
                      <a:pt x="708" y="470"/>
                    </a:lnTo>
                    <a:lnTo>
                      <a:pt x="700" y="494"/>
                    </a:lnTo>
                    <a:lnTo>
                      <a:pt x="689" y="516"/>
                    </a:lnTo>
                    <a:lnTo>
                      <a:pt x="673" y="537"/>
                    </a:lnTo>
                    <a:lnTo>
                      <a:pt x="650" y="555"/>
                    </a:lnTo>
                    <a:lnTo>
                      <a:pt x="638" y="562"/>
                    </a:lnTo>
                    <a:lnTo>
                      <a:pt x="625" y="570"/>
                    </a:lnTo>
                    <a:lnTo>
                      <a:pt x="614" y="577"/>
                    </a:lnTo>
                    <a:lnTo>
                      <a:pt x="602" y="584"/>
                    </a:lnTo>
                    <a:lnTo>
                      <a:pt x="590" y="592"/>
                    </a:lnTo>
                    <a:lnTo>
                      <a:pt x="578" y="598"/>
                    </a:lnTo>
                    <a:lnTo>
                      <a:pt x="565" y="604"/>
                    </a:lnTo>
                    <a:lnTo>
                      <a:pt x="553" y="609"/>
                    </a:lnTo>
                    <a:lnTo>
                      <a:pt x="503" y="903"/>
                    </a:lnTo>
                    <a:lnTo>
                      <a:pt x="478" y="903"/>
                    </a:lnTo>
                    <a:lnTo>
                      <a:pt x="589" y="215"/>
                    </a:lnTo>
                    <a:lnTo>
                      <a:pt x="577" y="213"/>
                    </a:lnTo>
                    <a:lnTo>
                      <a:pt x="561" y="213"/>
                    </a:lnTo>
                    <a:lnTo>
                      <a:pt x="542" y="215"/>
                    </a:lnTo>
                    <a:lnTo>
                      <a:pt x="522" y="219"/>
                    </a:lnTo>
                    <a:lnTo>
                      <a:pt x="500" y="225"/>
                    </a:lnTo>
                    <a:lnTo>
                      <a:pt x="481" y="230"/>
                    </a:lnTo>
                    <a:lnTo>
                      <a:pt x="465" y="235"/>
                    </a:lnTo>
                    <a:lnTo>
                      <a:pt x="454" y="241"/>
                    </a:lnTo>
                    <a:lnTo>
                      <a:pt x="356" y="9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3" name="Freeform 74"/>
              <p:cNvSpPr>
                <a:spLocks/>
              </p:cNvSpPr>
              <p:nvPr/>
            </p:nvSpPr>
            <p:spPr bwMode="auto">
              <a:xfrm>
                <a:off x="3162" y="3260"/>
                <a:ext cx="214" cy="263"/>
              </a:xfrm>
              <a:custGeom>
                <a:avLst/>
                <a:gdLst>
                  <a:gd name="T0" fmla="*/ 204 w 428"/>
                  <a:gd name="T1" fmla="*/ 2 h 526"/>
                  <a:gd name="T2" fmla="*/ 184 w 428"/>
                  <a:gd name="T3" fmla="*/ 8 h 526"/>
                  <a:gd name="T4" fmla="*/ 165 w 428"/>
                  <a:gd name="T5" fmla="*/ 14 h 526"/>
                  <a:gd name="T6" fmla="*/ 148 w 428"/>
                  <a:gd name="T7" fmla="*/ 20 h 526"/>
                  <a:gd name="T8" fmla="*/ 130 w 428"/>
                  <a:gd name="T9" fmla="*/ 26 h 526"/>
                  <a:gd name="T10" fmla="*/ 112 w 428"/>
                  <a:gd name="T11" fmla="*/ 33 h 526"/>
                  <a:gd name="T12" fmla="*/ 96 w 428"/>
                  <a:gd name="T13" fmla="*/ 39 h 526"/>
                  <a:gd name="T14" fmla="*/ 79 w 428"/>
                  <a:gd name="T15" fmla="*/ 45 h 526"/>
                  <a:gd name="T16" fmla="*/ 57 w 428"/>
                  <a:gd name="T17" fmla="*/ 58 h 526"/>
                  <a:gd name="T18" fmla="*/ 39 w 428"/>
                  <a:gd name="T19" fmla="*/ 83 h 526"/>
                  <a:gd name="T20" fmla="*/ 28 w 428"/>
                  <a:gd name="T21" fmla="*/ 114 h 526"/>
                  <a:gd name="T22" fmla="*/ 23 w 428"/>
                  <a:gd name="T23" fmla="*/ 146 h 526"/>
                  <a:gd name="T24" fmla="*/ 18 w 428"/>
                  <a:gd name="T25" fmla="*/ 263 h 526"/>
                  <a:gd name="T26" fmla="*/ 13 w 428"/>
                  <a:gd name="T27" fmla="*/ 263 h 526"/>
                  <a:gd name="T28" fmla="*/ 8 w 428"/>
                  <a:gd name="T29" fmla="*/ 262 h 526"/>
                  <a:gd name="T30" fmla="*/ 3 w 428"/>
                  <a:gd name="T31" fmla="*/ 260 h 526"/>
                  <a:gd name="T32" fmla="*/ 1 w 428"/>
                  <a:gd name="T33" fmla="*/ 259 h 526"/>
                  <a:gd name="T34" fmla="*/ 0 w 428"/>
                  <a:gd name="T35" fmla="*/ 206 h 526"/>
                  <a:gd name="T36" fmla="*/ 3 w 428"/>
                  <a:gd name="T37" fmla="*/ 153 h 526"/>
                  <a:gd name="T38" fmla="*/ 15 w 428"/>
                  <a:gd name="T39" fmla="*/ 102 h 526"/>
                  <a:gd name="T40" fmla="*/ 38 w 428"/>
                  <a:gd name="T41" fmla="*/ 57 h 526"/>
                  <a:gd name="T42" fmla="*/ 54 w 428"/>
                  <a:gd name="T43" fmla="*/ 47 h 526"/>
                  <a:gd name="T44" fmla="*/ 72 w 428"/>
                  <a:gd name="T45" fmla="*/ 38 h 526"/>
                  <a:gd name="T46" fmla="*/ 90 w 428"/>
                  <a:gd name="T47" fmla="*/ 30 h 526"/>
                  <a:gd name="T48" fmla="*/ 108 w 428"/>
                  <a:gd name="T49" fmla="*/ 24 h 526"/>
                  <a:gd name="T50" fmla="*/ 126 w 428"/>
                  <a:gd name="T51" fmla="*/ 18 h 526"/>
                  <a:gd name="T52" fmla="*/ 146 w 428"/>
                  <a:gd name="T53" fmla="*/ 12 h 526"/>
                  <a:gd name="T54" fmla="*/ 165 w 428"/>
                  <a:gd name="T55" fmla="*/ 8 h 526"/>
                  <a:gd name="T56" fmla="*/ 184 w 428"/>
                  <a:gd name="T57" fmla="*/ 3 h 526"/>
                  <a:gd name="T58" fmla="*/ 191 w 428"/>
                  <a:gd name="T59" fmla="*/ 2 h 526"/>
                  <a:gd name="T60" fmla="*/ 199 w 428"/>
                  <a:gd name="T61" fmla="*/ 1 h 526"/>
                  <a:gd name="T62" fmla="*/ 207 w 428"/>
                  <a:gd name="T63" fmla="*/ 1 h 526"/>
                  <a:gd name="T64" fmla="*/ 214 w 428"/>
                  <a:gd name="T65" fmla="*/ 0 h 5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28"/>
                  <a:gd name="T100" fmla="*/ 0 h 526"/>
                  <a:gd name="T101" fmla="*/ 428 w 428"/>
                  <a:gd name="T102" fmla="*/ 526 h 5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28" h="526">
                    <a:moveTo>
                      <a:pt x="428" y="0"/>
                    </a:moveTo>
                    <a:lnTo>
                      <a:pt x="407" y="5"/>
                    </a:lnTo>
                    <a:lnTo>
                      <a:pt x="388" y="11"/>
                    </a:lnTo>
                    <a:lnTo>
                      <a:pt x="368" y="17"/>
                    </a:lnTo>
                    <a:lnTo>
                      <a:pt x="349" y="23"/>
                    </a:lnTo>
                    <a:lnTo>
                      <a:pt x="330" y="28"/>
                    </a:lnTo>
                    <a:lnTo>
                      <a:pt x="312" y="34"/>
                    </a:lnTo>
                    <a:lnTo>
                      <a:pt x="295" y="41"/>
                    </a:lnTo>
                    <a:lnTo>
                      <a:pt x="276" y="47"/>
                    </a:lnTo>
                    <a:lnTo>
                      <a:pt x="259" y="53"/>
                    </a:lnTo>
                    <a:lnTo>
                      <a:pt x="242" y="60"/>
                    </a:lnTo>
                    <a:lnTo>
                      <a:pt x="225" y="65"/>
                    </a:lnTo>
                    <a:lnTo>
                      <a:pt x="208" y="71"/>
                    </a:lnTo>
                    <a:lnTo>
                      <a:pt x="191" y="78"/>
                    </a:lnTo>
                    <a:lnTo>
                      <a:pt x="175" y="84"/>
                    </a:lnTo>
                    <a:lnTo>
                      <a:pt x="157" y="91"/>
                    </a:lnTo>
                    <a:lnTo>
                      <a:pt x="141" y="96"/>
                    </a:lnTo>
                    <a:lnTo>
                      <a:pt x="115" y="116"/>
                    </a:lnTo>
                    <a:lnTo>
                      <a:pt x="94" y="140"/>
                    </a:lnTo>
                    <a:lnTo>
                      <a:pt x="78" y="167"/>
                    </a:lnTo>
                    <a:lnTo>
                      <a:pt x="66" y="197"/>
                    </a:lnTo>
                    <a:lnTo>
                      <a:pt x="57" y="228"/>
                    </a:lnTo>
                    <a:lnTo>
                      <a:pt x="50" y="260"/>
                    </a:lnTo>
                    <a:lnTo>
                      <a:pt x="45" y="292"/>
                    </a:lnTo>
                    <a:lnTo>
                      <a:pt x="39" y="323"/>
                    </a:lnTo>
                    <a:lnTo>
                      <a:pt x="35" y="525"/>
                    </a:lnTo>
                    <a:lnTo>
                      <a:pt x="32" y="526"/>
                    </a:lnTo>
                    <a:lnTo>
                      <a:pt x="27" y="526"/>
                    </a:lnTo>
                    <a:lnTo>
                      <a:pt x="22" y="525"/>
                    </a:lnTo>
                    <a:lnTo>
                      <a:pt x="16" y="524"/>
                    </a:lnTo>
                    <a:lnTo>
                      <a:pt x="10" y="522"/>
                    </a:lnTo>
                    <a:lnTo>
                      <a:pt x="5" y="520"/>
                    </a:lnTo>
                    <a:lnTo>
                      <a:pt x="2" y="518"/>
                    </a:lnTo>
                    <a:lnTo>
                      <a:pt x="1" y="518"/>
                    </a:lnTo>
                    <a:lnTo>
                      <a:pt x="0" y="465"/>
                    </a:lnTo>
                    <a:lnTo>
                      <a:pt x="0" y="412"/>
                    </a:lnTo>
                    <a:lnTo>
                      <a:pt x="2" y="358"/>
                    </a:lnTo>
                    <a:lnTo>
                      <a:pt x="7" y="306"/>
                    </a:lnTo>
                    <a:lnTo>
                      <a:pt x="16" y="254"/>
                    </a:lnTo>
                    <a:lnTo>
                      <a:pt x="30" y="205"/>
                    </a:lnTo>
                    <a:lnTo>
                      <a:pt x="49" y="159"/>
                    </a:lnTo>
                    <a:lnTo>
                      <a:pt x="76" y="115"/>
                    </a:lnTo>
                    <a:lnTo>
                      <a:pt x="92" y="105"/>
                    </a:lnTo>
                    <a:lnTo>
                      <a:pt x="109" y="94"/>
                    </a:lnTo>
                    <a:lnTo>
                      <a:pt x="126" y="85"/>
                    </a:lnTo>
                    <a:lnTo>
                      <a:pt x="144" y="77"/>
                    </a:lnTo>
                    <a:lnTo>
                      <a:pt x="161" y="69"/>
                    </a:lnTo>
                    <a:lnTo>
                      <a:pt x="179" y="61"/>
                    </a:lnTo>
                    <a:lnTo>
                      <a:pt x="198" y="54"/>
                    </a:lnTo>
                    <a:lnTo>
                      <a:pt x="216" y="48"/>
                    </a:lnTo>
                    <a:lnTo>
                      <a:pt x="235" y="41"/>
                    </a:lnTo>
                    <a:lnTo>
                      <a:pt x="253" y="37"/>
                    </a:lnTo>
                    <a:lnTo>
                      <a:pt x="272" y="31"/>
                    </a:lnTo>
                    <a:lnTo>
                      <a:pt x="291" y="25"/>
                    </a:lnTo>
                    <a:lnTo>
                      <a:pt x="310" y="20"/>
                    </a:lnTo>
                    <a:lnTo>
                      <a:pt x="329" y="16"/>
                    </a:lnTo>
                    <a:lnTo>
                      <a:pt x="348" y="11"/>
                    </a:lnTo>
                    <a:lnTo>
                      <a:pt x="367" y="7"/>
                    </a:lnTo>
                    <a:lnTo>
                      <a:pt x="375" y="5"/>
                    </a:lnTo>
                    <a:lnTo>
                      <a:pt x="382" y="4"/>
                    </a:lnTo>
                    <a:lnTo>
                      <a:pt x="390" y="3"/>
                    </a:lnTo>
                    <a:lnTo>
                      <a:pt x="398" y="3"/>
                    </a:lnTo>
                    <a:lnTo>
                      <a:pt x="405" y="2"/>
                    </a:lnTo>
                    <a:lnTo>
                      <a:pt x="413" y="1"/>
                    </a:lnTo>
                    <a:lnTo>
                      <a:pt x="420" y="1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4" name="Freeform 75"/>
              <p:cNvSpPr>
                <a:spLocks/>
              </p:cNvSpPr>
              <p:nvPr/>
            </p:nvSpPr>
            <p:spPr bwMode="auto">
              <a:xfrm>
                <a:off x="3293" y="3347"/>
                <a:ext cx="64" cy="331"/>
              </a:xfrm>
              <a:custGeom>
                <a:avLst/>
                <a:gdLst>
                  <a:gd name="T0" fmla="*/ 0 w 128"/>
                  <a:gd name="T1" fmla="*/ 331 h 661"/>
                  <a:gd name="T2" fmla="*/ 37 w 128"/>
                  <a:gd name="T3" fmla="*/ 108 h 661"/>
                  <a:gd name="T4" fmla="*/ 56 w 128"/>
                  <a:gd name="T5" fmla="*/ 3 h 661"/>
                  <a:gd name="T6" fmla="*/ 57 w 128"/>
                  <a:gd name="T7" fmla="*/ 1 h 661"/>
                  <a:gd name="T8" fmla="*/ 59 w 128"/>
                  <a:gd name="T9" fmla="*/ 0 h 661"/>
                  <a:gd name="T10" fmla="*/ 62 w 128"/>
                  <a:gd name="T11" fmla="*/ 0 h 661"/>
                  <a:gd name="T12" fmla="*/ 64 w 128"/>
                  <a:gd name="T13" fmla="*/ 0 h 661"/>
                  <a:gd name="T14" fmla="*/ 46 w 128"/>
                  <a:gd name="T15" fmla="*/ 111 h 661"/>
                  <a:gd name="T16" fmla="*/ 10 w 128"/>
                  <a:gd name="T17" fmla="*/ 331 h 661"/>
                  <a:gd name="T18" fmla="*/ 0 w 128"/>
                  <a:gd name="T19" fmla="*/ 331 h 6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8"/>
                  <a:gd name="T31" fmla="*/ 0 h 661"/>
                  <a:gd name="T32" fmla="*/ 128 w 128"/>
                  <a:gd name="T33" fmla="*/ 661 h 6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8" h="661">
                    <a:moveTo>
                      <a:pt x="0" y="661"/>
                    </a:moveTo>
                    <a:lnTo>
                      <a:pt x="74" y="215"/>
                    </a:lnTo>
                    <a:lnTo>
                      <a:pt x="113" y="6"/>
                    </a:lnTo>
                    <a:lnTo>
                      <a:pt x="114" y="1"/>
                    </a:lnTo>
                    <a:lnTo>
                      <a:pt x="118" y="0"/>
                    </a:lnTo>
                    <a:lnTo>
                      <a:pt x="124" y="0"/>
                    </a:lnTo>
                    <a:lnTo>
                      <a:pt x="128" y="0"/>
                    </a:lnTo>
                    <a:lnTo>
                      <a:pt x="92" y="222"/>
                    </a:lnTo>
                    <a:lnTo>
                      <a:pt x="20" y="661"/>
                    </a:lnTo>
                    <a:lnTo>
                      <a:pt x="0" y="6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5" name="Freeform 76"/>
              <p:cNvSpPr>
                <a:spLocks/>
              </p:cNvSpPr>
              <p:nvPr/>
            </p:nvSpPr>
            <p:spPr bwMode="auto">
              <a:xfrm>
                <a:off x="2649" y="2775"/>
                <a:ext cx="44" cy="198"/>
              </a:xfrm>
              <a:custGeom>
                <a:avLst/>
                <a:gdLst>
                  <a:gd name="T0" fmla="*/ 44 w 88"/>
                  <a:gd name="T1" fmla="*/ 197 h 395"/>
                  <a:gd name="T2" fmla="*/ 40 w 88"/>
                  <a:gd name="T3" fmla="*/ 0 h 395"/>
                  <a:gd name="T4" fmla="*/ 0 w 88"/>
                  <a:gd name="T5" fmla="*/ 1 h 395"/>
                  <a:gd name="T6" fmla="*/ 5 w 88"/>
                  <a:gd name="T7" fmla="*/ 198 h 395"/>
                  <a:gd name="T8" fmla="*/ 44 w 88"/>
                  <a:gd name="T9" fmla="*/ 197 h 3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395"/>
                  <a:gd name="T17" fmla="*/ 88 w 88"/>
                  <a:gd name="T18" fmla="*/ 395 h 3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395">
                    <a:moveTo>
                      <a:pt x="88" y="394"/>
                    </a:moveTo>
                    <a:lnTo>
                      <a:pt x="79" y="0"/>
                    </a:lnTo>
                    <a:lnTo>
                      <a:pt x="0" y="1"/>
                    </a:lnTo>
                    <a:lnTo>
                      <a:pt x="9" y="395"/>
                    </a:lnTo>
                    <a:lnTo>
                      <a:pt x="88" y="394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6" name="Freeform 77"/>
              <p:cNvSpPr>
                <a:spLocks/>
              </p:cNvSpPr>
              <p:nvPr/>
            </p:nvSpPr>
            <p:spPr bwMode="auto">
              <a:xfrm>
                <a:off x="2705" y="2698"/>
                <a:ext cx="45" cy="273"/>
              </a:xfrm>
              <a:custGeom>
                <a:avLst/>
                <a:gdLst>
                  <a:gd name="T0" fmla="*/ 45 w 90"/>
                  <a:gd name="T1" fmla="*/ 272 h 545"/>
                  <a:gd name="T2" fmla="*/ 40 w 90"/>
                  <a:gd name="T3" fmla="*/ 0 h 545"/>
                  <a:gd name="T4" fmla="*/ 0 w 90"/>
                  <a:gd name="T5" fmla="*/ 1 h 545"/>
                  <a:gd name="T6" fmla="*/ 5 w 90"/>
                  <a:gd name="T7" fmla="*/ 273 h 545"/>
                  <a:gd name="T8" fmla="*/ 45 w 90"/>
                  <a:gd name="T9" fmla="*/ 272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545"/>
                  <a:gd name="T17" fmla="*/ 90 w 90"/>
                  <a:gd name="T18" fmla="*/ 545 h 5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545">
                    <a:moveTo>
                      <a:pt x="90" y="543"/>
                    </a:moveTo>
                    <a:lnTo>
                      <a:pt x="80" y="0"/>
                    </a:lnTo>
                    <a:lnTo>
                      <a:pt x="0" y="2"/>
                    </a:lnTo>
                    <a:lnTo>
                      <a:pt x="9" y="545"/>
                    </a:lnTo>
                    <a:lnTo>
                      <a:pt x="90" y="543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57" name="Freeform 78"/>
              <p:cNvSpPr>
                <a:spLocks/>
              </p:cNvSpPr>
              <p:nvPr/>
            </p:nvSpPr>
            <p:spPr bwMode="auto">
              <a:xfrm>
                <a:off x="2760" y="2743"/>
                <a:ext cx="45" cy="225"/>
              </a:xfrm>
              <a:custGeom>
                <a:avLst/>
                <a:gdLst>
                  <a:gd name="T0" fmla="*/ 45 w 90"/>
                  <a:gd name="T1" fmla="*/ 224 h 450"/>
                  <a:gd name="T2" fmla="*/ 40 w 90"/>
                  <a:gd name="T3" fmla="*/ 0 h 450"/>
                  <a:gd name="T4" fmla="*/ 0 w 90"/>
                  <a:gd name="T5" fmla="*/ 2 h 450"/>
                  <a:gd name="T6" fmla="*/ 5 w 90"/>
                  <a:gd name="T7" fmla="*/ 225 h 450"/>
                  <a:gd name="T8" fmla="*/ 45 w 90"/>
                  <a:gd name="T9" fmla="*/ 224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450"/>
                  <a:gd name="T17" fmla="*/ 90 w 90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450">
                    <a:moveTo>
                      <a:pt x="90" y="448"/>
                    </a:moveTo>
                    <a:lnTo>
                      <a:pt x="79" y="0"/>
                    </a:lnTo>
                    <a:lnTo>
                      <a:pt x="0" y="3"/>
                    </a:lnTo>
                    <a:lnTo>
                      <a:pt x="9" y="450"/>
                    </a:lnTo>
                    <a:lnTo>
                      <a:pt x="90" y="448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" name="Group 80"/>
            <p:cNvGrpSpPr>
              <a:grpSpLocks/>
            </p:cNvGrpSpPr>
            <p:nvPr/>
          </p:nvGrpSpPr>
          <p:grpSpPr bwMode="auto">
            <a:xfrm>
              <a:off x="3628" y="1390"/>
              <a:ext cx="729" cy="737"/>
              <a:chOff x="1950" y="2534"/>
              <a:chExt cx="1547" cy="1277"/>
            </a:xfrm>
          </p:grpSpPr>
          <p:sp>
            <p:nvSpPr>
              <p:cNvPr id="8290" name="AutoShape 81"/>
              <p:cNvSpPr>
                <a:spLocks noChangeAspect="1" noChangeArrowheads="1" noTextEdit="1"/>
              </p:cNvSpPr>
              <p:nvPr/>
            </p:nvSpPr>
            <p:spPr bwMode="auto">
              <a:xfrm>
                <a:off x="1950" y="2537"/>
                <a:ext cx="1440" cy="1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1" name="AutoShape 82"/>
              <p:cNvSpPr>
                <a:spLocks noChangeAspect="1" noChangeArrowheads="1" noTextEdit="1"/>
              </p:cNvSpPr>
              <p:nvPr/>
            </p:nvSpPr>
            <p:spPr bwMode="auto">
              <a:xfrm>
                <a:off x="2366" y="2534"/>
                <a:ext cx="1131" cy="1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2" name="Freeform 83"/>
              <p:cNvSpPr>
                <a:spLocks/>
              </p:cNvSpPr>
              <p:nvPr/>
            </p:nvSpPr>
            <p:spPr bwMode="auto">
              <a:xfrm>
                <a:off x="2145" y="3062"/>
                <a:ext cx="921" cy="399"/>
              </a:xfrm>
              <a:custGeom>
                <a:avLst/>
                <a:gdLst>
                  <a:gd name="T0" fmla="*/ 0 w 921"/>
                  <a:gd name="T1" fmla="*/ 190 h 399"/>
                  <a:gd name="T2" fmla="*/ 522 w 921"/>
                  <a:gd name="T3" fmla="*/ 399 h 399"/>
                  <a:gd name="T4" fmla="*/ 913 w 921"/>
                  <a:gd name="T5" fmla="*/ 251 h 399"/>
                  <a:gd name="T6" fmla="*/ 921 w 921"/>
                  <a:gd name="T7" fmla="*/ 85 h 399"/>
                  <a:gd name="T8" fmla="*/ 680 w 921"/>
                  <a:gd name="T9" fmla="*/ 0 h 399"/>
                  <a:gd name="T10" fmla="*/ 0 w 921"/>
                  <a:gd name="T11" fmla="*/ 190 h 3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1"/>
                  <a:gd name="T19" fmla="*/ 0 h 399"/>
                  <a:gd name="T20" fmla="*/ 921 w 921"/>
                  <a:gd name="T21" fmla="*/ 399 h 3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1" h="399">
                    <a:moveTo>
                      <a:pt x="0" y="190"/>
                    </a:moveTo>
                    <a:lnTo>
                      <a:pt x="522" y="399"/>
                    </a:lnTo>
                    <a:lnTo>
                      <a:pt x="913" y="251"/>
                    </a:lnTo>
                    <a:lnTo>
                      <a:pt x="921" y="85"/>
                    </a:lnTo>
                    <a:lnTo>
                      <a:pt x="680" y="0"/>
                    </a:lnTo>
                    <a:lnTo>
                      <a:pt x="0" y="190"/>
                    </a:lnTo>
                    <a:close/>
                  </a:path>
                </a:pathLst>
              </a:custGeom>
              <a:blipFill dpi="0" rotWithShape="1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3" name="Freeform 84"/>
              <p:cNvSpPr>
                <a:spLocks/>
              </p:cNvSpPr>
              <p:nvPr/>
            </p:nvSpPr>
            <p:spPr bwMode="auto">
              <a:xfrm>
                <a:off x="3002" y="2631"/>
                <a:ext cx="338" cy="438"/>
              </a:xfrm>
              <a:custGeom>
                <a:avLst/>
                <a:gdLst>
                  <a:gd name="T0" fmla="*/ 266 w 676"/>
                  <a:gd name="T1" fmla="*/ 217 h 876"/>
                  <a:gd name="T2" fmla="*/ 271 w 676"/>
                  <a:gd name="T3" fmla="*/ 184 h 876"/>
                  <a:gd name="T4" fmla="*/ 271 w 676"/>
                  <a:gd name="T5" fmla="*/ 150 h 876"/>
                  <a:gd name="T6" fmla="*/ 265 w 676"/>
                  <a:gd name="T7" fmla="*/ 117 h 876"/>
                  <a:gd name="T8" fmla="*/ 255 w 676"/>
                  <a:gd name="T9" fmla="*/ 88 h 876"/>
                  <a:gd name="T10" fmla="*/ 240 w 676"/>
                  <a:gd name="T11" fmla="*/ 61 h 876"/>
                  <a:gd name="T12" fmla="*/ 222 w 676"/>
                  <a:gd name="T13" fmla="*/ 38 h 876"/>
                  <a:gd name="T14" fmla="*/ 200 w 676"/>
                  <a:gd name="T15" fmla="*/ 20 h 876"/>
                  <a:gd name="T16" fmla="*/ 176 w 676"/>
                  <a:gd name="T17" fmla="*/ 7 h 876"/>
                  <a:gd name="T18" fmla="*/ 150 w 676"/>
                  <a:gd name="T19" fmla="*/ 1 h 876"/>
                  <a:gd name="T20" fmla="*/ 122 w 676"/>
                  <a:gd name="T21" fmla="*/ 1 h 876"/>
                  <a:gd name="T22" fmla="*/ 95 w 676"/>
                  <a:gd name="T23" fmla="*/ 7 h 876"/>
                  <a:gd name="T24" fmla="*/ 71 w 676"/>
                  <a:gd name="T25" fmla="*/ 20 h 876"/>
                  <a:gd name="T26" fmla="*/ 49 w 676"/>
                  <a:gd name="T27" fmla="*/ 38 h 876"/>
                  <a:gd name="T28" fmla="*/ 31 w 676"/>
                  <a:gd name="T29" fmla="*/ 61 h 876"/>
                  <a:gd name="T30" fmla="*/ 17 w 676"/>
                  <a:gd name="T31" fmla="*/ 88 h 876"/>
                  <a:gd name="T32" fmla="*/ 6 w 676"/>
                  <a:gd name="T33" fmla="*/ 117 h 876"/>
                  <a:gd name="T34" fmla="*/ 1 w 676"/>
                  <a:gd name="T35" fmla="*/ 150 h 876"/>
                  <a:gd name="T36" fmla="*/ 1 w 676"/>
                  <a:gd name="T37" fmla="*/ 185 h 876"/>
                  <a:gd name="T38" fmla="*/ 5 w 676"/>
                  <a:gd name="T39" fmla="*/ 217 h 876"/>
                  <a:gd name="T40" fmla="*/ 15 w 676"/>
                  <a:gd name="T41" fmla="*/ 247 h 876"/>
                  <a:gd name="T42" fmla="*/ 28 w 676"/>
                  <a:gd name="T43" fmla="*/ 274 h 876"/>
                  <a:gd name="T44" fmla="*/ 45 w 676"/>
                  <a:gd name="T45" fmla="*/ 297 h 876"/>
                  <a:gd name="T46" fmla="*/ 66 w 676"/>
                  <a:gd name="T47" fmla="*/ 315 h 876"/>
                  <a:gd name="T48" fmla="*/ 89 w 676"/>
                  <a:gd name="T49" fmla="*/ 328 h 876"/>
                  <a:gd name="T50" fmla="*/ 115 w 676"/>
                  <a:gd name="T51" fmla="*/ 334 h 876"/>
                  <a:gd name="T52" fmla="*/ 133 w 676"/>
                  <a:gd name="T53" fmla="*/ 335 h 876"/>
                  <a:gd name="T54" fmla="*/ 139 w 676"/>
                  <a:gd name="T55" fmla="*/ 335 h 876"/>
                  <a:gd name="T56" fmla="*/ 145 w 676"/>
                  <a:gd name="T57" fmla="*/ 334 h 876"/>
                  <a:gd name="T58" fmla="*/ 151 w 676"/>
                  <a:gd name="T59" fmla="*/ 332 h 876"/>
                  <a:gd name="T60" fmla="*/ 138 w 676"/>
                  <a:gd name="T61" fmla="*/ 389 h 876"/>
                  <a:gd name="T62" fmla="*/ 143 w 676"/>
                  <a:gd name="T63" fmla="*/ 393 h 876"/>
                  <a:gd name="T64" fmla="*/ 157 w 676"/>
                  <a:gd name="T65" fmla="*/ 404 h 876"/>
                  <a:gd name="T66" fmla="*/ 178 w 676"/>
                  <a:gd name="T67" fmla="*/ 419 h 876"/>
                  <a:gd name="T68" fmla="*/ 205 w 676"/>
                  <a:gd name="T69" fmla="*/ 433 h 876"/>
                  <a:gd name="T70" fmla="*/ 220 w 676"/>
                  <a:gd name="T71" fmla="*/ 438 h 876"/>
                  <a:gd name="T72" fmla="*/ 235 w 676"/>
                  <a:gd name="T73" fmla="*/ 438 h 876"/>
                  <a:gd name="T74" fmla="*/ 251 w 676"/>
                  <a:gd name="T75" fmla="*/ 435 h 876"/>
                  <a:gd name="T76" fmla="*/ 266 w 676"/>
                  <a:gd name="T77" fmla="*/ 430 h 876"/>
                  <a:gd name="T78" fmla="*/ 279 w 676"/>
                  <a:gd name="T79" fmla="*/ 423 h 876"/>
                  <a:gd name="T80" fmla="*/ 291 w 676"/>
                  <a:gd name="T81" fmla="*/ 417 h 876"/>
                  <a:gd name="T82" fmla="*/ 301 w 676"/>
                  <a:gd name="T83" fmla="*/ 412 h 876"/>
                  <a:gd name="T84" fmla="*/ 309 w 676"/>
                  <a:gd name="T85" fmla="*/ 408 h 876"/>
                  <a:gd name="T86" fmla="*/ 320 w 676"/>
                  <a:gd name="T87" fmla="*/ 400 h 876"/>
                  <a:gd name="T88" fmla="*/ 329 w 676"/>
                  <a:gd name="T89" fmla="*/ 385 h 876"/>
                  <a:gd name="T90" fmla="*/ 336 w 676"/>
                  <a:gd name="T91" fmla="*/ 372 h 876"/>
                  <a:gd name="T92" fmla="*/ 338 w 676"/>
                  <a:gd name="T93" fmla="*/ 366 h 8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676"/>
                  <a:gd name="T142" fmla="*/ 0 h 876"/>
                  <a:gd name="T143" fmla="*/ 676 w 676"/>
                  <a:gd name="T144" fmla="*/ 876 h 87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676" h="876">
                    <a:moveTo>
                      <a:pt x="521" y="464"/>
                    </a:moveTo>
                    <a:lnTo>
                      <a:pt x="531" y="433"/>
                    </a:lnTo>
                    <a:lnTo>
                      <a:pt x="538" y="402"/>
                    </a:lnTo>
                    <a:lnTo>
                      <a:pt x="541" y="368"/>
                    </a:lnTo>
                    <a:lnTo>
                      <a:pt x="542" y="335"/>
                    </a:lnTo>
                    <a:lnTo>
                      <a:pt x="541" y="300"/>
                    </a:lnTo>
                    <a:lnTo>
                      <a:pt x="536" y="267"/>
                    </a:lnTo>
                    <a:lnTo>
                      <a:pt x="529" y="235"/>
                    </a:lnTo>
                    <a:lnTo>
                      <a:pt x="521" y="205"/>
                    </a:lnTo>
                    <a:lnTo>
                      <a:pt x="510" y="175"/>
                    </a:lnTo>
                    <a:lnTo>
                      <a:pt x="496" y="147"/>
                    </a:lnTo>
                    <a:lnTo>
                      <a:pt x="480" y="122"/>
                    </a:lnTo>
                    <a:lnTo>
                      <a:pt x="463" y="97"/>
                    </a:lnTo>
                    <a:lnTo>
                      <a:pt x="444" y="76"/>
                    </a:lnTo>
                    <a:lnTo>
                      <a:pt x="422" y="57"/>
                    </a:lnTo>
                    <a:lnTo>
                      <a:pt x="400" y="40"/>
                    </a:lnTo>
                    <a:lnTo>
                      <a:pt x="377" y="26"/>
                    </a:lnTo>
                    <a:lnTo>
                      <a:pt x="352" y="15"/>
                    </a:lnTo>
                    <a:lnTo>
                      <a:pt x="326" y="6"/>
                    </a:lnTo>
                    <a:lnTo>
                      <a:pt x="299" y="1"/>
                    </a:lnTo>
                    <a:lnTo>
                      <a:pt x="271" y="0"/>
                    </a:lnTo>
                    <a:lnTo>
                      <a:pt x="244" y="1"/>
                    </a:lnTo>
                    <a:lnTo>
                      <a:pt x="217" y="6"/>
                    </a:lnTo>
                    <a:lnTo>
                      <a:pt x="191" y="15"/>
                    </a:lnTo>
                    <a:lnTo>
                      <a:pt x="166" y="26"/>
                    </a:lnTo>
                    <a:lnTo>
                      <a:pt x="142" y="40"/>
                    </a:lnTo>
                    <a:lnTo>
                      <a:pt x="119" y="57"/>
                    </a:lnTo>
                    <a:lnTo>
                      <a:pt x="99" y="76"/>
                    </a:lnTo>
                    <a:lnTo>
                      <a:pt x="79" y="97"/>
                    </a:lnTo>
                    <a:lnTo>
                      <a:pt x="62" y="122"/>
                    </a:lnTo>
                    <a:lnTo>
                      <a:pt x="46" y="147"/>
                    </a:lnTo>
                    <a:lnTo>
                      <a:pt x="33" y="175"/>
                    </a:lnTo>
                    <a:lnTo>
                      <a:pt x="22" y="205"/>
                    </a:lnTo>
                    <a:lnTo>
                      <a:pt x="12" y="235"/>
                    </a:lnTo>
                    <a:lnTo>
                      <a:pt x="5" y="267"/>
                    </a:lnTo>
                    <a:lnTo>
                      <a:pt x="1" y="300"/>
                    </a:lnTo>
                    <a:lnTo>
                      <a:pt x="0" y="335"/>
                    </a:lnTo>
                    <a:lnTo>
                      <a:pt x="1" y="369"/>
                    </a:lnTo>
                    <a:lnTo>
                      <a:pt x="4" y="402"/>
                    </a:lnTo>
                    <a:lnTo>
                      <a:pt x="11" y="434"/>
                    </a:lnTo>
                    <a:lnTo>
                      <a:pt x="19" y="465"/>
                    </a:lnTo>
                    <a:lnTo>
                      <a:pt x="30" y="494"/>
                    </a:lnTo>
                    <a:lnTo>
                      <a:pt x="42" y="521"/>
                    </a:lnTo>
                    <a:lnTo>
                      <a:pt x="57" y="548"/>
                    </a:lnTo>
                    <a:lnTo>
                      <a:pt x="73" y="571"/>
                    </a:lnTo>
                    <a:lnTo>
                      <a:pt x="91" y="593"/>
                    </a:lnTo>
                    <a:lnTo>
                      <a:pt x="111" y="612"/>
                    </a:lnTo>
                    <a:lnTo>
                      <a:pt x="132" y="630"/>
                    </a:lnTo>
                    <a:lnTo>
                      <a:pt x="155" y="644"/>
                    </a:lnTo>
                    <a:lnTo>
                      <a:pt x="179" y="655"/>
                    </a:lnTo>
                    <a:lnTo>
                      <a:pt x="205" y="663"/>
                    </a:lnTo>
                    <a:lnTo>
                      <a:pt x="231" y="668"/>
                    </a:lnTo>
                    <a:lnTo>
                      <a:pt x="259" y="670"/>
                    </a:lnTo>
                    <a:lnTo>
                      <a:pt x="265" y="670"/>
                    </a:lnTo>
                    <a:lnTo>
                      <a:pt x="270" y="669"/>
                    </a:lnTo>
                    <a:lnTo>
                      <a:pt x="277" y="669"/>
                    </a:lnTo>
                    <a:lnTo>
                      <a:pt x="283" y="668"/>
                    </a:lnTo>
                    <a:lnTo>
                      <a:pt x="290" y="667"/>
                    </a:lnTo>
                    <a:lnTo>
                      <a:pt x="296" y="665"/>
                    </a:lnTo>
                    <a:lnTo>
                      <a:pt x="301" y="664"/>
                    </a:lnTo>
                    <a:lnTo>
                      <a:pt x="307" y="663"/>
                    </a:lnTo>
                    <a:lnTo>
                      <a:pt x="276" y="778"/>
                    </a:lnTo>
                    <a:lnTo>
                      <a:pt x="278" y="781"/>
                    </a:lnTo>
                    <a:lnTo>
                      <a:pt x="285" y="786"/>
                    </a:lnTo>
                    <a:lnTo>
                      <a:pt x="298" y="797"/>
                    </a:lnTo>
                    <a:lnTo>
                      <a:pt x="313" y="808"/>
                    </a:lnTo>
                    <a:lnTo>
                      <a:pt x="333" y="822"/>
                    </a:lnTo>
                    <a:lnTo>
                      <a:pt x="356" y="837"/>
                    </a:lnTo>
                    <a:lnTo>
                      <a:pt x="381" y="852"/>
                    </a:lnTo>
                    <a:lnTo>
                      <a:pt x="410" y="866"/>
                    </a:lnTo>
                    <a:lnTo>
                      <a:pt x="425" y="872"/>
                    </a:lnTo>
                    <a:lnTo>
                      <a:pt x="440" y="875"/>
                    </a:lnTo>
                    <a:lnTo>
                      <a:pt x="456" y="876"/>
                    </a:lnTo>
                    <a:lnTo>
                      <a:pt x="471" y="875"/>
                    </a:lnTo>
                    <a:lnTo>
                      <a:pt x="487" y="873"/>
                    </a:lnTo>
                    <a:lnTo>
                      <a:pt x="502" y="869"/>
                    </a:lnTo>
                    <a:lnTo>
                      <a:pt x="517" y="865"/>
                    </a:lnTo>
                    <a:lnTo>
                      <a:pt x="531" y="859"/>
                    </a:lnTo>
                    <a:lnTo>
                      <a:pt x="544" y="853"/>
                    </a:lnTo>
                    <a:lnTo>
                      <a:pt x="558" y="846"/>
                    </a:lnTo>
                    <a:lnTo>
                      <a:pt x="571" y="839"/>
                    </a:lnTo>
                    <a:lnTo>
                      <a:pt x="582" y="834"/>
                    </a:lnTo>
                    <a:lnTo>
                      <a:pt x="593" y="828"/>
                    </a:lnTo>
                    <a:lnTo>
                      <a:pt x="602" y="823"/>
                    </a:lnTo>
                    <a:lnTo>
                      <a:pt x="610" y="819"/>
                    </a:lnTo>
                    <a:lnTo>
                      <a:pt x="617" y="816"/>
                    </a:lnTo>
                    <a:lnTo>
                      <a:pt x="629" y="809"/>
                    </a:lnTo>
                    <a:lnTo>
                      <a:pt x="640" y="799"/>
                    </a:lnTo>
                    <a:lnTo>
                      <a:pt x="649" y="785"/>
                    </a:lnTo>
                    <a:lnTo>
                      <a:pt x="658" y="770"/>
                    </a:lnTo>
                    <a:lnTo>
                      <a:pt x="665" y="755"/>
                    </a:lnTo>
                    <a:lnTo>
                      <a:pt x="671" y="743"/>
                    </a:lnTo>
                    <a:lnTo>
                      <a:pt x="675" y="735"/>
                    </a:lnTo>
                    <a:lnTo>
                      <a:pt x="676" y="731"/>
                    </a:lnTo>
                    <a:lnTo>
                      <a:pt x="521" y="464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4" name="Freeform 85"/>
              <p:cNvSpPr>
                <a:spLocks/>
              </p:cNvSpPr>
              <p:nvPr/>
            </p:nvSpPr>
            <p:spPr bwMode="auto">
              <a:xfrm>
                <a:off x="3005" y="2536"/>
                <a:ext cx="491" cy="398"/>
              </a:xfrm>
              <a:custGeom>
                <a:avLst/>
                <a:gdLst>
                  <a:gd name="T0" fmla="*/ 488 w 983"/>
                  <a:gd name="T1" fmla="*/ 180 h 798"/>
                  <a:gd name="T2" fmla="*/ 481 w 983"/>
                  <a:gd name="T3" fmla="*/ 151 h 798"/>
                  <a:gd name="T4" fmla="*/ 470 w 983"/>
                  <a:gd name="T5" fmla="*/ 129 h 798"/>
                  <a:gd name="T6" fmla="*/ 450 w 983"/>
                  <a:gd name="T7" fmla="*/ 100 h 798"/>
                  <a:gd name="T8" fmla="*/ 425 w 983"/>
                  <a:gd name="T9" fmla="*/ 79 h 798"/>
                  <a:gd name="T10" fmla="*/ 391 w 983"/>
                  <a:gd name="T11" fmla="*/ 71 h 798"/>
                  <a:gd name="T12" fmla="*/ 360 w 983"/>
                  <a:gd name="T13" fmla="*/ 75 h 798"/>
                  <a:gd name="T14" fmla="*/ 332 w 983"/>
                  <a:gd name="T15" fmla="*/ 81 h 798"/>
                  <a:gd name="T16" fmla="*/ 311 w 983"/>
                  <a:gd name="T17" fmla="*/ 62 h 798"/>
                  <a:gd name="T18" fmla="*/ 282 w 983"/>
                  <a:gd name="T19" fmla="*/ 35 h 798"/>
                  <a:gd name="T20" fmla="*/ 243 w 983"/>
                  <a:gd name="T21" fmla="*/ 13 h 798"/>
                  <a:gd name="T22" fmla="*/ 216 w 983"/>
                  <a:gd name="T23" fmla="*/ 4 h 798"/>
                  <a:gd name="T24" fmla="*/ 188 w 983"/>
                  <a:gd name="T25" fmla="*/ 0 h 798"/>
                  <a:gd name="T26" fmla="*/ 158 w 983"/>
                  <a:gd name="T27" fmla="*/ 1 h 798"/>
                  <a:gd name="T28" fmla="*/ 132 w 983"/>
                  <a:gd name="T29" fmla="*/ 5 h 798"/>
                  <a:gd name="T30" fmla="*/ 109 w 983"/>
                  <a:gd name="T31" fmla="*/ 8 h 798"/>
                  <a:gd name="T32" fmla="*/ 87 w 983"/>
                  <a:gd name="T33" fmla="*/ 13 h 798"/>
                  <a:gd name="T34" fmla="*/ 69 w 983"/>
                  <a:gd name="T35" fmla="*/ 18 h 798"/>
                  <a:gd name="T36" fmla="*/ 53 w 983"/>
                  <a:gd name="T37" fmla="*/ 25 h 798"/>
                  <a:gd name="T38" fmla="*/ 20 w 983"/>
                  <a:gd name="T39" fmla="*/ 48 h 798"/>
                  <a:gd name="T40" fmla="*/ 3 w 983"/>
                  <a:gd name="T41" fmla="*/ 79 h 798"/>
                  <a:gd name="T42" fmla="*/ 1 w 983"/>
                  <a:gd name="T43" fmla="*/ 115 h 798"/>
                  <a:gd name="T44" fmla="*/ 11 w 983"/>
                  <a:gd name="T45" fmla="*/ 144 h 798"/>
                  <a:gd name="T46" fmla="*/ 34 w 983"/>
                  <a:gd name="T47" fmla="*/ 166 h 798"/>
                  <a:gd name="T48" fmla="*/ 67 w 983"/>
                  <a:gd name="T49" fmla="*/ 182 h 798"/>
                  <a:gd name="T50" fmla="*/ 109 w 983"/>
                  <a:gd name="T51" fmla="*/ 194 h 798"/>
                  <a:gd name="T52" fmla="*/ 159 w 983"/>
                  <a:gd name="T53" fmla="*/ 202 h 798"/>
                  <a:gd name="T54" fmla="*/ 179 w 983"/>
                  <a:gd name="T55" fmla="*/ 209 h 798"/>
                  <a:gd name="T56" fmla="*/ 199 w 983"/>
                  <a:gd name="T57" fmla="*/ 222 h 798"/>
                  <a:gd name="T58" fmla="*/ 210 w 983"/>
                  <a:gd name="T59" fmla="*/ 301 h 798"/>
                  <a:gd name="T60" fmla="*/ 216 w 983"/>
                  <a:gd name="T61" fmla="*/ 316 h 798"/>
                  <a:gd name="T62" fmla="*/ 237 w 983"/>
                  <a:gd name="T63" fmla="*/ 350 h 798"/>
                  <a:gd name="T64" fmla="*/ 269 w 983"/>
                  <a:gd name="T65" fmla="*/ 382 h 798"/>
                  <a:gd name="T66" fmla="*/ 298 w 983"/>
                  <a:gd name="T67" fmla="*/ 398 h 798"/>
                  <a:gd name="T68" fmla="*/ 324 w 983"/>
                  <a:gd name="T69" fmla="*/ 393 h 798"/>
                  <a:gd name="T70" fmla="*/ 344 w 983"/>
                  <a:gd name="T71" fmla="*/ 368 h 798"/>
                  <a:gd name="T72" fmla="*/ 347 w 983"/>
                  <a:gd name="T73" fmla="*/ 341 h 798"/>
                  <a:gd name="T74" fmla="*/ 345 w 983"/>
                  <a:gd name="T75" fmla="*/ 328 h 798"/>
                  <a:gd name="T76" fmla="*/ 355 w 983"/>
                  <a:gd name="T77" fmla="*/ 336 h 798"/>
                  <a:gd name="T78" fmla="*/ 378 w 983"/>
                  <a:gd name="T79" fmla="*/ 347 h 798"/>
                  <a:gd name="T80" fmla="*/ 405 w 983"/>
                  <a:gd name="T81" fmla="*/ 349 h 798"/>
                  <a:gd name="T82" fmla="*/ 443 w 983"/>
                  <a:gd name="T83" fmla="*/ 330 h 798"/>
                  <a:gd name="T84" fmla="*/ 477 w 983"/>
                  <a:gd name="T85" fmla="*/ 291 h 798"/>
                  <a:gd name="T86" fmla="*/ 490 w 983"/>
                  <a:gd name="T87" fmla="*/ 236 h 7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83"/>
                  <a:gd name="T133" fmla="*/ 0 h 798"/>
                  <a:gd name="T134" fmla="*/ 983 w 983"/>
                  <a:gd name="T135" fmla="*/ 798 h 7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83" h="798">
                    <a:moveTo>
                      <a:pt x="982" y="406"/>
                    </a:moveTo>
                    <a:lnTo>
                      <a:pt x="979" y="383"/>
                    </a:lnTo>
                    <a:lnTo>
                      <a:pt x="977" y="361"/>
                    </a:lnTo>
                    <a:lnTo>
                      <a:pt x="972" y="341"/>
                    </a:lnTo>
                    <a:lnTo>
                      <a:pt x="968" y="322"/>
                    </a:lnTo>
                    <a:lnTo>
                      <a:pt x="962" y="303"/>
                    </a:lnTo>
                    <a:lnTo>
                      <a:pt x="955" y="287"/>
                    </a:lnTo>
                    <a:lnTo>
                      <a:pt x="948" y="272"/>
                    </a:lnTo>
                    <a:lnTo>
                      <a:pt x="940" y="259"/>
                    </a:lnTo>
                    <a:lnTo>
                      <a:pt x="926" y="238"/>
                    </a:lnTo>
                    <a:lnTo>
                      <a:pt x="914" y="218"/>
                    </a:lnTo>
                    <a:lnTo>
                      <a:pt x="900" y="200"/>
                    </a:lnTo>
                    <a:lnTo>
                      <a:pt x="886" y="184"/>
                    </a:lnTo>
                    <a:lnTo>
                      <a:pt x="870" y="171"/>
                    </a:lnTo>
                    <a:lnTo>
                      <a:pt x="850" y="159"/>
                    </a:lnTo>
                    <a:lnTo>
                      <a:pt x="829" y="150"/>
                    </a:lnTo>
                    <a:lnTo>
                      <a:pt x="803" y="144"/>
                    </a:lnTo>
                    <a:lnTo>
                      <a:pt x="782" y="143"/>
                    </a:lnTo>
                    <a:lnTo>
                      <a:pt x="762" y="144"/>
                    </a:lnTo>
                    <a:lnTo>
                      <a:pt x="741" y="147"/>
                    </a:lnTo>
                    <a:lnTo>
                      <a:pt x="720" y="150"/>
                    </a:lnTo>
                    <a:lnTo>
                      <a:pt x="701" y="155"/>
                    </a:lnTo>
                    <a:lnTo>
                      <a:pt x="682" y="158"/>
                    </a:lnTo>
                    <a:lnTo>
                      <a:pt x="665" y="162"/>
                    </a:lnTo>
                    <a:lnTo>
                      <a:pt x="651" y="164"/>
                    </a:lnTo>
                    <a:lnTo>
                      <a:pt x="638" y="144"/>
                    </a:lnTo>
                    <a:lnTo>
                      <a:pt x="622" y="125"/>
                    </a:lnTo>
                    <a:lnTo>
                      <a:pt x="605" y="105"/>
                    </a:lnTo>
                    <a:lnTo>
                      <a:pt x="586" y="87"/>
                    </a:lnTo>
                    <a:lnTo>
                      <a:pt x="564" y="70"/>
                    </a:lnTo>
                    <a:lnTo>
                      <a:pt x="539" y="53"/>
                    </a:lnTo>
                    <a:lnTo>
                      <a:pt x="514" y="38"/>
                    </a:lnTo>
                    <a:lnTo>
                      <a:pt x="486" y="26"/>
                    </a:lnTo>
                    <a:lnTo>
                      <a:pt x="469" y="19"/>
                    </a:lnTo>
                    <a:lnTo>
                      <a:pt x="451" y="13"/>
                    </a:lnTo>
                    <a:lnTo>
                      <a:pt x="432" y="9"/>
                    </a:lnTo>
                    <a:lnTo>
                      <a:pt x="414" y="5"/>
                    </a:lnTo>
                    <a:lnTo>
                      <a:pt x="395" y="2"/>
                    </a:lnTo>
                    <a:lnTo>
                      <a:pt x="376" y="0"/>
                    </a:lnTo>
                    <a:lnTo>
                      <a:pt x="355" y="0"/>
                    </a:lnTo>
                    <a:lnTo>
                      <a:pt x="336" y="2"/>
                    </a:lnTo>
                    <a:lnTo>
                      <a:pt x="317" y="3"/>
                    </a:lnTo>
                    <a:lnTo>
                      <a:pt x="299" y="5"/>
                    </a:lnTo>
                    <a:lnTo>
                      <a:pt x="281" y="7"/>
                    </a:lnTo>
                    <a:lnTo>
                      <a:pt x="265" y="10"/>
                    </a:lnTo>
                    <a:lnTo>
                      <a:pt x="249" y="12"/>
                    </a:lnTo>
                    <a:lnTo>
                      <a:pt x="233" y="14"/>
                    </a:lnTo>
                    <a:lnTo>
                      <a:pt x="218" y="17"/>
                    </a:lnTo>
                    <a:lnTo>
                      <a:pt x="203" y="20"/>
                    </a:lnTo>
                    <a:lnTo>
                      <a:pt x="189" y="23"/>
                    </a:lnTo>
                    <a:lnTo>
                      <a:pt x="175" y="27"/>
                    </a:lnTo>
                    <a:lnTo>
                      <a:pt x="163" y="30"/>
                    </a:lnTo>
                    <a:lnTo>
                      <a:pt x="150" y="34"/>
                    </a:lnTo>
                    <a:lnTo>
                      <a:pt x="139" y="37"/>
                    </a:lnTo>
                    <a:lnTo>
                      <a:pt x="127" y="42"/>
                    </a:lnTo>
                    <a:lnTo>
                      <a:pt x="117" y="47"/>
                    </a:lnTo>
                    <a:lnTo>
                      <a:pt x="106" y="51"/>
                    </a:lnTo>
                    <a:lnTo>
                      <a:pt x="81" y="65"/>
                    </a:lnTo>
                    <a:lnTo>
                      <a:pt x="59" y="80"/>
                    </a:lnTo>
                    <a:lnTo>
                      <a:pt x="41" y="97"/>
                    </a:lnTo>
                    <a:lnTo>
                      <a:pt x="26" y="116"/>
                    </a:lnTo>
                    <a:lnTo>
                      <a:pt x="14" y="136"/>
                    </a:lnTo>
                    <a:lnTo>
                      <a:pt x="6" y="159"/>
                    </a:lnTo>
                    <a:lnTo>
                      <a:pt x="2" y="184"/>
                    </a:lnTo>
                    <a:lnTo>
                      <a:pt x="0" y="209"/>
                    </a:lnTo>
                    <a:lnTo>
                      <a:pt x="2" y="231"/>
                    </a:lnTo>
                    <a:lnTo>
                      <a:pt x="6" y="252"/>
                    </a:lnTo>
                    <a:lnTo>
                      <a:pt x="13" y="271"/>
                    </a:lnTo>
                    <a:lnTo>
                      <a:pt x="23" y="288"/>
                    </a:lnTo>
                    <a:lnTo>
                      <a:pt x="36" y="305"/>
                    </a:lnTo>
                    <a:lnTo>
                      <a:pt x="51" y="320"/>
                    </a:lnTo>
                    <a:lnTo>
                      <a:pt x="68" y="332"/>
                    </a:lnTo>
                    <a:lnTo>
                      <a:pt x="88" y="344"/>
                    </a:lnTo>
                    <a:lnTo>
                      <a:pt x="110" y="355"/>
                    </a:lnTo>
                    <a:lnTo>
                      <a:pt x="134" y="365"/>
                    </a:lnTo>
                    <a:lnTo>
                      <a:pt x="161" y="374"/>
                    </a:lnTo>
                    <a:lnTo>
                      <a:pt x="189" y="382"/>
                    </a:lnTo>
                    <a:lnTo>
                      <a:pt x="219" y="389"/>
                    </a:lnTo>
                    <a:lnTo>
                      <a:pt x="250" y="394"/>
                    </a:lnTo>
                    <a:lnTo>
                      <a:pt x="285" y="400"/>
                    </a:lnTo>
                    <a:lnTo>
                      <a:pt x="319" y="406"/>
                    </a:lnTo>
                    <a:lnTo>
                      <a:pt x="330" y="408"/>
                    </a:lnTo>
                    <a:lnTo>
                      <a:pt x="344" y="413"/>
                    </a:lnTo>
                    <a:lnTo>
                      <a:pt x="359" y="419"/>
                    </a:lnTo>
                    <a:lnTo>
                      <a:pt x="374" y="427"/>
                    </a:lnTo>
                    <a:lnTo>
                      <a:pt x="386" y="436"/>
                    </a:lnTo>
                    <a:lnTo>
                      <a:pt x="398" y="445"/>
                    </a:lnTo>
                    <a:lnTo>
                      <a:pt x="405" y="456"/>
                    </a:lnTo>
                    <a:lnTo>
                      <a:pt x="407" y="467"/>
                    </a:lnTo>
                    <a:lnTo>
                      <a:pt x="421" y="603"/>
                    </a:lnTo>
                    <a:lnTo>
                      <a:pt x="422" y="606"/>
                    </a:lnTo>
                    <a:lnTo>
                      <a:pt x="427" y="618"/>
                    </a:lnTo>
                    <a:lnTo>
                      <a:pt x="433" y="634"/>
                    </a:lnTo>
                    <a:lnTo>
                      <a:pt x="445" y="655"/>
                    </a:lnTo>
                    <a:lnTo>
                      <a:pt x="458" y="678"/>
                    </a:lnTo>
                    <a:lnTo>
                      <a:pt x="474" y="702"/>
                    </a:lnTo>
                    <a:lnTo>
                      <a:pt x="493" y="725"/>
                    </a:lnTo>
                    <a:lnTo>
                      <a:pt x="516" y="747"/>
                    </a:lnTo>
                    <a:lnTo>
                      <a:pt x="539" y="765"/>
                    </a:lnTo>
                    <a:lnTo>
                      <a:pt x="560" y="779"/>
                    </a:lnTo>
                    <a:lnTo>
                      <a:pt x="579" y="790"/>
                    </a:lnTo>
                    <a:lnTo>
                      <a:pt x="597" y="797"/>
                    </a:lnTo>
                    <a:lnTo>
                      <a:pt x="614" y="798"/>
                    </a:lnTo>
                    <a:lnTo>
                      <a:pt x="630" y="794"/>
                    </a:lnTo>
                    <a:lnTo>
                      <a:pt x="648" y="787"/>
                    </a:lnTo>
                    <a:lnTo>
                      <a:pt x="665" y="774"/>
                    </a:lnTo>
                    <a:lnTo>
                      <a:pt x="680" y="756"/>
                    </a:lnTo>
                    <a:lnTo>
                      <a:pt x="689" y="738"/>
                    </a:lnTo>
                    <a:lnTo>
                      <a:pt x="694" y="718"/>
                    </a:lnTo>
                    <a:lnTo>
                      <a:pt x="696" y="700"/>
                    </a:lnTo>
                    <a:lnTo>
                      <a:pt x="695" y="684"/>
                    </a:lnTo>
                    <a:lnTo>
                      <a:pt x="693" y="670"/>
                    </a:lnTo>
                    <a:lnTo>
                      <a:pt x="691" y="662"/>
                    </a:lnTo>
                    <a:lnTo>
                      <a:pt x="690" y="658"/>
                    </a:lnTo>
                    <a:lnTo>
                      <a:pt x="693" y="661"/>
                    </a:lnTo>
                    <a:lnTo>
                      <a:pt x="700" y="665"/>
                    </a:lnTo>
                    <a:lnTo>
                      <a:pt x="710" y="673"/>
                    </a:lnTo>
                    <a:lnTo>
                      <a:pt x="724" y="681"/>
                    </a:lnTo>
                    <a:lnTo>
                      <a:pt x="739" y="689"/>
                    </a:lnTo>
                    <a:lnTo>
                      <a:pt x="756" y="696"/>
                    </a:lnTo>
                    <a:lnTo>
                      <a:pt x="773" y="701"/>
                    </a:lnTo>
                    <a:lnTo>
                      <a:pt x="791" y="702"/>
                    </a:lnTo>
                    <a:lnTo>
                      <a:pt x="810" y="699"/>
                    </a:lnTo>
                    <a:lnTo>
                      <a:pt x="834" y="689"/>
                    </a:lnTo>
                    <a:lnTo>
                      <a:pt x="860" y="677"/>
                    </a:lnTo>
                    <a:lnTo>
                      <a:pt x="886" y="661"/>
                    </a:lnTo>
                    <a:lnTo>
                      <a:pt x="911" y="639"/>
                    </a:lnTo>
                    <a:lnTo>
                      <a:pt x="934" y="613"/>
                    </a:lnTo>
                    <a:lnTo>
                      <a:pt x="954" y="583"/>
                    </a:lnTo>
                    <a:lnTo>
                      <a:pt x="967" y="550"/>
                    </a:lnTo>
                    <a:lnTo>
                      <a:pt x="975" y="512"/>
                    </a:lnTo>
                    <a:lnTo>
                      <a:pt x="981" y="474"/>
                    </a:lnTo>
                    <a:lnTo>
                      <a:pt x="983" y="439"/>
                    </a:lnTo>
                    <a:lnTo>
                      <a:pt x="982" y="406"/>
                    </a:lnTo>
                    <a:close/>
                  </a:path>
                </a:pathLst>
              </a:custGeom>
              <a:solidFill>
                <a:srgbClr val="66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5" name="Freeform 86"/>
              <p:cNvSpPr>
                <a:spLocks/>
              </p:cNvSpPr>
              <p:nvPr/>
            </p:nvSpPr>
            <p:spPr bwMode="auto">
              <a:xfrm>
                <a:off x="2615" y="3448"/>
                <a:ext cx="675" cy="230"/>
              </a:xfrm>
              <a:custGeom>
                <a:avLst/>
                <a:gdLst>
                  <a:gd name="T0" fmla="*/ 10 w 1349"/>
                  <a:gd name="T1" fmla="*/ 230 h 461"/>
                  <a:gd name="T2" fmla="*/ 675 w 1349"/>
                  <a:gd name="T3" fmla="*/ 230 h 461"/>
                  <a:gd name="T4" fmla="*/ 529 w 1349"/>
                  <a:gd name="T5" fmla="*/ 41 h 461"/>
                  <a:gd name="T6" fmla="*/ 528 w 1349"/>
                  <a:gd name="T7" fmla="*/ 41 h 461"/>
                  <a:gd name="T8" fmla="*/ 525 w 1349"/>
                  <a:gd name="T9" fmla="*/ 41 h 461"/>
                  <a:gd name="T10" fmla="*/ 521 w 1349"/>
                  <a:gd name="T11" fmla="*/ 40 h 461"/>
                  <a:gd name="T12" fmla="*/ 516 w 1349"/>
                  <a:gd name="T13" fmla="*/ 39 h 461"/>
                  <a:gd name="T14" fmla="*/ 509 w 1349"/>
                  <a:gd name="T15" fmla="*/ 37 h 461"/>
                  <a:gd name="T16" fmla="*/ 501 w 1349"/>
                  <a:gd name="T17" fmla="*/ 36 h 461"/>
                  <a:gd name="T18" fmla="*/ 492 w 1349"/>
                  <a:gd name="T19" fmla="*/ 34 h 461"/>
                  <a:gd name="T20" fmla="*/ 482 w 1349"/>
                  <a:gd name="T21" fmla="*/ 32 h 461"/>
                  <a:gd name="T22" fmla="*/ 471 w 1349"/>
                  <a:gd name="T23" fmla="*/ 30 h 461"/>
                  <a:gd name="T24" fmla="*/ 458 w 1349"/>
                  <a:gd name="T25" fmla="*/ 28 h 461"/>
                  <a:gd name="T26" fmla="*/ 446 w 1349"/>
                  <a:gd name="T27" fmla="*/ 26 h 461"/>
                  <a:gd name="T28" fmla="*/ 432 w 1349"/>
                  <a:gd name="T29" fmla="*/ 23 h 461"/>
                  <a:gd name="T30" fmla="*/ 418 w 1349"/>
                  <a:gd name="T31" fmla="*/ 21 h 461"/>
                  <a:gd name="T32" fmla="*/ 403 w 1349"/>
                  <a:gd name="T33" fmla="*/ 19 h 461"/>
                  <a:gd name="T34" fmla="*/ 388 w 1349"/>
                  <a:gd name="T35" fmla="*/ 17 h 461"/>
                  <a:gd name="T36" fmla="*/ 372 w 1349"/>
                  <a:gd name="T37" fmla="*/ 14 h 461"/>
                  <a:gd name="T38" fmla="*/ 356 w 1349"/>
                  <a:gd name="T39" fmla="*/ 12 h 461"/>
                  <a:gd name="T40" fmla="*/ 340 w 1349"/>
                  <a:gd name="T41" fmla="*/ 10 h 461"/>
                  <a:gd name="T42" fmla="*/ 324 w 1349"/>
                  <a:gd name="T43" fmla="*/ 8 h 461"/>
                  <a:gd name="T44" fmla="*/ 308 w 1349"/>
                  <a:gd name="T45" fmla="*/ 6 h 461"/>
                  <a:gd name="T46" fmla="*/ 291 w 1349"/>
                  <a:gd name="T47" fmla="*/ 4 h 461"/>
                  <a:gd name="T48" fmla="*/ 275 w 1349"/>
                  <a:gd name="T49" fmla="*/ 3 h 461"/>
                  <a:gd name="T50" fmla="*/ 260 w 1349"/>
                  <a:gd name="T51" fmla="*/ 2 h 461"/>
                  <a:gd name="T52" fmla="*/ 244 w 1349"/>
                  <a:gd name="T53" fmla="*/ 1 h 461"/>
                  <a:gd name="T54" fmla="*/ 230 w 1349"/>
                  <a:gd name="T55" fmla="*/ 0 h 461"/>
                  <a:gd name="T56" fmla="*/ 215 w 1349"/>
                  <a:gd name="T57" fmla="*/ 0 h 461"/>
                  <a:gd name="T58" fmla="*/ 202 w 1349"/>
                  <a:gd name="T59" fmla="*/ 0 h 461"/>
                  <a:gd name="T60" fmla="*/ 188 w 1349"/>
                  <a:gd name="T61" fmla="*/ 0 h 461"/>
                  <a:gd name="T62" fmla="*/ 176 w 1349"/>
                  <a:gd name="T63" fmla="*/ 2 h 461"/>
                  <a:gd name="T64" fmla="*/ 165 w 1349"/>
                  <a:gd name="T65" fmla="*/ 3 h 461"/>
                  <a:gd name="T66" fmla="*/ 154 w 1349"/>
                  <a:gd name="T67" fmla="*/ 4 h 461"/>
                  <a:gd name="T68" fmla="*/ 145 w 1349"/>
                  <a:gd name="T69" fmla="*/ 7 h 461"/>
                  <a:gd name="T70" fmla="*/ 138 w 1349"/>
                  <a:gd name="T71" fmla="*/ 9 h 461"/>
                  <a:gd name="T72" fmla="*/ 131 w 1349"/>
                  <a:gd name="T73" fmla="*/ 11 h 461"/>
                  <a:gd name="T74" fmla="*/ 124 w 1349"/>
                  <a:gd name="T75" fmla="*/ 14 h 461"/>
                  <a:gd name="T76" fmla="*/ 116 w 1349"/>
                  <a:gd name="T77" fmla="*/ 17 h 461"/>
                  <a:gd name="T78" fmla="*/ 108 w 1349"/>
                  <a:gd name="T79" fmla="*/ 21 h 461"/>
                  <a:gd name="T80" fmla="*/ 99 w 1349"/>
                  <a:gd name="T81" fmla="*/ 25 h 461"/>
                  <a:gd name="T82" fmla="*/ 91 w 1349"/>
                  <a:gd name="T83" fmla="*/ 30 h 461"/>
                  <a:gd name="T84" fmla="*/ 82 w 1349"/>
                  <a:gd name="T85" fmla="*/ 34 h 461"/>
                  <a:gd name="T86" fmla="*/ 74 w 1349"/>
                  <a:gd name="T87" fmla="*/ 40 h 461"/>
                  <a:gd name="T88" fmla="*/ 66 w 1349"/>
                  <a:gd name="T89" fmla="*/ 45 h 461"/>
                  <a:gd name="T90" fmla="*/ 58 w 1349"/>
                  <a:gd name="T91" fmla="*/ 51 h 461"/>
                  <a:gd name="T92" fmla="*/ 50 w 1349"/>
                  <a:gd name="T93" fmla="*/ 57 h 461"/>
                  <a:gd name="T94" fmla="*/ 42 w 1349"/>
                  <a:gd name="T95" fmla="*/ 64 h 461"/>
                  <a:gd name="T96" fmla="*/ 35 w 1349"/>
                  <a:gd name="T97" fmla="*/ 71 h 461"/>
                  <a:gd name="T98" fmla="*/ 29 w 1349"/>
                  <a:gd name="T99" fmla="*/ 79 h 461"/>
                  <a:gd name="T100" fmla="*/ 23 w 1349"/>
                  <a:gd name="T101" fmla="*/ 87 h 461"/>
                  <a:gd name="T102" fmla="*/ 10 w 1349"/>
                  <a:gd name="T103" fmla="*/ 111 h 461"/>
                  <a:gd name="T104" fmla="*/ 3 w 1349"/>
                  <a:gd name="T105" fmla="*/ 135 h 461"/>
                  <a:gd name="T106" fmla="*/ 0 w 1349"/>
                  <a:gd name="T107" fmla="*/ 159 h 461"/>
                  <a:gd name="T108" fmla="*/ 0 w 1349"/>
                  <a:gd name="T109" fmla="*/ 182 h 461"/>
                  <a:gd name="T110" fmla="*/ 3 w 1349"/>
                  <a:gd name="T111" fmla="*/ 202 h 461"/>
                  <a:gd name="T112" fmla="*/ 6 w 1349"/>
                  <a:gd name="T113" fmla="*/ 216 h 461"/>
                  <a:gd name="T114" fmla="*/ 9 w 1349"/>
                  <a:gd name="T115" fmla="*/ 227 h 461"/>
                  <a:gd name="T116" fmla="*/ 10 w 1349"/>
                  <a:gd name="T117" fmla="*/ 230 h 46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49"/>
                  <a:gd name="T178" fmla="*/ 0 h 461"/>
                  <a:gd name="T179" fmla="*/ 1349 w 1349"/>
                  <a:gd name="T180" fmla="*/ 461 h 46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49" h="461">
                    <a:moveTo>
                      <a:pt x="19" y="461"/>
                    </a:moveTo>
                    <a:lnTo>
                      <a:pt x="1349" y="461"/>
                    </a:lnTo>
                    <a:lnTo>
                      <a:pt x="1057" y="83"/>
                    </a:lnTo>
                    <a:lnTo>
                      <a:pt x="1056" y="83"/>
                    </a:lnTo>
                    <a:lnTo>
                      <a:pt x="1050" y="82"/>
                    </a:lnTo>
                    <a:lnTo>
                      <a:pt x="1042" y="80"/>
                    </a:lnTo>
                    <a:lnTo>
                      <a:pt x="1031" y="79"/>
                    </a:lnTo>
                    <a:lnTo>
                      <a:pt x="1018" y="75"/>
                    </a:lnTo>
                    <a:lnTo>
                      <a:pt x="1002" y="73"/>
                    </a:lnTo>
                    <a:lnTo>
                      <a:pt x="984" y="68"/>
                    </a:lnTo>
                    <a:lnTo>
                      <a:pt x="964" y="65"/>
                    </a:lnTo>
                    <a:lnTo>
                      <a:pt x="941" y="61"/>
                    </a:lnTo>
                    <a:lnTo>
                      <a:pt x="916" y="57"/>
                    </a:lnTo>
                    <a:lnTo>
                      <a:pt x="891" y="52"/>
                    </a:lnTo>
                    <a:lnTo>
                      <a:pt x="863" y="47"/>
                    </a:lnTo>
                    <a:lnTo>
                      <a:pt x="835" y="43"/>
                    </a:lnTo>
                    <a:lnTo>
                      <a:pt x="805" y="38"/>
                    </a:lnTo>
                    <a:lnTo>
                      <a:pt x="775" y="34"/>
                    </a:lnTo>
                    <a:lnTo>
                      <a:pt x="744" y="29"/>
                    </a:lnTo>
                    <a:lnTo>
                      <a:pt x="711" y="24"/>
                    </a:lnTo>
                    <a:lnTo>
                      <a:pt x="679" y="20"/>
                    </a:lnTo>
                    <a:lnTo>
                      <a:pt x="647" y="16"/>
                    </a:lnTo>
                    <a:lnTo>
                      <a:pt x="615" y="13"/>
                    </a:lnTo>
                    <a:lnTo>
                      <a:pt x="582" y="9"/>
                    </a:lnTo>
                    <a:lnTo>
                      <a:pt x="550" y="7"/>
                    </a:lnTo>
                    <a:lnTo>
                      <a:pt x="519" y="5"/>
                    </a:lnTo>
                    <a:lnTo>
                      <a:pt x="488" y="3"/>
                    </a:lnTo>
                    <a:lnTo>
                      <a:pt x="459" y="1"/>
                    </a:lnTo>
                    <a:lnTo>
                      <a:pt x="430" y="0"/>
                    </a:lnTo>
                    <a:lnTo>
                      <a:pt x="403" y="1"/>
                    </a:lnTo>
                    <a:lnTo>
                      <a:pt x="376" y="1"/>
                    </a:lnTo>
                    <a:lnTo>
                      <a:pt x="352" y="4"/>
                    </a:lnTo>
                    <a:lnTo>
                      <a:pt x="329" y="6"/>
                    </a:lnTo>
                    <a:lnTo>
                      <a:pt x="308" y="9"/>
                    </a:lnTo>
                    <a:lnTo>
                      <a:pt x="290" y="14"/>
                    </a:lnTo>
                    <a:lnTo>
                      <a:pt x="276" y="19"/>
                    </a:lnTo>
                    <a:lnTo>
                      <a:pt x="262" y="23"/>
                    </a:lnTo>
                    <a:lnTo>
                      <a:pt x="247" y="29"/>
                    </a:lnTo>
                    <a:lnTo>
                      <a:pt x="231" y="35"/>
                    </a:lnTo>
                    <a:lnTo>
                      <a:pt x="215" y="43"/>
                    </a:lnTo>
                    <a:lnTo>
                      <a:pt x="198" y="51"/>
                    </a:lnTo>
                    <a:lnTo>
                      <a:pt x="182" y="60"/>
                    </a:lnTo>
                    <a:lnTo>
                      <a:pt x="164" y="69"/>
                    </a:lnTo>
                    <a:lnTo>
                      <a:pt x="147" y="80"/>
                    </a:lnTo>
                    <a:lnTo>
                      <a:pt x="131" y="91"/>
                    </a:lnTo>
                    <a:lnTo>
                      <a:pt x="115" y="103"/>
                    </a:lnTo>
                    <a:lnTo>
                      <a:pt x="99" y="115"/>
                    </a:lnTo>
                    <a:lnTo>
                      <a:pt x="84" y="129"/>
                    </a:lnTo>
                    <a:lnTo>
                      <a:pt x="70" y="143"/>
                    </a:lnTo>
                    <a:lnTo>
                      <a:pt x="57" y="158"/>
                    </a:lnTo>
                    <a:lnTo>
                      <a:pt x="46" y="174"/>
                    </a:lnTo>
                    <a:lnTo>
                      <a:pt x="19" y="223"/>
                    </a:lnTo>
                    <a:lnTo>
                      <a:pt x="5" y="271"/>
                    </a:lnTo>
                    <a:lnTo>
                      <a:pt x="0" y="319"/>
                    </a:lnTo>
                    <a:lnTo>
                      <a:pt x="0" y="364"/>
                    </a:lnTo>
                    <a:lnTo>
                      <a:pt x="5" y="404"/>
                    </a:lnTo>
                    <a:lnTo>
                      <a:pt x="11" y="433"/>
                    </a:lnTo>
                    <a:lnTo>
                      <a:pt x="17" y="454"/>
                    </a:lnTo>
                    <a:lnTo>
                      <a:pt x="19" y="461"/>
                    </a:lnTo>
                    <a:close/>
                  </a:path>
                </a:pathLst>
              </a:custGeom>
              <a:solidFill>
                <a:srgbClr val="0035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6" name="Freeform 87"/>
              <p:cNvSpPr>
                <a:spLocks/>
              </p:cNvSpPr>
              <p:nvPr/>
            </p:nvSpPr>
            <p:spPr bwMode="auto">
              <a:xfrm>
                <a:off x="2759" y="2982"/>
                <a:ext cx="688" cy="680"/>
              </a:xfrm>
              <a:custGeom>
                <a:avLst/>
                <a:gdLst>
                  <a:gd name="T0" fmla="*/ 381 w 1375"/>
                  <a:gd name="T1" fmla="*/ 22 h 1360"/>
                  <a:gd name="T2" fmla="*/ 361 w 1375"/>
                  <a:gd name="T3" fmla="*/ 28 h 1360"/>
                  <a:gd name="T4" fmla="*/ 330 w 1375"/>
                  <a:gd name="T5" fmla="*/ 38 h 1360"/>
                  <a:gd name="T6" fmla="*/ 295 w 1375"/>
                  <a:gd name="T7" fmla="*/ 55 h 1360"/>
                  <a:gd name="T8" fmla="*/ 263 w 1375"/>
                  <a:gd name="T9" fmla="*/ 81 h 1360"/>
                  <a:gd name="T10" fmla="*/ 236 w 1375"/>
                  <a:gd name="T11" fmla="*/ 120 h 1360"/>
                  <a:gd name="T12" fmla="*/ 217 w 1375"/>
                  <a:gd name="T13" fmla="*/ 169 h 1360"/>
                  <a:gd name="T14" fmla="*/ 204 w 1375"/>
                  <a:gd name="T15" fmla="*/ 230 h 1360"/>
                  <a:gd name="T16" fmla="*/ 195 w 1375"/>
                  <a:gd name="T17" fmla="*/ 313 h 1360"/>
                  <a:gd name="T18" fmla="*/ 185 w 1375"/>
                  <a:gd name="T19" fmla="*/ 380 h 1360"/>
                  <a:gd name="T20" fmla="*/ 158 w 1375"/>
                  <a:gd name="T21" fmla="*/ 411 h 1360"/>
                  <a:gd name="T22" fmla="*/ 116 w 1375"/>
                  <a:gd name="T23" fmla="*/ 388 h 1360"/>
                  <a:gd name="T24" fmla="*/ 91 w 1375"/>
                  <a:gd name="T25" fmla="*/ 342 h 1360"/>
                  <a:gd name="T26" fmla="*/ 0 w 1375"/>
                  <a:gd name="T27" fmla="*/ 373 h 1360"/>
                  <a:gd name="T28" fmla="*/ 4 w 1375"/>
                  <a:gd name="T29" fmla="*/ 388 h 1360"/>
                  <a:gd name="T30" fmla="*/ 16 w 1375"/>
                  <a:gd name="T31" fmla="*/ 426 h 1360"/>
                  <a:gd name="T32" fmla="*/ 32 w 1375"/>
                  <a:gd name="T33" fmla="*/ 468 h 1360"/>
                  <a:gd name="T34" fmla="*/ 49 w 1375"/>
                  <a:gd name="T35" fmla="*/ 496 h 1360"/>
                  <a:gd name="T36" fmla="*/ 71 w 1375"/>
                  <a:gd name="T37" fmla="*/ 523 h 1360"/>
                  <a:gd name="T38" fmla="*/ 97 w 1375"/>
                  <a:gd name="T39" fmla="*/ 547 h 1360"/>
                  <a:gd name="T40" fmla="*/ 121 w 1375"/>
                  <a:gd name="T41" fmla="*/ 563 h 1360"/>
                  <a:gd name="T42" fmla="*/ 142 w 1375"/>
                  <a:gd name="T43" fmla="*/ 571 h 1360"/>
                  <a:gd name="T44" fmla="*/ 164 w 1375"/>
                  <a:gd name="T45" fmla="*/ 574 h 1360"/>
                  <a:gd name="T46" fmla="*/ 180 w 1375"/>
                  <a:gd name="T47" fmla="*/ 571 h 1360"/>
                  <a:gd name="T48" fmla="*/ 209 w 1375"/>
                  <a:gd name="T49" fmla="*/ 566 h 1360"/>
                  <a:gd name="T50" fmla="*/ 219 w 1375"/>
                  <a:gd name="T51" fmla="*/ 572 h 1360"/>
                  <a:gd name="T52" fmla="*/ 227 w 1375"/>
                  <a:gd name="T53" fmla="*/ 587 h 1360"/>
                  <a:gd name="T54" fmla="*/ 238 w 1375"/>
                  <a:gd name="T55" fmla="*/ 609 h 1360"/>
                  <a:gd name="T56" fmla="*/ 261 w 1375"/>
                  <a:gd name="T57" fmla="*/ 633 h 1360"/>
                  <a:gd name="T58" fmla="*/ 302 w 1375"/>
                  <a:gd name="T59" fmla="*/ 657 h 1360"/>
                  <a:gd name="T60" fmla="*/ 367 w 1375"/>
                  <a:gd name="T61" fmla="*/ 676 h 1360"/>
                  <a:gd name="T62" fmla="*/ 427 w 1375"/>
                  <a:gd name="T63" fmla="*/ 680 h 1360"/>
                  <a:gd name="T64" fmla="*/ 478 w 1375"/>
                  <a:gd name="T65" fmla="*/ 675 h 1360"/>
                  <a:gd name="T66" fmla="*/ 515 w 1375"/>
                  <a:gd name="T67" fmla="*/ 666 h 1360"/>
                  <a:gd name="T68" fmla="*/ 536 w 1375"/>
                  <a:gd name="T69" fmla="*/ 658 h 1360"/>
                  <a:gd name="T70" fmla="*/ 547 w 1375"/>
                  <a:gd name="T71" fmla="*/ 638 h 1360"/>
                  <a:gd name="T72" fmla="*/ 576 w 1375"/>
                  <a:gd name="T73" fmla="*/ 563 h 1360"/>
                  <a:gd name="T74" fmla="*/ 615 w 1375"/>
                  <a:gd name="T75" fmla="*/ 455 h 1360"/>
                  <a:gd name="T76" fmla="*/ 654 w 1375"/>
                  <a:gd name="T77" fmla="*/ 343 h 1360"/>
                  <a:gd name="T78" fmla="*/ 681 w 1375"/>
                  <a:gd name="T79" fmla="*/ 255 h 1360"/>
                  <a:gd name="T80" fmla="*/ 688 w 1375"/>
                  <a:gd name="T81" fmla="*/ 204 h 1360"/>
                  <a:gd name="T82" fmla="*/ 682 w 1375"/>
                  <a:gd name="T83" fmla="*/ 146 h 1360"/>
                  <a:gd name="T84" fmla="*/ 667 w 1375"/>
                  <a:gd name="T85" fmla="*/ 94 h 1360"/>
                  <a:gd name="T86" fmla="*/ 644 w 1375"/>
                  <a:gd name="T87" fmla="*/ 59 h 1360"/>
                  <a:gd name="T88" fmla="*/ 601 w 1375"/>
                  <a:gd name="T89" fmla="*/ 15 h 1360"/>
                  <a:gd name="T90" fmla="*/ 572 w 1375"/>
                  <a:gd name="T91" fmla="*/ 1 h 1360"/>
                  <a:gd name="T92" fmla="*/ 527 w 1375"/>
                  <a:gd name="T93" fmla="*/ 48 h 1360"/>
                  <a:gd name="T94" fmla="*/ 480 w 1375"/>
                  <a:gd name="T95" fmla="*/ 62 h 1360"/>
                  <a:gd name="T96" fmla="*/ 437 w 1375"/>
                  <a:gd name="T97" fmla="*/ 53 h 1360"/>
                  <a:gd name="T98" fmla="*/ 404 w 1375"/>
                  <a:gd name="T99" fmla="*/ 36 h 1360"/>
                  <a:gd name="T100" fmla="*/ 387 w 1375"/>
                  <a:gd name="T101" fmla="*/ 23 h 136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75"/>
                  <a:gd name="T154" fmla="*/ 0 h 1360"/>
                  <a:gd name="T155" fmla="*/ 1375 w 1375"/>
                  <a:gd name="T156" fmla="*/ 1360 h 136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75" h="1360">
                    <a:moveTo>
                      <a:pt x="771" y="44"/>
                    </a:moveTo>
                    <a:lnTo>
                      <a:pt x="769" y="44"/>
                    </a:lnTo>
                    <a:lnTo>
                      <a:pt x="762" y="45"/>
                    </a:lnTo>
                    <a:lnTo>
                      <a:pt x="752" y="48"/>
                    </a:lnTo>
                    <a:lnTo>
                      <a:pt x="738" y="51"/>
                    </a:lnTo>
                    <a:lnTo>
                      <a:pt x="722" y="56"/>
                    </a:lnTo>
                    <a:lnTo>
                      <a:pt x="702" y="61"/>
                    </a:lnTo>
                    <a:lnTo>
                      <a:pt x="681" y="68"/>
                    </a:lnTo>
                    <a:lnTo>
                      <a:pt x="660" y="76"/>
                    </a:lnTo>
                    <a:lnTo>
                      <a:pt x="635" y="87"/>
                    </a:lnTo>
                    <a:lnTo>
                      <a:pt x="612" y="98"/>
                    </a:lnTo>
                    <a:lnTo>
                      <a:pt x="589" y="111"/>
                    </a:lnTo>
                    <a:lnTo>
                      <a:pt x="566" y="126"/>
                    </a:lnTo>
                    <a:lnTo>
                      <a:pt x="544" y="143"/>
                    </a:lnTo>
                    <a:lnTo>
                      <a:pt x="525" y="162"/>
                    </a:lnTo>
                    <a:lnTo>
                      <a:pt x="506" y="182"/>
                    </a:lnTo>
                    <a:lnTo>
                      <a:pt x="491" y="205"/>
                    </a:lnTo>
                    <a:lnTo>
                      <a:pt x="472" y="240"/>
                    </a:lnTo>
                    <a:lnTo>
                      <a:pt x="456" y="272"/>
                    </a:lnTo>
                    <a:lnTo>
                      <a:pt x="443" y="305"/>
                    </a:lnTo>
                    <a:lnTo>
                      <a:pt x="433" y="338"/>
                    </a:lnTo>
                    <a:lnTo>
                      <a:pt x="423" y="374"/>
                    </a:lnTo>
                    <a:lnTo>
                      <a:pt x="415" y="414"/>
                    </a:lnTo>
                    <a:lnTo>
                      <a:pt x="408" y="460"/>
                    </a:lnTo>
                    <a:lnTo>
                      <a:pt x="400" y="514"/>
                    </a:lnTo>
                    <a:lnTo>
                      <a:pt x="394" y="571"/>
                    </a:lnTo>
                    <a:lnTo>
                      <a:pt x="389" y="626"/>
                    </a:lnTo>
                    <a:lnTo>
                      <a:pt x="384" y="677"/>
                    </a:lnTo>
                    <a:lnTo>
                      <a:pt x="379" y="722"/>
                    </a:lnTo>
                    <a:lnTo>
                      <a:pt x="369" y="760"/>
                    </a:lnTo>
                    <a:lnTo>
                      <a:pt x="357" y="791"/>
                    </a:lnTo>
                    <a:lnTo>
                      <a:pt x="339" y="813"/>
                    </a:lnTo>
                    <a:lnTo>
                      <a:pt x="315" y="823"/>
                    </a:lnTo>
                    <a:lnTo>
                      <a:pt x="285" y="821"/>
                    </a:lnTo>
                    <a:lnTo>
                      <a:pt x="258" y="803"/>
                    </a:lnTo>
                    <a:lnTo>
                      <a:pt x="232" y="777"/>
                    </a:lnTo>
                    <a:lnTo>
                      <a:pt x="212" y="746"/>
                    </a:lnTo>
                    <a:lnTo>
                      <a:pt x="194" y="714"/>
                    </a:lnTo>
                    <a:lnTo>
                      <a:pt x="182" y="685"/>
                    </a:lnTo>
                    <a:lnTo>
                      <a:pt x="174" y="665"/>
                    </a:lnTo>
                    <a:lnTo>
                      <a:pt x="171" y="657"/>
                    </a:lnTo>
                    <a:lnTo>
                      <a:pt x="0" y="747"/>
                    </a:lnTo>
                    <a:lnTo>
                      <a:pt x="1" y="750"/>
                    </a:lnTo>
                    <a:lnTo>
                      <a:pt x="3" y="761"/>
                    </a:lnTo>
                    <a:lnTo>
                      <a:pt x="7" y="776"/>
                    </a:lnTo>
                    <a:lnTo>
                      <a:pt x="13" y="796"/>
                    </a:lnTo>
                    <a:lnTo>
                      <a:pt x="20" y="822"/>
                    </a:lnTo>
                    <a:lnTo>
                      <a:pt x="31" y="852"/>
                    </a:lnTo>
                    <a:lnTo>
                      <a:pt x="41" y="884"/>
                    </a:lnTo>
                    <a:lnTo>
                      <a:pt x="55" y="919"/>
                    </a:lnTo>
                    <a:lnTo>
                      <a:pt x="63" y="937"/>
                    </a:lnTo>
                    <a:lnTo>
                      <a:pt x="72" y="955"/>
                    </a:lnTo>
                    <a:lnTo>
                      <a:pt x="84" y="974"/>
                    </a:lnTo>
                    <a:lnTo>
                      <a:pt x="98" y="992"/>
                    </a:lnTo>
                    <a:lnTo>
                      <a:pt x="111" y="1011"/>
                    </a:lnTo>
                    <a:lnTo>
                      <a:pt x="126" y="1028"/>
                    </a:lnTo>
                    <a:lnTo>
                      <a:pt x="142" y="1045"/>
                    </a:lnTo>
                    <a:lnTo>
                      <a:pt x="159" y="1063"/>
                    </a:lnTo>
                    <a:lnTo>
                      <a:pt x="176" y="1078"/>
                    </a:lnTo>
                    <a:lnTo>
                      <a:pt x="193" y="1093"/>
                    </a:lnTo>
                    <a:lnTo>
                      <a:pt x="209" y="1105"/>
                    </a:lnTo>
                    <a:lnTo>
                      <a:pt x="225" y="1117"/>
                    </a:lnTo>
                    <a:lnTo>
                      <a:pt x="241" y="1126"/>
                    </a:lnTo>
                    <a:lnTo>
                      <a:pt x="256" y="1133"/>
                    </a:lnTo>
                    <a:lnTo>
                      <a:pt x="270" y="1139"/>
                    </a:lnTo>
                    <a:lnTo>
                      <a:pt x="283" y="1142"/>
                    </a:lnTo>
                    <a:lnTo>
                      <a:pt x="304" y="1146"/>
                    </a:lnTo>
                    <a:lnTo>
                      <a:pt x="318" y="1147"/>
                    </a:lnTo>
                    <a:lnTo>
                      <a:pt x="328" y="1148"/>
                    </a:lnTo>
                    <a:lnTo>
                      <a:pt x="337" y="1147"/>
                    </a:lnTo>
                    <a:lnTo>
                      <a:pt x="346" y="1144"/>
                    </a:lnTo>
                    <a:lnTo>
                      <a:pt x="360" y="1142"/>
                    </a:lnTo>
                    <a:lnTo>
                      <a:pt x="379" y="1137"/>
                    </a:lnTo>
                    <a:lnTo>
                      <a:pt x="406" y="1132"/>
                    </a:lnTo>
                    <a:lnTo>
                      <a:pt x="418" y="1131"/>
                    </a:lnTo>
                    <a:lnTo>
                      <a:pt x="426" y="1133"/>
                    </a:lnTo>
                    <a:lnTo>
                      <a:pt x="433" y="1137"/>
                    </a:lnTo>
                    <a:lnTo>
                      <a:pt x="438" y="1143"/>
                    </a:lnTo>
                    <a:lnTo>
                      <a:pt x="443" y="1152"/>
                    </a:lnTo>
                    <a:lnTo>
                      <a:pt x="448" y="1163"/>
                    </a:lnTo>
                    <a:lnTo>
                      <a:pt x="453" y="1174"/>
                    </a:lnTo>
                    <a:lnTo>
                      <a:pt x="459" y="1188"/>
                    </a:lnTo>
                    <a:lnTo>
                      <a:pt x="467" y="1202"/>
                    </a:lnTo>
                    <a:lnTo>
                      <a:pt x="476" y="1218"/>
                    </a:lnTo>
                    <a:lnTo>
                      <a:pt x="488" y="1233"/>
                    </a:lnTo>
                    <a:lnTo>
                      <a:pt x="503" y="1249"/>
                    </a:lnTo>
                    <a:lnTo>
                      <a:pt x="521" y="1265"/>
                    </a:lnTo>
                    <a:lnTo>
                      <a:pt x="543" y="1282"/>
                    </a:lnTo>
                    <a:lnTo>
                      <a:pt x="571" y="1298"/>
                    </a:lnTo>
                    <a:lnTo>
                      <a:pt x="603" y="1313"/>
                    </a:lnTo>
                    <a:lnTo>
                      <a:pt x="648" y="1330"/>
                    </a:lnTo>
                    <a:lnTo>
                      <a:pt x="692" y="1343"/>
                    </a:lnTo>
                    <a:lnTo>
                      <a:pt x="734" y="1351"/>
                    </a:lnTo>
                    <a:lnTo>
                      <a:pt x="776" y="1356"/>
                    </a:lnTo>
                    <a:lnTo>
                      <a:pt x="816" y="1360"/>
                    </a:lnTo>
                    <a:lnTo>
                      <a:pt x="854" y="1360"/>
                    </a:lnTo>
                    <a:lnTo>
                      <a:pt x="890" y="1358"/>
                    </a:lnTo>
                    <a:lnTo>
                      <a:pt x="924" y="1354"/>
                    </a:lnTo>
                    <a:lnTo>
                      <a:pt x="956" y="1349"/>
                    </a:lnTo>
                    <a:lnTo>
                      <a:pt x="983" y="1344"/>
                    </a:lnTo>
                    <a:lnTo>
                      <a:pt x="1009" y="1338"/>
                    </a:lnTo>
                    <a:lnTo>
                      <a:pt x="1029" y="1331"/>
                    </a:lnTo>
                    <a:lnTo>
                      <a:pt x="1048" y="1325"/>
                    </a:lnTo>
                    <a:lnTo>
                      <a:pt x="1062" y="1320"/>
                    </a:lnTo>
                    <a:lnTo>
                      <a:pt x="1071" y="1315"/>
                    </a:lnTo>
                    <a:lnTo>
                      <a:pt x="1077" y="1313"/>
                    </a:lnTo>
                    <a:lnTo>
                      <a:pt x="1082" y="1302"/>
                    </a:lnTo>
                    <a:lnTo>
                      <a:pt x="1094" y="1276"/>
                    </a:lnTo>
                    <a:lnTo>
                      <a:pt x="1110" y="1237"/>
                    </a:lnTo>
                    <a:lnTo>
                      <a:pt x="1129" y="1186"/>
                    </a:lnTo>
                    <a:lnTo>
                      <a:pt x="1151" y="1126"/>
                    </a:lnTo>
                    <a:lnTo>
                      <a:pt x="1177" y="1059"/>
                    </a:lnTo>
                    <a:lnTo>
                      <a:pt x="1203" y="987"/>
                    </a:lnTo>
                    <a:lnTo>
                      <a:pt x="1230" y="911"/>
                    </a:lnTo>
                    <a:lnTo>
                      <a:pt x="1256" y="834"/>
                    </a:lnTo>
                    <a:lnTo>
                      <a:pt x="1283" y="758"/>
                    </a:lnTo>
                    <a:lnTo>
                      <a:pt x="1307" y="687"/>
                    </a:lnTo>
                    <a:lnTo>
                      <a:pt x="1328" y="619"/>
                    </a:lnTo>
                    <a:lnTo>
                      <a:pt x="1346" y="560"/>
                    </a:lnTo>
                    <a:lnTo>
                      <a:pt x="1361" y="510"/>
                    </a:lnTo>
                    <a:lnTo>
                      <a:pt x="1370" y="470"/>
                    </a:lnTo>
                    <a:lnTo>
                      <a:pt x="1375" y="445"/>
                    </a:lnTo>
                    <a:lnTo>
                      <a:pt x="1375" y="408"/>
                    </a:lnTo>
                    <a:lnTo>
                      <a:pt x="1374" y="369"/>
                    </a:lnTo>
                    <a:lnTo>
                      <a:pt x="1370" y="330"/>
                    </a:lnTo>
                    <a:lnTo>
                      <a:pt x="1364" y="292"/>
                    </a:lnTo>
                    <a:lnTo>
                      <a:pt x="1356" y="255"/>
                    </a:lnTo>
                    <a:lnTo>
                      <a:pt x="1346" y="220"/>
                    </a:lnTo>
                    <a:lnTo>
                      <a:pt x="1334" y="189"/>
                    </a:lnTo>
                    <a:lnTo>
                      <a:pt x="1322" y="163"/>
                    </a:lnTo>
                    <a:lnTo>
                      <a:pt x="1308" y="144"/>
                    </a:lnTo>
                    <a:lnTo>
                      <a:pt x="1287" y="118"/>
                    </a:lnTo>
                    <a:lnTo>
                      <a:pt x="1260" y="88"/>
                    </a:lnTo>
                    <a:lnTo>
                      <a:pt x="1231" y="58"/>
                    </a:lnTo>
                    <a:lnTo>
                      <a:pt x="1201" y="31"/>
                    </a:lnTo>
                    <a:lnTo>
                      <a:pt x="1174" y="11"/>
                    </a:lnTo>
                    <a:lnTo>
                      <a:pt x="1155" y="0"/>
                    </a:lnTo>
                    <a:lnTo>
                      <a:pt x="1143" y="3"/>
                    </a:lnTo>
                    <a:lnTo>
                      <a:pt x="1115" y="43"/>
                    </a:lnTo>
                    <a:lnTo>
                      <a:pt x="1085" y="74"/>
                    </a:lnTo>
                    <a:lnTo>
                      <a:pt x="1053" y="97"/>
                    </a:lnTo>
                    <a:lnTo>
                      <a:pt x="1022" y="112"/>
                    </a:lnTo>
                    <a:lnTo>
                      <a:pt x="990" y="120"/>
                    </a:lnTo>
                    <a:lnTo>
                      <a:pt x="960" y="124"/>
                    </a:lnTo>
                    <a:lnTo>
                      <a:pt x="930" y="121"/>
                    </a:lnTo>
                    <a:lnTo>
                      <a:pt x="901" y="114"/>
                    </a:lnTo>
                    <a:lnTo>
                      <a:pt x="874" y="106"/>
                    </a:lnTo>
                    <a:lnTo>
                      <a:pt x="850" y="96"/>
                    </a:lnTo>
                    <a:lnTo>
                      <a:pt x="828" y="83"/>
                    </a:lnTo>
                    <a:lnTo>
                      <a:pt x="808" y="72"/>
                    </a:lnTo>
                    <a:lnTo>
                      <a:pt x="793" y="61"/>
                    </a:lnTo>
                    <a:lnTo>
                      <a:pt x="782" y="52"/>
                    </a:lnTo>
                    <a:lnTo>
                      <a:pt x="774" y="46"/>
                    </a:lnTo>
                    <a:lnTo>
                      <a:pt x="771" y="44"/>
                    </a:lnTo>
                    <a:close/>
                  </a:path>
                </a:pathLst>
              </a:custGeom>
              <a:solidFill>
                <a:srgbClr val="FF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7" name="Freeform 88"/>
              <p:cNvSpPr>
                <a:spLocks/>
              </p:cNvSpPr>
              <p:nvPr/>
            </p:nvSpPr>
            <p:spPr bwMode="auto">
              <a:xfrm>
                <a:off x="2430" y="2576"/>
                <a:ext cx="541" cy="663"/>
              </a:xfrm>
              <a:custGeom>
                <a:avLst/>
                <a:gdLst>
                  <a:gd name="T0" fmla="*/ 11 w 1081"/>
                  <a:gd name="T1" fmla="*/ 93 h 1326"/>
                  <a:gd name="T2" fmla="*/ 35 w 1081"/>
                  <a:gd name="T3" fmla="*/ 530 h 1326"/>
                  <a:gd name="T4" fmla="*/ 165 w 1081"/>
                  <a:gd name="T5" fmla="*/ 533 h 1326"/>
                  <a:gd name="T6" fmla="*/ 165 w 1081"/>
                  <a:gd name="T7" fmla="*/ 546 h 1326"/>
                  <a:gd name="T8" fmla="*/ 0 w 1081"/>
                  <a:gd name="T9" fmla="*/ 562 h 1326"/>
                  <a:gd name="T10" fmla="*/ 0 w 1081"/>
                  <a:gd name="T11" fmla="*/ 610 h 1326"/>
                  <a:gd name="T12" fmla="*/ 136 w 1081"/>
                  <a:gd name="T13" fmla="*/ 663 h 1326"/>
                  <a:gd name="T14" fmla="*/ 509 w 1081"/>
                  <a:gd name="T15" fmla="*/ 583 h 1326"/>
                  <a:gd name="T16" fmla="*/ 509 w 1081"/>
                  <a:gd name="T17" fmla="*/ 554 h 1326"/>
                  <a:gd name="T18" fmla="*/ 392 w 1081"/>
                  <a:gd name="T19" fmla="*/ 533 h 1326"/>
                  <a:gd name="T20" fmla="*/ 392 w 1081"/>
                  <a:gd name="T21" fmla="*/ 508 h 1326"/>
                  <a:gd name="T22" fmla="*/ 527 w 1081"/>
                  <a:gd name="T23" fmla="*/ 460 h 1326"/>
                  <a:gd name="T24" fmla="*/ 541 w 1081"/>
                  <a:gd name="T25" fmla="*/ 10 h 1326"/>
                  <a:gd name="T26" fmla="*/ 96 w 1081"/>
                  <a:gd name="T27" fmla="*/ 0 h 1326"/>
                  <a:gd name="T28" fmla="*/ 11 w 1081"/>
                  <a:gd name="T29" fmla="*/ 93 h 13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1"/>
                  <a:gd name="T46" fmla="*/ 0 h 1326"/>
                  <a:gd name="T47" fmla="*/ 1081 w 1081"/>
                  <a:gd name="T48" fmla="*/ 1326 h 13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1" h="1326">
                    <a:moveTo>
                      <a:pt x="22" y="187"/>
                    </a:moveTo>
                    <a:lnTo>
                      <a:pt x="69" y="1060"/>
                    </a:lnTo>
                    <a:lnTo>
                      <a:pt x="330" y="1065"/>
                    </a:lnTo>
                    <a:lnTo>
                      <a:pt x="330" y="1091"/>
                    </a:lnTo>
                    <a:lnTo>
                      <a:pt x="0" y="1123"/>
                    </a:lnTo>
                    <a:lnTo>
                      <a:pt x="0" y="1219"/>
                    </a:lnTo>
                    <a:lnTo>
                      <a:pt x="272" y="1326"/>
                    </a:lnTo>
                    <a:lnTo>
                      <a:pt x="1017" y="1166"/>
                    </a:lnTo>
                    <a:lnTo>
                      <a:pt x="1017" y="1107"/>
                    </a:lnTo>
                    <a:lnTo>
                      <a:pt x="783" y="1065"/>
                    </a:lnTo>
                    <a:lnTo>
                      <a:pt x="783" y="1017"/>
                    </a:lnTo>
                    <a:lnTo>
                      <a:pt x="1054" y="921"/>
                    </a:lnTo>
                    <a:lnTo>
                      <a:pt x="1081" y="21"/>
                    </a:lnTo>
                    <a:lnTo>
                      <a:pt x="192" y="0"/>
                    </a:lnTo>
                    <a:lnTo>
                      <a:pt x="22" y="18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8" name="Freeform 89"/>
              <p:cNvSpPr>
                <a:spLocks/>
              </p:cNvSpPr>
              <p:nvPr/>
            </p:nvSpPr>
            <p:spPr bwMode="auto">
              <a:xfrm>
                <a:off x="2513" y="3149"/>
                <a:ext cx="476" cy="189"/>
              </a:xfrm>
              <a:custGeom>
                <a:avLst/>
                <a:gdLst>
                  <a:gd name="T0" fmla="*/ 2 w 952"/>
                  <a:gd name="T1" fmla="*/ 75 h 378"/>
                  <a:gd name="T2" fmla="*/ 0 w 952"/>
                  <a:gd name="T3" fmla="*/ 112 h 378"/>
                  <a:gd name="T4" fmla="*/ 184 w 952"/>
                  <a:gd name="T5" fmla="*/ 189 h 378"/>
                  <a:gd name="T6" fmla="*/ 465 w 952"/>
                  <a:gd name="T7" fmla="*/ 106 h 378"/>
                  <a:gd name="T8" fmla="*/ 476 w 952"/>
                  <a:gd name="T9" fmla="*/ 22 h 378"/>
                  <a:gd name="T10" fmla="*/ 412 w 952"/>
                  <a:gd name="T11" fmla="*/ 0 h 378"/>
                  <a:gd name="T12" fmla="*/ 2 w 952"/>
                  <a:gd name="T13" fmla="*/ 75 h 3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2"/>
                  <a:gd name="T22" fmla="*/ 0 h 378"/>
                  <a:gd name="T23" fmla="*/ 952 w 952"/>
                  <a:gd name="T24" fmla="*/ 378 h 3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2" h="378">
                    <a:moveTo>
                      <a:pt x="4" y="149"/>
                    </a:moveTo>
                    <a:lnTo>
                      <a:pt x="0" y="224"/>
                    </a:lnTo>
                    <a:lnTo>
                      <a:pt x="367" y="378"/>
                    </a:lnTo>
                    <a:lnTo>
                      <a:pt x="930" y="212"/>
                    </a:lnTo>
                    <a:lnTo>
                      <a:pt x="952" y="43"/>
                    </a:lnTo>
                    <a:lnTo>
                      <a:pt x="824" y="0"/>
                    </a:lnTo>
                    <a:lnTo>
                      <a:pt x="4" y="149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99" name="Freeform 90"/>
              <p:cNvSpPr>
                <a:spLocks/>
              </p:cNvSpPr>
              <p:nvPr/>
            </p:nvSpPr>
            <p:spPr bwMode="auto">
              <a:xfrm>
                <a:off x="2897" y="3162"/>
                <a:ext cx="92" cy="125"/>
              </a:xfrm>
              <a:custGeom>
                <a:avLst/>
                <a:gdLst>
                  <a:gd name="T0" fmla="*/ 3 w 184"/>
                  <a:gd name="T1" fmla="*/ 35 h 250"/>
                  <a:gd name="T2" fmla="*/ 3 w 184"/>
                  <a:gd name="T3" fmla="*/ 38 h 250"/>
                  <a:gd name="T4" fmla="*/ 3 w 184"/>
                  <a:gd name="T5" fmla="*/ 42 h 250"/>
                  <a:gd name="T6" fmla="*/ 1 w 184"/>
                  <a:gd name="T7" fmla="*/ 47 h 250"/>
                  <a:gd name="T8" fmla="*/ 3 w 184"/>
                  <a:gd name="T9" fmla="*/ 51 h 250"/>
                  <a:gd name="T10" fmla="*/ 9 w 184"/>
                  <a:gd name="T11" fmla="*/ 58 h 250"/>
                  <a:gd name="T12" fmla="*/ 15 w 184"/>
                  <a:gd name="T13" fmla="*/ 63 h 250"/>
                  <a:gd name="T14" fmla="*/ 22 w 184"/>
                  <a:gd name="T15" fmla="*/ 69 h 250"/>
                  <a:gd name="T16" fmla="*/ 28 w 184"/>
                  <a:gd name="T17" fmla="*/ 74 h 250"/>
                  <a:gd name="T18" fmla="*/ 35 w 184"/>
                  <a:gd name="T19" fmla="*/ 79 h 250"/>
                  <a:gd name="T20" fmla="*/ 39 w 184"/>
                  <a:gd name="T21" fmla="*/ 83 h 250"/>
                  <a:gd name="T22" fmla="*/ 43 w 184"/>
                  <a:gd name="T23" fmla="*/ 85 h 250"/>
                  <a:gd name="T24" fmla="*/ 44 w 184"/>
                  <a:gd name="T25" fmla="*/ 85 h 250"/>
                  <a:gd name="T26" fmla="*/ 71 w 184"/>
                  <a:gd name="T27" fmla="*/ 125 h 250"/>
                  <a:gd name="T28" fmla="*/ 92 w 184"/>
                  <a:gd name="T29" fmla="*/ 21 h 250"/>
                  <a:gd name="T30" fmla="*/ 36 w 184"/>
                  <a:gd name="T31" fmla="*/ 0 h 250"/>
                  <a:gd name="T32" fmla="*/ 34 w 184"/>
                  <a:gd name="T33" fmla="*/ 1 h 250"/>
                  <a:gd name="T34" fmla="*/ 28 w 184"/>
                  <a:gd name="T35" fmla="*/ 2 h 250"/>
                  <a:gd name="T36" fmla="*/ 22 w 184"/>
                  <a:gd name="T37" fmla="*/ 6 h 250"/>
                  <a:gd name="T38" fmla="*/ 14 w 184"/>
                  <a:gd name="T39" fmla="*/ 10 h 250"/>
                  <a:gd name="T40" fmla="*/ 7 w 184"/>
                  <a:gd name="T41" fmla="*/ 15 h 250"/>
                  <a:gd name="T42" fmla="*/ 3 w 184"/>
                  <a:gd name="T43" fmla="*/ 21 h 250"/>
                  <a:gd name="T44" fmla="*/ 0 w 184"/>
                  <a:gd name="T45" fmla="*/ 28 h 250"/>
                  <a:gd name="T46" fmla="*/ 3 w 184"/>
                  <a:gd name="T47" fmla="*/ 35 h 25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4"/>
                  <a:gd name="T73" fmla="*/ 0 h 250"/>
                  <a:gd name="T74" fmla="*/ 184 w 184"/>
                  <a:gd name="T75" fmla="*/ 250 h 25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4" h="250">
                    <a:moveTo>
                      <a:pt x="6" y="70"/>
                    </a:moveTo>
                    <a:lnTo>
                      <a:pt x="7" y="76"/>
                    </a:lnTo>
                    <a:lnTo>
                      <a:pt x="5" y="84"/>
                    </a:lnTo>
                    <a:lnTo>
                      <a:pt x="3" y="93"/>
                    </a:lnTo>
                    <a:lnTo>
                      <a:pt x="7" y="102"/>
                    </a:lnTo>
                    <a:lnTo>
                      <a:pt x="18" y="115"/>
                    </a:lnTo>
                    <a:lnTo>
                      <a:pt x="31" y="127"/>
                    </a:lnTo>
                    <a:lnTo>
                      <a:pt x="44" y="138"/>
                    </a:lnTo>
                    <a:lnTo>
                      <a:pt x="57" y="148"/>
                    </a:lnTo>
                    <a:lnTo>
                      <a:pt x="69" y="158"/>
                    </a:lnTo>
                    <a:lnTo>
                      <a:pt x="78" y="165"/>
                    </a:lnTo>
                    <a:lnTo>
                      <a:pt x="85" y="169"/>
                    </a:lnTo>
                    <a:lnTo>
                      <a:pt x="87" y="170"/>
                    </a:lnTo>
                    <a:lnTo>
                      <a:pt x="142" y="250"/>
                    </a:lnTo>
                    <a:lnTo>
                      <a:pt x="184" y="42"/>
                    </a:lnTo>
                    <a:lnTo>
                      <a:pt x="72" y="0"/>
                    </a:lnTo>
                    <a:lnTo>
                      <a:pt x="68" y="1"/>
                    </a:lnTo>
                    <a:lnTo>
                      <a:pt x="57" y="4"/>
                    </a:lnTo>
                    <a:lnTo>
                      <a:pt x="44" y="11"/>
                    </a:lnTo>
                    <a:lnTo>
                      <a:pt x="29" y="19"/>
                    </a:lnTo>
                    <a:lnTo>
                      <a:pt x="14" y="30"/>
                    </a:lnTo>
                    <a:lnTo>
                      <a:pt x="5" y="41"/>
                    </a:lnTo>
                    <a:lnTo>
                      <a:pt x="0" y="55"/>
                    </a:lnTo>
                    <a:lnTo>
                      <a:pt x="6" y="70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0" name="Freeform 91"/>
              <p:cNvSpPr>
                <a:spLocks/>
              </p:cNvSpPr>
              <p:nvPr/>
            </p:nvSpPr>
            <p:spPr bwMode="auto">
              <a:xfrm>
                <a:off x="2728" y="3190"/>
                <a:ext cx="144" cy="160"/>
              </a:xfrm>
              <a:custGeom>
                <a:avLst/>
                <a:gdLst>
                  <a:gd name="T0" fmla="*/ 6 w 288"/>
                  <a:gd name="T1" fmla="*/ 38 h 322"/>
                  <a:gd name="T2" fmla="*/ 14 w 288"/>
                  <a:gd name="T3" fmla="*/ 61 h 322"/>
                  <a:gd name="T4" fmla="*/ 16 w 288"/>
                  <a:gd name="T5" fmla="*/ 85 h 322"/>
                  <a:gd name="T6" fmla="*/ 15 w 288"/>
                  <a:gd name="T7" fmla="*/ 107 h 322"/>
                  <a:gd name="T8" fmla="*/ 17 w 288"/>
                  <a:gd name="T9" fmla="*/ 131 h 322"/>
                  <a:gd name="T10" fmla="*/ 24 w 288"/>
                  <a:gd name="T11" fmla="*/ 151 h 322"/>
                  <a:gd name="T12" fmla="*/ 42 w 288"/>
                  <a:gd name="T13" fmla="*/ 160 h 322"/>
                  <a:gd name="T14" fmla="*/ 69 w 288"/>
                  <a:gd name="T15" fmla="*/ 151 h 322"/>
                  <a:gd name="T16" fmla="*/ 95 w 288"/>
                  <a:gd name="T17" fmla="*/ 134 h 322"/>
                  <a:gd name="T18" fmla="*/ 112 w 288"/>
                  <a:gd name="T19" fmla="*/ 120 h 322"/>
                  <a:gd name="T20" fmla="*/ 116 w 288"/>
                  <a:gd name="T21" fmla="*/ 116 h 322"/>
                  <a:gd name="T22" fmla="*/ 124 w 288"/>
                  <a:gd name="T23" fmla="*/ 104 h 322"/>
                  <a:gd name="T24" fmla="*/ 135 w 288"/>
                  <a:gd name="T25" fmla="*/ 85 h 322"/>
                  <a:gd name="T26" fmla="*/ 143 w 288"/>
                  <a:gd name="T27" fmla="*/ 70 h 322"/>
                  <a:gd name="T28" fmla="*/ 144 w 288"/>
                  <a:gd name="T29" fmla="*/ 52 h 322"/>
                  <a:gd name="T30" fmla="*/ 138 w 288"/>
                  <a:gd name="T31" fmla="*/ 11 h 322"/>
                  <a:gd name="T32" fmla="*/ 123 w 288"/>
                  <a:gd name="T33" fmla="*/ 2 h 322"/>
                  <a:gd name="T34" fmla="*/ 115 w 288"/>
                  <a:gd name="T35" fmla="*/ 10 h 322"/>
                  <a:gd name="T36" fmla="*/ 111 w 288"/>
                  <a:gd name="T37" fmla="*/ 22 h 322"/>
                  <a:gd name="T38" fmla="*/ 109 w 288"/>
                  <a:gd name="T39" fmla="*/ 31 h 322"/>
                  <a:gd name="T40" fmla="*/ 108 w 288"/>
                  <a:gd name="T41" fmla="*/ 32 h 322"/>
                  <a:gd name="T42" fmla="*/ 104 w 288"/>
                  <a:gd name="T43" fmla="*/ 25 h 322"/>
                  <a:gd name="T44" fmla="*/ 98 w 288"/>
                  <a:gd name="T45" fmla="*/ 14 h 322"/>
                  <a:gd name="T46" fmla="*/ 93 w 288"/>
                  <a:gd name="T47" fmla="*/ 4 h 322"/>
                  <a:gd name="T48" fmla="*/ 89 w 288"/>
                  <a:gd name="T49" fmla="*/ 0 h 322"/>
                  <a:gd name="T50" fmla="*/ 79 w 288"/>
                  <a:gd name="T51" fmla="*/ 0 h 322"/>
                  <a:gd name="T52" fmla="*/ 66 w 288"/>
                  <a:gd name="T53" fmla="*/ 2 h 322"/>
                  <a:gd name="T54" fmla="*/ 49 w 288"/>
                  <a:gd name="T55" fmla="*/ 6 h 322"/>
                  <a:gd name="T56" fmla="*/ 33 w 288"/>
                  <a:gd name="T57" fmla="*/ 10 h 322"/>
                  <a:gd name="T58" fmla="*/ 17 w 288"/>
                  <a:gd name="T59" fmla="*/ 15 h 322"/>
                  <a:gd name="T60" fmla="*/ 5 w 288"/>
                  <a:gd name="T61" fmla="*/ 20 h 322"/>
                  <a:gd name="T62" fmla="*/ 0 w 288"/>
                  <a:gd name="T63" fmla="*/ 26 h 32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88"/>
                  <a:gd name="T97" fmla="*/ 0 h 322"/>
                  <a:gd name="T98" fmla="*/ 288 w 288"/>
                  <a:gd name="T99" fmla="*/ 322 h 32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88" h="322">
                    <a:moveTo>
                      <a:pt x="0" y="57"/>
                    </a:moveTo>
                    <a:lnTo>
                      <a:pt x="12" y="76"/>
                    </a:lnTo>
                    <a:lnTo>
                      <a:pt x="22" y="98"/>
                    </a:lnTo>
                    <a:lnTo>
                      <a:pt x="29" y="123"/>
                    </a:lnTo>
                    <a:lnTo>
                      <a:pt x="33" y="152"/>
                    </a:lnTo>
                    <a:lnTo>
                      <a:pt x="32" y="171"/>
                    </a:lnTo>
                    <a:lnTo>
                      <a:pt x="30" y="193"/>
                    </a:lnTo>
                    <a:lnTo>
                      <a:pt x="30" y="216"/>
                    </a:lnTo>
                    <a:lnTo>
                      <a:pt x="30" y="241"/>
                    </a:lnTo>
                    <a:lnTo>
                      <a:pt x="33" y="264"/>
                    </a:lnTo>
                    <a:lnTo>
                      <a:pt x="38" y="286"/>
                    </a:lnTo>
                    <a:lnTo>
                      <a:pt x="49" y="304"/>
                    </a:lnTo>
                    <a:lnTo>
                      <a:pt x="64" y="317"/>
                    </a:lnTo>
                    <a:lnTo>
                      <a:pt x="85" y="322"/>
                    </a:lnTo>
                    <a:lnTo>
                      <a:pt x="110" y="316"/>
                    </a:lnTo>
                    <a:lnTo>
                      <a:pt x="137" y="303"/>
                    </a:lnTo>
                    <a:lnTo>
                      <a:pt x="165" y="287"/>
                    </a:lnTo>
                    <a:lnTo>
                      <a:pt x="190" y="270"/>
                    </a:lnTo>
                    <a:lnTo>
                      <a:pt x="210" y="254"/>
                    </a:lnTo>
                    <a:lnTo>
                      <a:pt x="225" y="242"/>
                    </a:lnTo>
                    <a:lnTo>
                      <a:pt x="230" y="237"/>
                    </a:lnTo>
                    <a:lnTo>
                      <a:pt x="232" y="234"/>
                    </a:lnTo>
                    <a:lnTo>
                      <a:pt x="239" y="224"/>
                    </a:lnTo>
                    <a:lnTo>
                      <a:pt x="248" y="209"/>
                    </a:lnTo>
                    <a:lnTo>
                      <a:pt x="258" y="190"/>
                    </a:lnTo>
                    <a:lnTo>
                      <a:pt x="269" y="172"/>
                    </a:lnTo>
                    <a:lnTo>
                      <a:pt x="279" y="154"/>
                    </a:lnTo>
                    <a:lnTo>
                      <a:pt x="286" y="140"/>
                    </a:lnTo>
                    <a:lnTo>
                      <a:pt x="288" y="130"/>
                    </a:lnTo>
                    <a:lnTo>
                      <a:pt x="288" y="104"/>
                    </a:lnTo>
                    <a:lnTo>
                      <a:pt x="285" y="62"/>
                    </a:lnTo>
                    <a:lnTo>
                      <a:pt x="275" y="22"/>
                    </a:lnTo>
                    <a:lnTo>
                      <a:pt x="256" y="2"/>
                    </a:lnTo>
                    <a:lnTo>
                      <a:pt x="246" y="4"/>
                    </a:lnTo>
                    <a:lnTo>
                      <a:pt x="237" y="10"/>
                    </a:lnTo>
                    <a:lnTo>
                      <a:pt x="231" y="21"/>
                    </a:lnTo>
                    <a:lnTo>
                      <a:pt x="225" y="32"/>
                    </a:lnTo>
                    <a:lnTo>
                      <a:pt x="222" y="45"/>
                    </a:lnTo>
                    <a:lnTo>
                      <a:pt x="219" y="57"/>
                    </a:lnTo>
                    <a:lnTo>
                      <a:pt x="218" y="63"/>
                    </a:lnTo>
                    <a:lnTo>
                      <a:pt x="218" y="67"/>
                    </a:lnTo>
                    <a:lnTo>
                      <a:pt x="217" y="65"/>
                    </a:lnTo>
                    <a:lnTo>
                      <a:pt x="214" y="59"/>
                    </a:lnTo>
                    <a:lnTo>
                      <a:pt x="209" y="50"/>
                    </a:lnTo>
                    <a:lnTo>
                      <a:pt x="203" y="39"/>
                    </a:lnTo>
                    <a:lnTo>
                      <a:pt x="197" y="28"/>
                    </a:lnTo>
                    <a:lnTo>
                      <a:pt x="192" y="17"/>
                    </a:lnTo>
                    <a:lnTo>
                      <a:pt x="186" y="8"/>
                    </a:lnTo>
                    <a:lnTo>
                      <a:pt x="181" y="2"/>
                    </a:lnTo>
                    <a:lnTo>
                      <a:pt x="178" y="1"/>
                    </a:lnTo>
                    <a:lnTo>
                      <a:pt x="170" y="0"/>
                    </a:lnTo>
                    <a:lnTo>
                      <a:pt x="159" y="1"/>
                    </a:lnTo>
                    <a:lnTo>
                      <a:pt x="147" y="2"/>
                    </a:lnTo>
                    <a:lnTo>
                      <a:pt x="132" y="5"/>
                    </a:lnTo>
                    <a:lnTo>
                      <a:pt x="116" y="8"/>
                    </a:lnTo>
                    <a:lnTo>
                      <a:pt x="99" y="12"/>
                    </a:lnTo>
                    <a:lnTo>
                      <a:pt x="82" y="15"/>
                    </a:lnTo>
                    <a:lnTo>
                      <a:pt x="65" y="20"/>
                    </a:lnTo>
                    <a:lnTo>
                      <a:pt x="49" y="25"/>
                    </a:lnTo>
                    <a:lnTo>
                      <a:pt x="34" y="30"/>
                    </a:lnTo>
                    <a:lnTo>
                      <a:pt x="21" y="36"/>
                    </a:lnTo>
                    <a:lnTo>
                      <a:pt x="11" y="40"/>
                    </a:lnTo>
                    <a:lnTo>
                      <a:pt x="4" y="46"/>
                    </a:lnTo>
                    <a:lnTo>
                      <a:pt x="0" y="52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1" name="Freeform 92"/>
              <p:cNvSpPr>
                <a:spLocks/>
              </p:cNvSpPr>
              <p:nvPr/>
            </p:nvSpPr>
            <p:spPr bwMode="auto">
              <a:xfrm>
                <a:off x="3089" y="3216"/>
                <a:ext cx="394" cy="380"/>
              </a:xfrm>
              <a:custGeom>
                <a:avLst/>
                <a:gdLst>
                  <a:gd name="T0" fmla="*/ 58 w 787"/>
                  <a:gd name="T1" fmla="*/ 52 h 759"/>
                  <a:gd name="T2" fmla="*/ 40 w 787"/>
                  <a:gd name="T3" fmla="*/ 73 h 759"/>
                  <a:gd name="T4" fmla="*/ 25 w 787"/>
                  <a:gd name="T5" fmla="*/ 102 h 759"/>
                  <a:gd name="T6" fmla="*/ 16 w 787"/>
                  <a:gd name="T7" fmla="*/ 130 h 759"/>
                  <a:gd name="T8" fmla="*/ 8 w 787"/>
                  <a:gd name="T9" fmla="*/ 191 h 759"/>
                  <a:gd name="T10" fmla="*/ 1 w 787"/>
                  <a:gd name="T11" fmla="*/ 275 h 759"/>
                  <a:gd name="T12" fmla="*/ 1 w 787"/>
                  <a:gd name="T13" fmla="*/ 292 h 759"/>
                  <a:gd name="T14" fmla="*/ 6 w 787"/>
                  <a:gd name="T15" fmla="*/ 310 h 759"/>
                  <a:gd name="T16" fmla="*/ 18 w 787"/>
                  <a:gd name="T17" fmla="*/ 336 h 759"/>
                  <a:gd name="T18" fmla="*/ 43 w 787"/>
                  <a:gd name="T19" fmla="*/ 360 h 759"/>
                  <a:gd name="T20" fmla="*/ 73 w 787"/>
                  <a:gd name="T21" fmla="*/ 373 h 759"/>
                  <a:gd name="T22" fmla="*/ 99 w 787"/>
                  <a:gd name="T23" fmla="*/ 378 h 759"/>
                  <a:gd name="T24" fmla="*/ 122 w 787"/>
                  <a:gd name="T25" fmla="*/ 380 h 759"/>
                  <a:gd name="T26" fmla="*/ 143 w 787"/>
                  <a:gd name="T27" fmla="*/ 379 h 759"/>
                  <a:gd name="T28" fmla="*/ 160 w 787"/>
                  <a:gd name="T29" fmla="*/ 376 h 759"/>
                  <a:gd name="T30" fmla="*/ 175 w 787"/>
                  <a:gd name="T31" fmla="*/ 372 h 759"/>
                  <a:gd name="T32" fmla="*/ 184 w 787"/>
                  <a:gd name="T33" fmla="*/ 369 h 759"/>
                  <a:gd name="T34" fmla="*/ 189 w 787"/>
                  <a:gd name="T35" fmla="*/ 367 h 759"/>
                  <a:gd name="T36" fmla="*/ 192 w 787"/>
                  <a:gd name="T37" fmla="*/ 366 h 759"/>
                  <a:gd name="T38" fmla="*/ 206 w 787"/>
                  <a:gd name="T39" fmla="*/ 361 h 759"/>
                  <a:gd name="T40" fmla="*/ 229 w 787"/>
                  <a:gd name="T41" fmla="*/ 353 h 759"/>
                  <a:gd name="T42" fmla="*/ 259 w 787"/>
                  <a:gd name="T43" fmla="*/ 343 h 759"/>
                  <a:gd name="T44" fmla="*/ 290 w 787"/>
                  <a:gd name="T45" fmla="*/ 332 h 759"/>
                  <a:gd name="T46" fmla="*/ 321 w 787"/>
                  <a:gd name="T47" fmla="*/ 319 h 759"/>
                  <a:gd name="T48" fmla="*/ 346 w 787"/>
                  <a:gd name="T49" fmla="*/ 308 h 759"/>
                  <a:gd name="T50" fmla="*/ 362 w 787"/>
                  <a:gd name="T51" fmla="*/ 299 h 759"/>
                  <a:gd name="T52" fmla="*/ 375 w 787"/>
                  <a:gd name="T53" fmla="*/ 271 h 759"/>
                  <a:gd name="T54" fmla="*/ 389 w 787"/>
                  <a:gd name="T55" fmla="*/ 203 h 759"/>
                  <a:gd name="T56" fmla="*/ 394 w 787"/>
                  <a:gd name="T57" fmla="*/ 124 h 759"/>
                  <a:gd name="T58" fmla="*/ 387 w 787"/>
                  <a:gd name="T59" fmla="*/ 59 h 759"/>
                  <a:gd name="T60" fmla="*/ 366 w 787"/>
                  <a:gd name="T61" fmla="*/ 26 h 759"/>
                  <a:gd name="T62" fmla="*/ 344 w 787"/>
                  <a:gd name="T63" fmla="*/ 10 h 759"/>
                  <a:gd name="T64" fmla="*/ 326 w 787"/>
                  <a:gd name="T65" fmla="*/ 2 h 759"/>
                  <a:gd name="T66" fmla="*/ 316 w 787"/>
                  <a:gd name="T67" fmla="*/ 0 h 759"/>
                  <a:gd name="T68" fmla="*/ 313 w 787"/>
                  <a:gd name="T69" fmla="*/ 0 h 759"/>
                  <a:gd name="T70" fmla="*/ 306 w 787"/>
                  <a:gd name="T71" fmla="*/ 0 h 759"/>
                  <a:gd name="T72" fmla="*/ 291 w 787"/>
                  <a:gd name="T73" fmla="*/ 1 h 759"/>
                  <a:gd name="T74" fmla="*/ 272 w 787"/>
                  <a:gd name="T75" fmla="*/ 1 h 759"/>
                  <a:gd name="T76" fmla="*/ 249 w 787"/>
                  <a:gd name="T77" fmla="*/ 3 h 759"/>
                  <a:gd name="T78" fmla="*/ 223 w 787"/>
                  <a:gd name="T79" fmla="*/ 5 h 759"/>
                  <a:gd name="T80" fmla="*/ 196 w 787"/>
                  <a:gd name="T81" fmla="*/ 9 h 759"/>
                  <a:gd name="T82" fmla="*/ 169 w 787"/>
                  <a:gd name="T83" fmla="*/ 14 h 759"/>
                  <a:gd name="T84" fmla="*/ 139 w 787"/>
                  <a:gd name="T85" fmla="*/ 22 h 759"/>
                  <a:gd name="T86" fmla="*/ 111 w 787"/>
                  <a:gd name="T87" fmla="*/ 30 h 759"/>
                  <a:gd name="T88" fmla="*/ 90 w 787"/>
                  <a:gd name="T89" fmla="*/ 37 h 759"/>
                  <a:gd name="T90" fmla="*/ 74 w 787"/>
                  <a:gd name="T91" fmla="*/ 43 h 75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87"/>
                  <a:gd name="T139" fmla="*/ 0 h 759"/>
                  <a:gd name="T140" fmla="*/ 787 w 787"/>
                  <a:gd name="T141" fmla="*/ 759 h 75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87" h="759">
                    <a:moveTo>
                      <a:pt x="132" y="91"/>
                    </a:moveTo>
                    <a:lnTo>
                      <a:pt x="115" y="103"/>
                    </a:lnTo>
                    <a:lnTo>
                      <a:pt x="97" y="121"/>
                    </a:lnTo>
                    <a:lnTo>
                      <a:pt x="80" y="146"/>
                    </a:lnTo>
                    <a:lnTo>
                      <a:pt x="64" y="174"/>
                    </a:lnTo>
                    <a:lnTo>
                      <a:pt x="50" y="204"/>
                    </a:lnTo>
                    <a:lnTo>
                      <a:pt x="39" y="234"/>
                    </a:lnTo>
                    <a:lnTo>
                      <a:pt x="31" y="260"/>
                    </a:lnTo>
                    <a:lnTo>
                      <a:pt x="26" y="282"/>
                    </a:lnTo>
                    <a:lnTo>
                      <a:pt x="16" y="381"/>
                    </a:lnTo>
                    <a:lnTo>
                      <a:pt x="8" y="477"/>
                    </a:lnTo>
                    <a:lnTo>
                      <a:pt x="2" y="549"/>
                    </a:lnTo>
                    <a:lnTo>
                      <a:pt x="0" y="577"/>
                    </a:lnTo>
                    <a:lnTo>
                      <a:pt x="1" y="583"/>
                    </a:lnTo>
                    <a:lnTo>
                      <a:pt x="4" y="597"/>
                    </a:lnTo>
                    <a:lnTo>
                      <a:pt x="11" y="619"/>
                    </a:lnTo>
                    <a:lnTo>
                      <a:pt x="21" y="644"/>
                    </a:lnTo>
                    <a:lnTo>
                      <a:pt x="36" y="672"/>
                    </a:lnTo>
                    <a:lnTo>
                      <a:pt x="57" y="698"/>
                    </a:lnTo>
                    <a:lnTo>
                      <a:pt x="85" y="720"/>
                    </a:lnTo>
                    <a:lnTo>
                      <a:pt x="118" y="737"/>
                    </a:lnTo>
                    <a:lnTo>
                      <a:pt x="145" y="746"/>
                    </a:lnTo>
                    <a:lnTo>
                      <a:pt x="171" y="752"/>
                    </a:lnTo>
                    <a:lnTo>
                      <a:pt x="197" y="756"/>
                    </a:lnTo>
                    <a:lnTo>
                      <a:pt x="221" y="758"/>
                    </a:lnTo>
                    <a:lnTo>
                      <a:pt x="243" y="759"/>
                    </a:lnTo>
                    <a:lnTo>
                      <a:pt x="264" y="759"/>
                    </a:lnTo>
                    <a:lnTo>
                      <a:pt x="285" y="757"/>
                    </a:lnTo>
                    <a:lnTo>
                      <a:pt x="304" y="755"/>
                    </a:lnTo>
                    <a:lnTo>
                      <a:pt x="320" y="751"/>
                    </a:lnTo>
                    <a:lnTo>
                      <a:pt x="335" y="748"/>
                    </a:lnTo>
                    <a:lnTo>
                      <a:pt x="349" y="744"/>
                    </a:lnTo>
                    <a:lnTo>
                      <a:pt x="359" y="741"/>
                    </a:lnTo>
                    <a:lnTo>
                      <a:pt x="368" y="737"/>
                    </a:lnTo>
                    <a:lnTo>
                      <a:pt x="374" y="735"/>
                    </a:lnTo>
                    <a:lnTo>
                      <a:pt x="378" y="734"/>
                    </a:lnTo>
                    <a:lnTo>
                      <a:pt x="380" y="733"/>
                    </a:lnTo>
                    <a:lnTo>
                      <a:pt x="383" y="732"/>
                    </a:lnTo>
                    <a:lnTo>
                      <a:pt x="393" y="728"/>
                    </a:lnTo>
                    <a:lnTo>
                      <a:pt x="411" y="722"/>
                    </a:lnTo>
                    <a:lnTo>
                      <a:pt x="431" y="716"/>
                    </a:lnTo>
                    <a:lnTo>
                      <a:pt x="457" y="706"/>
                    </a:lnTo>
                    <a:lnTo>
                      <a:pt x="486" y="697"/>
                    </a:lnTo>
                    <a:lnTo>
                      <a:pt x="517" y="686"/>
                    </a:lnTo>
                    <a:lnTo>
                      <a:pt x="548" y="674"/>
                    </a:lnTo>
                    <a:lnTo>
                      <a:pt x="580" y="663"/>
                    </a:lnTo>
                    <a:lnTo>
                      <a:pt x="611" y="650"/>
                    </a:lnTo>
                    <a:lnTo>
                      <a:pt x="641" y="638"/>
                    </a:lnTo>
                    <a:lnTo>
                      <a:pt x="668" y="627"/>
                    </a:lnTo>
                    <a:lnTo>
                      <a:pt x="692" y="615"/>
                    </a:lnTo>
                    <a:lnTo>
                      <a:pt x="710" y="605"/>
                    </a:lnTo>
                    <a:lnTo>
                      <a:pt x="724" y="597"/>
                    </a:lnTo>
                    <a:lnTo>
                      <a:pt x="731" y="589"/>
                    </a:lnTo>
                    <a:lnTo>
                      <a:pt x="749" y="542"/>
                    </a:lnTo>
                    <a:lnTo>
                      <a:pt x="764" y="478"/>
                    </a:lnTo>
                    <a:lnTo>
                      <a:pt x="777" y="405"/>
                    </a:lnTo>
                    <a:lnTo>
                      <a:pt x="785" y="325"/>
                    </a:lnTo>
                    <a:lnTo>
                      <a:pt x="787" y="247"/>
                    </a:lnTo>
                    <a:lnTo>
                      <a:pt x="784" y="175"/>
                    </a:lnTo>
                    <a:lnTo>
                      <a:pt x="774" y="118"/>
                    </a:lnTo>
                    <a:lnTo>
                      <a:pt x="756" y="78"/>
                    </a:lnTo>
                    <a:lnTo>
                      <a:pt x="732" y="52"/>
                    </a:lnTo>
                    <a:lnTo>
                      <a:pt x="709" y="32"/>
                    </a:lnTo>
                    <a:lnTo>
                      <a:pt x="687" y="19"/>
                    </a:lnTo>
                    <a:lnTo>
                      <a:pt x="669" y="9"/>
                    </a:lnTo>
                    <a:lnTo>
                      <a:pt x="651" y="4"/>
                    </a:lnTo>
                    <a:lnTo>
                      <a:pt x="639" y="1"/>
                    </a:lnTo>
                    <a:lnTo>
                      <a:pt x="631" y="0"/>
                    </a:lnTo>
                    <a:lnTo>
                      <a:pt x="628" y="0"/>
                    </a:lnTo>
                    <a:lnTo>
                      <a:pt x="626" y="0"/>
                    </a:lnTo>
                    <a:lnTo>
                      <a:pt x="620" y="0"/>
                    </a:lnTo>
                    <a:lnTo>
                      <a:pt x="611" y="0"/>
                    </a:lnTo>
                    <a:lnTo>
                      <a:pt x="598" y="0"/>
                    </a:lnTo>
                    <a:lnTo>
                      <a:pt x="582" y="1"/>
                    </a:lnTo>
                    <a:lnTo>
                      <a:pt x="564" y="1"/>
                    </a:lnTo>
                    <a:lnTo>
                      <a:pt x="544" y="2"/>
                    </a:lnTo>
                    <a:lnTo>
                      <a:pt x="521" y="4"/>
                    </a:lnTo>
                    <a:lnTo>
                      <a:pt x="497" y="6"/>
                    </a:lnTo>
                    <a:lnTo>
                      <a:pt x="472" y="7"/>
                    </a:lnTo>
                    <a:lnTo>
                      <a:pt x="445" y="10"/>
                    </a:lnTo>
                    <a:lnTo>
                      <a:pt x="419" y="14"/>
                    </a:lnTo>
                    <a:lnTo>
                      <a:pt x="391" y="17"/>
                    </a:lnTo>
                    <a:lnTo>
                      <a:pt x="364" y="23"/>
                    </a:lnTo>
                    <a:lnTo>
                      <a:pt x="337" y="28"/>
                    </a:lnTo>
                    <a:lnTo>
                      <a:pt x="311" y="35"/>
                    </a:lnTo>
                    <a:lnTo>
                      <a:pt x="277" y="44"/>
                    </a:lnTo>
                    <a:lnTo>
                      <a:pt x="247" y="52"/>
                    </a:lnTo>
                    <a:lnTo>
                      <a:pt x="222" y="60"/>
                    </a:lnTo>
                    <a:lnTo>
                      <a:pt x="199" y="67"/>
                    </a:lnTo>
                    <a:lnTo>
                      <a:pt x="179" y="73"/>
                    </a:lnTo>
                    <a:lnTo>
                      <a:pt x="162" y="80"/>
                    </a:lnTo>
                    <a:lnTo>
                      <a:pt x="147" y="85"/>
                    </a:lnTo>
                    <a:lnTo>
                      <a:pt x="132" y="91"/>
                    </a:lnTo>
                    <a:close/>
                  </a:path>
                </a:pathLst>
              </a:custGeom>
              <a:solidFill>
                <a:srgbClr val="59A3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2" name="Freeform 93"/>
              <p:cNvSpPr>
                <a:spLocks/>
              </p:cNvSpPr>
              <p:nvPr/>
            </p:nvSpPr>
            <p:spPr bwMode="auto">
              <a:xfrm>
                <a:off x="3255" y="3312"/>
                <a:ext cx="168" cy="366"/>
              </a:xfrm>
              <a:custGeom>
                <a:avLst/>
                <a:gdLst>
                  <a:gd name="T0" fmla="*/ 49 w 336"/>
                  <a:gd name="T1" fmla="*/ 24 h 733"/>
                  <a:gd name="T2" fmla="*/ 0 w 336"/>
                  <a:gd name="T3" fmla="*/ 366 h 733"/>
                  <a:gd name="T4" fmla="*/ 114 w 336"/>
                  <a:gd name="T5" fmla="*/ 366 h 733"/>
                  <a:gd name="T6" fmla="*/ 168 w 336"/>
                  <a:gd name="T7" fmla="*/ 15 h 733"/>
                  <a:gd name="T8" fmla="*/ 168 w 336"/>
                  <a:gd name="T9" fmla="*/ 14 h 733"/>
                  <a:gd name="T10" fmla="*/ 168 w 336"/>
                  <a:gd name="T11" fmla="*/ 13 h 733"/>
                  <a:gd name="T12" fmla="*/ 168 w 336"/>
                  <a:gd name="T13" fmla="*/ 11 h 733"/>
                  <a:gd name="T14" fmla="*/ 166 w 336"/>
                  <a:gd name="T15" fmla="*/ 8 h 733"/>
                  <a:gd name="T16" fmla="*/ 161 w 336"/>
                  <a:gd name="T17" fmla="*/ 6 h 733"/>
                  <a:gd name="T18" fmla="*/ 155 w 336"/>
                  <a:gd name="T19" fmla="*/ 3 h 733"/>
                  <a:gd name="T20" fmla="*/ 144 w 336"/>
                  <a:gd name="T21" fmla="*/ 1 h 733"/>
                  <a:gd name="T22" fmla="*/ 130 w 336"/>
                  <a:gd name="T23" fmla="*/ 0 h 733"/>
                  <a:gd name="T24" fmla="*/ 114 w 336"/>
                  <a:gd name="T25" fmla="*/ 1 h 733"/>
                  <a:gd name="T26" fmla="*/ 99 w 336"/>
                  <a:gd name="T27" fmla="*/ 3 h 733"/>
                  <a:gd name="T28" fmla="*/ 86 w 336"/>
                  <a:gd name="T29" fmla="*/ 7 h 733"/>
                  <a:gd name="T30" fmla="*/ 74 w 336"/>
                  <a:gd name="T31" fmla="*/ 11 h 733"/>
                  <a:gd name="T32" fmla="*/ 64 w 336"/>
                  <a:gd name="T33" fmla="*/ 16 h 733"/>
                  <a:gd name="T34" fmla="*/ 56 w 336"/>
                  <a:gd name="T35" fmla="*/ 20 h 733"/>
                  <a:gd name="T36" fmla="*/ 51 w 336"/>
                  <a:gd name="T37" fmla="*/ 23 h 733"/>
                  <a:gd name="T38" fmla="*/ 49 w 336"/>
                  <a:gd name="T39" fmla="*/ 24 h 73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6"/>
                  <a:gd name="T61" fmla="*/ 0 h 733"/>
                  <a:gd name="T62" fmla="*/ 336 w 336"/>
                  <a:gd name="T63" fmla="*/ 733 h 73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6" h="733">
                    <a:moveTo>
                      <a:pt x="99" y="49"/>
                    </a:moveTo>
                    <a:lnTo>
                      <a:pt x="0" y="733"/>
                    </a:lnTo>
                    <a:lnTo>
                      <a:pt x="229" y="733"/>
                    </a:lnTo>
                    <a:lnTo>
                      <a:pt x="336" y="30"/>
                    </a:lnTo>
                    <a:lnTo>
                      <a:pt x="336" y="29"/>
                    </a:lnTo>
                    <a:lnTo>
                      <a:pt x="336" y="26"/>
                    </a:lnTo>
                    <a:lnTo>
                      <a:pt x="335" y="22"/>
                    </a:lnTo>
                    <a:lnTo>
                      <a:pt x="331" y="16"/>
                    </a:lnTo>
                    <a:lnTo>
                      <a:pt x="321" y="12"/>
                    </a:lnTo>
                    <a:lnTo>
                      <a:pt x="309" y="6"/>
                    </a:lnTo>
                    <a:lnTo>
                      <a:pt x="288" y="3"/>
                    </a:lnTo>
                    <a:lnTo>
                      <a:pt x="260" y="0"/>
                    </a:lnTo>
                    <a:lnTo>
                      <a:pt x="228" y="2"/>
                    </a:lnTo>
                    <a:lnTo>
                      <a:pt x="198" y="6"/>
                    </a:lnTo>
                    <a:lnTo>
                      <a:pt x="172" y="14"/>
                    </a:lnTo>
                    <a:lnTo>
                      <a:pt x="148" y="22"/>
                    </a:lnTo>
                    <a:lnTo>
                      <a:pt x="128" y="33"/>
                    </a:lnTo>
                    <a:lnTo>
                      <a:pt x="112" y="41"/>
                    </a:lnTo>
                    <a:lnTo>
                      <a:pt x="103" y="46"/>
                    </a:lnTo>
                    <a:lnTo>
                      <a:pt x="99" y="49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3" name="Freeform 94"/>
              <p:cNvSpPr>
                <a:spLocks/>
              </p:cNvSpPr>
              <p:nvPr/>
            </p:nvSpPr>
            <p:spPr bwMode="auto">
              <a:xfrm>
                <a:off x="2437" y="2926"/>
                <a:ext cx="989" cy="499"/>
              </a:xfrm>
              <a:custGeom>
                <a:avLst/>
                <a:gdLst>
                  <a:gd name="T0" fmla="*/ 501 w 1977"/>
                  <a:gd name="T1" fmla="*/ 463 h 999"/>
                  <a:gd name="T2" fmla="*/ 444 w 1977"/>
                  <a:gd name="T3" fmla="*/ 456 h 999"/>
                  <a:gd name="T4" fmla="*/ 419 w 1977"/>
                  <a:gd name="T5" fmla="*/ 411 h 999"/>
                  <a:gd name="T6" fmla="*/ 468 w 1977"/>
                  <a:gd name="T7" fmla="*/ 387 h 999"/>
                  <a:gd name="T8" fmla="*/ 396 w 1977"/>
                  <a:gd name="T9" fmla="*/ 378 h 999"/>
                  <a:gd name="T10" fmla="*/ 423 w 1977"/>
                  <a:gd name="T11" fmla="*/ 459 h 999"/>
                  <a:gd name="T12" fmla="*/ 495 w 1977"/>
                  <a:gd name="T13" fmla="*/ 498 h 999"/>
                  <a:gd name="T14" fmla="*/ 532 w 1977"/>
                  <a:gd name="T15" fmla="*/ 454 h 999"/>
                  <a:gd name="T16" fmla="*/ 564 w 1977"/>
                  <a:gd name="T17" fmla="*/ 242 h 999"/>
                  <a:gd name="T18" fmla="*/ 613 w 1977"/>
                  <a:gd name="T19" fmla="*/ 158 h 999"/>
                  <a:gd name="T20" fmla="*/ 699 w 1977"/>
                  <a:gd name="T21" fmla="*/ 107 h 999"/>
                  <a:gd name="T22" fmla="*/ 767 w 1977"/>
                  <a:gd name="T23" fmla="*/ 147 h 999"/>
                  <a:gd name="T24" fmla="*/ 834 w 1977"/>
                  <a:gd name="T25" fmla="*/ 150 h 999"/>
                  <a:gd name="T26" fmla="*/ 885 w 1977"/>
                  <a:gd name="T27" fmla="*/ 119 h 999"/>
                  <a:gd name="T28" fmla="*/ 972 w 1977"/>
                  <a:gd name="T29" fmla="*/ 228 h 999"/>
                  <a:gd name="T30" fmla="*/ 988 w 1977"/>
                  <a:gd name="T31" fmla="*/ 215 h 999"/>
                  <a:gd name="T32" fmla="*/ 955 w 1977"/>
                  <a:gd name="T33" fmla="*/ 132 h 999"/>
                  <a:gd name="T34" fmla="*/ 898 w 1977"/>
                  <a:gd name="T35" fmla="*/ 85 h 999"/>
                  <a:gd name="T36" fmla="*/ 877 w 1977"/>
                  <a:gd name="T37" fmla="*/ 92 h 999"/>
                  <a:gd name="T38" fmla="*/ 832 w 1977"/>
                  <a:gd name="T39" fmla="*/ 125 h 999"/>
                  <a:gd name="T40" fmla="*/ 785 w 1977"/>
                  <a:gd name="T41" fmla="*/ 127 h 999"/>
                  <a:gd name="T42" fmla="*/ 741 w 1977"/>
                  <a:gd name="T43" fmla="*/ 108 h 999"/>
                  <a:gd name="T44" fmla="*/ 749 w 1977"/>
                  <a:gd name="T45" fmla="*/ 58 h 999"/>
                  <a:gd name="T46" fmla="*/ 729 w 1977"/>
                  <a:gd name="T47" fmla="*/ 25 h 999"/>
                  <a:gd name="T48" fmla="*/ 674 w 1977"/>
                  <a:gd name="T49" fmla="*/ 92 h 999"/>
                  <a:gd name="T50" fmla="*/ 597 w 1977"/>
                  <a:gd name="T51" fmla="*/ 134 h 999"/>
                  <a:gd name="T52" fmla="*/ 550 w 1977"/>
                  <a:gd name="T53" fmla="*/ 205 h 999"/>
                  <a:gd name="T54" fmla="*/ 520 w 1977"/>
                  <a:gd name="T55" fmla="*/ 245 h 999"/>
                  <a:gd name="T56" fmla="*/ 441 w 1977"/>
                  <a:gd name="T57" fmla="*/ 235 h 999"/>
                  <a:gd name="T58" fmla="*/ 208 w 1977"/>
                  <a:gd name="T59" fmla="*/ 274 h 999"/>
                  <a:gd name="T60" fmla="*/ 109 w 1977"/>
                  <a:gd name="T61" fmla="*/ 279 h 999"/>
                  <a:gd name="T62" fmla="*/ 46 w 1977"/>
                  <a:gd name="T63" fmla="*/ 257 h 999"/>
                  <a:gd name="T64" fmla="*/ 5 w 1977"/>
                  <a:gd name="T65" fmla="*/ 254 h 999"/>
                  <a:gd name="T66" fmla="*/ 75 w 1977"/>
                  <a:gd name="T67" fmla="*/ 281 h 999"/>
                  <a:gd name="T68" fmla="*/ 107 w 1977"/>
                  <a:gd name="T69" fmla="*/ 294 h 999"/>
                  <a:gd name="T70" fmla="*/ 249 w 1977"/>
                  <a:gd name="T71" fmla="*/ 372 h 999"/>
                  <a:gd name="T72" fmla="*/ 193 w 1977"/>
                  <a:gd name="T73" fmla="*/ 291 h 999"/>
                  <a:gd name="T74" fmla="*/ 433 w 1977"/>
                  <a:gd name="T75" fmla="*/ 247 h 999"/>
                  <a:gd name="T76" fmla="*/ 512 w 1977"/>
                  <a:gd name="T77" fmla="*/ 252 h 999"/>
                  <a:gd name="T78" fmla="*/ 528 w 1977"/>
                  <a:gd name="T79" fmla="*/ 325 h 999"/>
                  <a:gd name="T80" fmla="*/ 494 w 1977"/>
                  <a:gd name="T81" fmla="*/ 291 h 999"/>
                  <a:gd name="T82" fmla="*/ 526 w 1977"/>
                  <a:gd name="T83" fmla="*/ 300 h 999"/>
                  <a:gd name="T84" fmla="*/ 478 w 1977"/>
                  <a:gd name="T85" fmla="*/ 258 h 999"/>
                  <a:gd name="T86" fmla="*/ 514 w 1977"/>
                  <a:gd name="T87" fmla="*/ 268 h 999"/>
                  <a:gd name="T88" fmla="*/ 532 w 1977"/>
                  <a:gd name="T89" fmla="*/ 275 h 999"/>
                  <a:gd name="T90" fmla="*/ 490 w 1977"/>
                  <a:gd name="T91" fmla="*/ 251 h 999"/>
                  <a:gd name="T92" fmla="*/ 478 w 1977"/>
                  <a:gd name="T93" fmla="*/ 257 h 999"/>
                  <a:gd name="T94" fmla="*/ 484 w 1977"/>
                  <a:gd name="T95" fmla="*/ 271 h 999"/>
                  <a:gd name="T96" fmla="*/ 486 w 1977"/>
                  <a:gd name="T97" fmla="*/ 280 h 999"/>
                  <a:gd name="T98" fmla="*/ 485 w 1977"/>
                  <a:gd name="T99" fmla="*/ 301 h 999"/>
                  <a:gd name="T100" fmla="*/ 465 w 1977"/>
                  <a:gd name="T101" fmla="*/ 331 h 999"/>
                  <a:gd name="T102" fmla="*/ 427 w 1977"/>
                  <a:gd name="T103" fmla="*/ 286 h 999"/>
                  <a:gd name="T104" fmla="*/ 399 w 1977"/>
                  <a:gd name="T105" fmla="*/ 306 h 999"/>
                  <a:gd name="T106" fmla="*/ 389 w 1977"/>
                  <a:gd name="T107" fmla="*/ 310 h 999"/>
                  <a:gd name="T108" fmla="*/ 412 w 1977"/>
                  <a:gd name="T109" fmla="*/ 317 h 999"/>
                  <a:gd name="T110" fmla="*/ 410 w 1977"/>
                  <a:gd name="T111" fmla="*/ 344 h 999"/>
                  <a:gd name="T112" fmla="*/ 423 w 1977"/>
                  <a:gd name="T113" fmla="*/ 361 h 999"/>
                  <a:gd name="T114" fmla="*/ 501 w 1977"/>
                  <a:gd name="T115" fmla="*/ 336 h 999"/>
                  <a:gd name="T116" fmla="*/ 476 w 1977"/>
                  <a:gd name="T117" fmla="*/ 384 h 999"/>
                  <a:gd name="T118" fmla="*/ 518 w 1977"/>
                  <a:gd name="T119" fmla="*/ 395 h 99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77"/>
                  <a:gd name="T181" fmla="*/ 0 h 999"/>
                  <a:gd name="T182" fmla="*/ 1977 w 1977"/>
                  <a:gd name="T183" fmla="*/ 999 h 99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77" h="999">
                    <a:moveTo>
                      <a:pt x="949" y="853"/>
                    </a:moveTo>
                    <a:lnTo>
                      <a:pt x="1027" y="827"/>
                    </a:lnTo>
                    <a:lnTo>
                      <a:pt x="1026" y="843"/>
                    </a:lnTo>
                    <a:lnTo>
                      <a:pt x="1024" y="860"/>
                    </a:lnTo>
                    <a:lnTo>
                      <a:pt x="1021" y="877"/>
                    </a:lnTo>
                    <a:lnTo>
                      <a:pt x="1017" y="894"/>
                    </a:lnTo>
                    <a:lnTo>
                      <a:pt x="1010" y="912"/>
                    </a:lnTo>
                    <a:lnTo>
                      <a:pt x="1001" y="927"/>
                    </a:lnTo>
                    <a:lnTo>
                      <a:pt x="989" y="941"/>
                    </a:lnTo>
                    <a:lnTo>
                      <a:pt x="974" y="952"/>
                    </a:lnTo>
                    <a:lnTo>
                      <a:pt x="959" y="954"/>
                    </a:lnTo>
                    <a:lnTo>
                      <a:pt x="944" y="952"/>
                    </a:lnTo>
                    <a:lnTo>
                      <a:pt x="929" y="946"/>
                    </a:lnTo>
                    <a:lnTo>
                      <a:pt x="914" y="937"/>
                    </a:lnTo>
                    <a:lnTo>
                      <a:pt x="900" y="926"/>
                    </a:lnTo>
                    <a:lnTo>
                      <a:pt x="888" y="913"/>
                    </a:lnTo>
                    <a:lnTo>
                      <a:pt x="876" y="897"/>
                    </a:lnTo>
                    <a:lnTo>
                      <a:pt x="867" y="881"/>
                    </a:lnTo>
                    <a:lnTo>
                      <a:pt x="949" y="853"/>
                    </a:lnTo>
                    <a:lnTo>
                      <a:pt x="942" y="822"/>
                    </a:lnTo>
                    <a:lnTo>
                      <a:pt x="857" y="852"/>
                    </a:lnTo>
                    <a:lnTo>
                      <a:pt x="848" y="845"/>
                    </a:lnTo>
                    <a:lnTo>
                      <a:pt x="842" y="835"/>
                    </a:lnTo>
                    <a:lnTo>
                      <a:pt x="837" y="823"/>
                    </a:lnTo>
                    <a:lnTo>
                      <a:pt x="830" y="812"/>
                    </a:lnTo>
                    <a:lnTo>
                      <a:pt x="843" y="806"/>
                    </a:lnTo>
                    <a:lnTo>
                      <a:pt x="858" y="801"/>
                    </a:lnTo>
                    <a:lnTo>
                      <a:pt x="873" y="795"/>
                    </a:lnTo>
                    <a:lnTo>
                      <a:pt x="889" y="790"/>
                    </a:lnTo>
                    <a:lnTo>
                      <a:pt x="905" y="784"/>
                    </a:lnTo>
                    <a:lnTo>
                      <a:pt x="921" y="779"/>
                    </a:lnTo>
                    <a:lnTo>
                      <a:pt x="935" y="775"/>
                    </a:lnTo>
                    <a:lnTo>
                      <a:pt x="949" y="770"/>
                    </a:lnTo>
                    <a:lnTo>
                      <a:pt x="941" y="740"/>
                    </a:lnTo>
                    <a:lnTo>
                      <a:pt x="836" y="775"/>
                    </a:lnTo>
                    <a:lnTo>
                      <a:pt x="835" y="772"/>
                    </a:lnTo>
                    <a:lnTo>
                      <a:pt x="835" y="769"/>
                    </a:lnTo>
                    <a:lnTo>
                      <a:pt x="835" y="765"/>
                    </a:lnTo>
                    <a:lnTo>
                      <a:pt x="835" y="761"/>
                    </a:lnTo>
                    <a:lnTo>
                      <a:pt x="792" y="757"/>
                    </a:lnTo>
                    <a:lnTo>
                      <a:pt x="792" y="779"/>
                    </a:lnTo>
                    <a:lnTo>
                      <a:pt x="794" y="800"/>
                    </a:lnTo>
                    <a:lnTo>
                      <a:pt x="799" y="822"/>
                    </a:lnTo>
                    <a:lnTo>
                      <a:pt x="806" y="841"/>
                    </a:lnTo>
                    <a:lnTo>
                      <a:pt x="814" y="862"/>
                    </a:lnTo>
                    <a:lnTo>
                      <a:pt x="823" y="882"/>
                    </a:lnTo>
                    <a:lnTo>
                      <a:pt x="835" y="900"/>
                    </a:lnTo>
                    <a:lnTo>
                      <a:pt x="846" y="919"/>
                    </a:lnTo>
                    <a:lnTo>
                      <a:pt x="860" y="936"/>
                    </a:lnTo>
                    <a:lnTo>
                      <a:pt x="875" y="953"/>
                    </a:lnTo>
                    <a:lnTo>
                      <a:pt x="891" y="968"/>
                    </a:lnTo>
                    <a:lnTo>
                      <a:pt x="908" y="980"/>
                    </a:lnTo>
                    <a:lnTo>
                      <a:pt x="927" y="990"/>
                    </a:lnTo>
                    <a:lnTo>
                      <a:pt x="946" y="996"/>
                    </a:lnTo>
                    <a:lnTo>
                      <a:pt x="967" y="999"/>
                    </a:lnTo>
                    <a:lnTo>
                      <a:pt x="989" y="997"/>
                    </a:lnTo>
                    <a:lnTo>
                      <a:pt x="1005" y="992"/>
                    </a:lnTo>
                    <a:lnTo>
                      <a:pt x="1019" y="986"/>
                    </a:lnTo>
                    <a:lnTo>
                      <a:pt x="1030" y="976"/>
                    </a:lnTo>
                    <a:lnTo>
                      <a:pt x="1041" y="965"/>
                    </a:lnTo>
                    <a:lnTo>
                      <a:pt x="1048" y="952"/>
                    </a:lnTo>
                    <a:lnTo>
                      <a:pt x="1055" y="938"/>
                    </a:lnTo>
                    <a:lnTo>
                      <a:pt x="1060" y="923"/>
                    </a:lnTo>
                    <a:lnTo>
                      <a:pt x="1064" y="908"/>
                    </a:lnTo>
                    <a:lnTo>
                      <a:pt x="1098" y="629"/>
                    </a:lnTo>
                    <a:lnTo>
                      <a:pt x="1101" y="609"/>
                    </a:lnTo>
                    <a:lnTo>
                      <a:pt x="1104" y="587"/>
                    </a:lnTo>
                    <a:lnTo>
                      <a:pt x="1108" y="566"/>
                    </a:lnTo>
                    <a:lnTo>
                      <a:pt x="1112" y="545"/>
                    </a:lnTo>
                    <a:lnTo>
                      <a:pt x="1117" y="525"/>
                    </a:lnTo>
                    <a:lnTo>
                      <a:pt x="1121" y="505"/>
                    </a:lnTo>
                    <a:lnTo>
                      <a:pt x="1128" y="485"/>
                    </a:lnTo>
                    <a:lnTo>
                      <a:pt x="1135" y="466"/>
                    </a:lnTo>
                    <a:lnTo>
                      <a:pt x="1143" y="443"/>
                    </a:lnTo>
                    <a:lnTo>
                      <a:pt x="1154" y="420"/>
                    </a:lnTo>
                    <a:lnTo>
                      <a:pt x="1165" y="398"/>
                    </a:lnTo>
                    <a:lnTo>
                      <a:pt x="1179" y="376"/>
                    </a:lnTo>
                    <a:lnTo>
                      <a:pt x="1194" y="355"/>
                    </a:lnTo>
                    <a:lnTo>
                      <a:pt x="1209" y="335"/>
                    </a:lnTo>
                    <a:lnTo>
                      <a:pt x="1226" y="316"/>
                    </a:lnTo>
                    <a:lnTo>
                      <a:pt x="1245" y="298"/>
                    </a:lnTo>
                    <a:lnTo>
                      <a:pt x="1264" y="282"/>
                    </a:lnTo>
                    <a:lnTo>
                      <a:pt x="1284" y="265"/>
                    </a:lnTo>
                    <a:lnTo>
                      <a:pt x="1306" y="252"/>
                    </a:lnTo>
                    <a:lnTo>
                      <a:pt x="1328" y="240"/>
                    </a:lnTo>
                    <a:lnTo>
                      <a:pt x="1351" y="230"/>
                    </a:lnTo>
                    <a:lnTo>
                      <a:pt x="1374" y="220"/>
                    </a:lnTo>
                    <a:lnTo>
                      <a:pt x="1398" y="215"/>
                    </a:lnTo>
                    <a:lnTo>
                      <a:pt x="1423" y="210"/>
                    </a:lnTo>
                    <a:lnTo>
                      <a:pt x="1437" y="226"/>
                    </a:lnTo>
                    <a:lnTo>
                      <a:pt x="1450" y="240"/>
                    </a:lnTo>
                    <a:lnTo>
                      <a:pt x="1462" y="254"/>
                    </a:lnTo>
                    <a:lnTo>
                      <a:pt x="1476" y="265"/>
                    </a:lnTo>
                    <a:lnTo>
                      <a:pt x="1492" y="276"/>
                    </a:lnTo>
                    <a:lnTo>
                      <a:pt x="1511" y="285"/>
                    </a:lnTo>
                    <a:lnTo>
                      <a:pt x="1534" y="294"/>
                    </a:lnTo>
                    <a:lnTo>
                      <a:pt x="1561" y="302"/>
                    </a:lnTo>
                    <a:lnTo>
                      <a:pt x="1578" y="306"/>
                    </a:lnTo>
                    <a:lnTo>
                      <a:pt x="1593" y="307"/>
                    </a:lnTo>
                    <a:lnTo>
                      <a:pt x="1609" y="308"/>
                    </a:lnTo>
                    <a:lnTo>
                      <a:pt x="1624" y="308"/>
                    </a:lnTo>
                    <a:lnTo>
                      <a:pt x="1639" y="306"/>
                    </a:lnTo>
                    <a:lnTo>
                      <a:pt x="1652" y="303"/>
                    </a:lnTo>
                    <a:lnTo>
                      <a:pt x="1667" y="300"/>
                    </a:lnTo>
                    <a:lnTo>
                      <a:pt x="1681" y="294"/>
                    </a:lnTo>
                    <a:lnTo>
                      <a:pt x="1695" y="290"/>
                    </a:lnTo>
                    <a:lnTo>
                      <a:pt x="1708" y="283"/>
                    </a:lnTo>
                    <a:lnTo>
                      <a:pt x="1722" y="276"/>
                    </a:lnTo>
                    <a:lnTo>
                      <a:pt x="1734" y="268"/>
                    </a:lnTo>
                    <a:lnTo>
                      <a:pt x="1746" y="259"/>
                    </a:lnTo>
                    <a:lnTo>
                      <a:pt x="1758" y="249"/>
                    </a:lnTo>
                    <a:lnTo>
                      <a:pt x="1770" y="239"/>
                    </a:lnTo>
                    <a:lnTo>
                      <a:pt x="1781" y="229"/>
                    </a:lnTo>
                    <a:lnTo>
                      <a:pt x="1818" y="249"/>
                    </a:lnTo>
                    <a:lnTo>
                      <a:pt x="1850" y="275"/>
                    </a:lnTo>
                    <a:lnTo>
                      <a:pt x="1878" y="305"/>
                    </a:lnTo>
                    <a:lnTo>
                      <a:pt x="1902" y="339"/>
                    </a:lnTo>
                    <a:lnTo>
                      <a:pt x="1921" y="376"/>
                    </a:lnTo>
                    <a:lnTo>
                      <a:pt x="1936" y="416"/>
                    </a:lnTo>
                    <a:lnTo>
                      <a:pt x="1944" y="457"/>
                    </a:lnTo>
                    <a:lnTo>
                      <a:pt x="1947" y="499"/>
                    </a:lnTo>
                    <a:lnTo>
                      <a:pt x="1950" y="528"/>
                    </a:lnTo>
                    <a:lnTo>
                      <a:pt x="1953" y="560"/>
                    </a:lnTo>
                    <a:lnTo>
                      <a:pt x="1956" y="585"/>
                    </a:lnTo>
                    <a:lnTo>
                      <a:pt x="1960" y="591"/>
                    </a:lnTo>
                    <a:lnTo>
                      <a:pt x="1973" y="540"/>
                    </a:lnTo>
                    <a:lnTo>
                      <a:pt x="1977" y="485"/>
                    </a:lnTo>
                    <a:lnTo>
                      <a:pt x="1976" y="430"/>
                    </a:lnTo>
                    <a:lnTo>
                      <a:pt x="1967" y="378"/>
                    </a:lnTo>
                    <a:lnTo>
                      <a:pt x="1962" y="361"/>
                    </a:lnTo>
                    <a:lnTo>
                      <a:pt x="1956" y="344"/>
                    </a:lnTo>
                    <a:lnTo>
                      <a:pt x="1950" y="326"/>
                    </a:lnTo>
                    <a:lnTo>
                      <a:pt x="1940" y="310"/>
                    </a:lnTo>
                    <a:lnTo>
                      <a:pt x="1931" y="295"/>
                    </a:lnTo>
                    <a:lnTo>
                      <a:pt x="1921" y="280"/>
                    </a:lnTo>
                    <a:lnTo>
                      <a:pt x="1909" y="265"/>
                    </a:lnTo>
                    <a:lnTo>
                      <a:pt x="1897" y="252"/>
                    </a:lnTo>
                    <a:lnTo>
                      <a:pt x="1884" y="239"/>
                    </a:lnTo>
                    <a:lnTo>
                      <a:pt x="1870" y="226"/>
                    </a:lnTo>
                    <a:lnTo>
                      <a:pt x="1856" y="214"/>
                    </a:lnTo>
                    <a:lnTo>
                      <a:pt x="1841" y="202"/>
                    </a:lnTo>
                    <a:lnTo>
                      <a:pt x="1826" y="191"/>
                    </a:lnTo>
                    <a:lnTo>
                      <a:pt x="1810" y="180"/>
                    </a:lnTo>
                    <a:lnTo>
                      <a:pt x="1795" y="171"/>
                    </a:lnTo>
                    <a:lnTo>
                      <a:pt x="1779" y="162"/>
                    </a:lnTo>
                    <a:lnTo>
                      <a:pt x="1776" y="163"/>
                    </a:lnTo>
                    <a:lnTo>
                      <a:pt x="1773" y="164"/>
                    </a:lnTo>
                    <a:lnTo>
                      <a:pt x="1771" y="165"/>
                    </a:lnTo>
                    <a:lnTo>
                      <a:pt x="1769" y="167"/>
                    </a:lnTo>
                    <a:lnTo>
                      <a:pt x="1765" y="171"/>
                    </a:lnTo>
                    <a:lnTo>
                      <a:pt x="1761" y="177"/>
                    </a:lnTo>
                    <a:lnTo>
                      <a:pt x="1753" y="185"/>
                    </a:lnTo>
                    <a:lnTo>
                      <a:pt x="1743" y="195"/>
                    </a:lnTo>
                    <a:lnTo>
                      <a:pt x="1730" y="208"/>
                    </a:lnTo>
                    <a:lnTo>
                      <a:pt x="1717" y="218"/>
                    </a:lnTo>
                    <a:lnTo>
                      <a:pt x="1705" y="227"/>
                    </a:lnTo>
                    <a:lnTo>
                      <a:pt x="1694" y="235"/>
                    </a:lnTo>
                    <a:lnTo>
                      <a:pt x="1683" y="241"/>
                    </a:lnTo>
                    <a:lnTo>
                      <a:pt x="1673" y="247"/>
                    </a:lnTo>
                    <a:lnTo>
                      <a:pt x="1664" y="250"/>
                    </a:lnTo>
                    <a:lnTo>
                      <a:pt x="1654" y="254"/>
                    </a:lnTo>
                    <a:lnTo>
                      <a:pt x="1643" y="255"/>
                    </a:lnTo>
                    <a:lnTo>
                      <a:pt x="1633" y="256"/>
                    </a:lnTo>
                    <a:lnTo>
                      <a:pt x="1622" y="257"/>
                    </a:lnTo>
                    <a:lnTo>
                      <a:pt x="1611" y="257"/>
                    </a:lnTo>
                    <a:lnTo>
                      <a:pt x="1598" y="256"/>
                    </a:lnTo>
                    <a:lnTo>
                      <a:pt x="1584" y="256"/>
                    </a:lnTo>
                    <a:lnTo>
                      <a:pt x="1569" y="255"/>
                    </a:lnTo>
                    <a:lnTo>
                      <a:pt x="1553" y="254"/>
                    </a:lnTo>
                    <a:lnTo>
                      <a:pt x="1543" y="249"/>
                    </a:lnTo>
                    <a:lnTo>
                      <a:pt x="1531" y="246"/>
                    </a:lnTo>
                    <a:lnTo>
                      <a:pt x="1521" y="241"/>
                    </a:lnTo>
                    <a:lnTo>
                      <a:pt x="1510" y="237"/>
                    </a:lnTo>
                    <a:lnTo>
                      <a:pt x="1499" y="232"/>
                    </a:lnTo>
                    <a:lnTo>
                      <a:pt x="1489" y="225"/>
                    </a:lnTo>
                    <a:lnTo>
                      <a:pt x="1481" y="217"/>
                    </a:lnTo>
                    <a:lnTo>
                      <a:pt x="1473" y="208"/>
                    </a:lnTo>
                    <a:lnTo>
                      <a:pt x="1476" y="204"/>
                    </a:lnTo>
                    <a:lnTo>
                      <a:pt x="1480" y="200"/>
                    </a:lnTo>
                    <a:lnTo>
                      <a:pt x="1482" y="195"/>
                    </a:lnTo>
                    <a:lnTo>
                      <a:pt x="1485" y="191"/>
                    </a:lnTo>
                    <a:lnTo>
                      <a:pt x="1493" y="166"/>
                    </a:lnTo>
                    <a:lnTo>
                      <a:pt x="1497" y="141"/>
                    </a:lnTo>
                    <a:lnTo>
                      <a:pt x="1497" y="116"/>
                    </a:lnTo>
                    <a:lnTo>
                      <a:pt x="1495" y="91"/>
                    </a:lnTo>
                    <a:lnTo>
                      <a:pt x="1489" y="66"/>
                    </a:lnTo>
                    <a:lnTo>
                      <a:pt x="1480" y="43"/>
                    </a:lnTo>
                    <a:lnTo>
                      <a:pt x="1468" y="21"/>
                    </a:lnTo>
                    <a:lnTo>
                      <a:pt x="1454" y="0"/>
                    </a:lnTo>
                    <a:lnTo>
                      <a:pt x="1453" y="6"/>
                    </a:lnTo>
                    <a:lnTo>
                      <a:pt x="1454" y="25"/>
                    </a:lnTo>
                    <a:lnTo>
                      <a:pt x="1457" y="50"/>
                    </a:lnTo>
                    <a:lnTo>
                      <a:pt x="1458" y="80"/>
                    </a:lnTo>
                    <a:lnTo>
                      <a:pt x="1455" y="112"/>
                    </a:lnTo>
                    <a:lnTo>
                      <a:pt x="1450" y="141"/>
                    </a:lnTo>
                    <a:lnTo>
                      <a:pt x="1437" y="164"/>
                    </a:lnTo>
                    <a:lnTo>
                      <a:pt x="1416" y="178"/>
                    </a:lnTo>
                    <a:lnTo>
                      <a:pt x="1393" y="178"/>
                    </a:lnTo>
                    <a:lnTo>
                      <a:pt x="1370" y="180"/>
                    </a:lnTo>
                    <a:lnTo>
                      <a:pt x="1348" y="185"/>
                    </a:lnTo>
                    <a:lnTo>
                      <a:pt x="1326" y="191"/>
                    </a:lnTo>
                    <a:lnTo>
                      <a:pt x="1306" y="197"/>
                    </a:lnTo>
                    <a:lnTo>
                      <a:pt x="1285" y="207"/>
                    </a:lnTo>
                    <a:lnTo>
                      <a:pt x="1265" y="216"/>
                    </a:lnTo>
                    <a:lnTo>
                      <a:pt x="1246" y="227"/>
                    </a:lnTo>
                    <a:lnTo>
                      <a:pt x="1227" y="240"/>
                    </a:lnTo>
                    <a:lnTo>
                      <a:pt x="1209" y="254"/>
                    </a:lnTo>
                    <a:lnTo>
                      <a:pt x="1193" y="269"/>
                    </a:lnTo>
                    <a:lnTo>
                      <a:pt x="1177" y="285"/>
                    </a:lnTo>
                    <a:lnTo>
                      <a:pt x="1162" y="301"/>
                    </a:lnTo>
                    <a:lnTo>
                      <a:pt x="1148" y="320"/>
                    </a:lnTo>
                    <a:lnTo>
                      <a:pt x="1134" y="338"/>
                    </a:lnTo>
                    <a:lnTo>
                      <a:pt x="1123" y="356"/>
                    </a:lnTo>
                    <a:lnTo>
                      <a:pt x="1113" y="374"/>
                    </a:lnTo>
                    <a:lnTo>
                      <a:pt x="1105" y="392"/>
                    </a:lnTo>
                    <a:lnTo>
                      <a:pt x="1100" y="411"/>
                    </a:lnTo>
                    <a:lnTo>
                      <a:pt x="1095" y="429"/>
                    </a:lnTo>
                    <a:lnTo>
                      <a:pt x="1090" y="447"/>
                    </a:lnTo>
                    <a:lnTo>
                      <a:pt x="1086" y="467"/>
                    </a:lnTo>
                    <a:lnTo>
                      <a:pt x="1081" y="485"/>
                    </a:lnTo>
                    <a:lnTo>
                      <a:pt x="1077" y="504"/>
                    </a:lnTo>
                    <a:lnTo>
                      <a:pt x="1067" y="499"/>
                    </a:lnTo>
                    <a:lnTo>
                      <a:pt x="1055" y="495"/>
                    </a:lnTo>
                    <a:lnTo>
                      <a:pt x="1039" y="490"/>
                    </a:lnTo>
                    <a:lnTo>
                      <a:pt x="1022" y="484"/>
                    </a:lnTo>
                    <a:lnTo>
                      <a:pt x="1006" y="477"/>
                    </a:lnTo>
                    <a:lnTo>
                      <a:pt x="991" y="471"/>
                    </a:lnTo>
                    <a:lnTo>
                      <a:pt x="981" y="464"/>
                    </a:lnTo>
                    <a:lnTo>
                      <a:pt x="976" y="456"/>
                    </a:lnTo>
                    <a:lnTo>
                      <a:pt x="956" y="459"/>
                    </a:lnTo>
                    <a:lnTo>
                      <a:pt x="923" y="465"/>
                    </a:lnTo>
                    <a:lnTo>
                      <a:pt x="882" y="471"/>
                    </a:lnTo>
                    <a:lnTo>
                      <a:pt x="832" y="480"/>
                    </a:lnTo>
                    <a:lnTo>
                      <a:pt x="777" y="489"/>
                    </a:lnTo>
                    <a:lnTo>
                      <a:pt x="717" y="498"/>
                    </a:lnTo>
                    <a:lnTo>
                      <a:pt x="655" y="509"/>
                    </a:lnTo>
                    <a:lnTo>
                      <a:pt x="592" y="519"/>
                    </a:lnTo>
                    <a:lnTo>
                      <a:pt x="529" y="529"/>
                    </a:lnTo>
                    <a:lnTo>
                      <a:pt x="471" y="540"/>
                    </a:lnTo>
                    <a:lnTo>
                      <a:pt x="415" y="549"/>
                    </a:lnTo>
                    <a:lnTo>
                      <a:pt x="366" y="557"/>
                    </a:lnTo>
                    <a:lnTo>
                      <a:pt x="324" y="564"/>
                    </a:lnTo>
                    <a:lnTo>
                      <a:pt x="293" y="568"/>
                    </a:lnTo>
                    <a:lnTo>
                      <a:pt x="273" y="572"/>
                    </a:lnTo>
                    <a:lnTo>
                      <a:pt x="266" y="573"/>
                    </a:lnTo>
                    <a:lnTo>
                      <a:pt x="250" y="568"/>
                    </a:lnTo>
                    <a:lnTo>
                      <a:pt x="233" y="563"/>
                    </a:lnTo>
                    <a:lnTo>
                      <a:pt x="218" y="558"/>
                    </a:lnTo>
                    <a:lnTo>
                      <a:pt x="202" y="552"/>
                    </a:lnTo>
                    <a:lnTo>
                      <a:pt x="186" y="547"/>
                    </a:lnTo>
                    <a:lnTo>
                      <a:pt x="170" y="541"/>
                    </a:lnTo>
                    <a:lnTo>
                      <a:pt x="155" y="536"/>
                    </a:lnTo>
                    <a:lnTo>
                      <a:pt x="139" y="530"/>
                    </a:lnTo>
                    <a:lnTo>
                      <a:pt x="123" y="525"/>
                    </a:lnTo>
                    <a:lnTo>
                      <a:pt x="107" y="520"/>
                    </a:lnTo>
                    <a:lnTo>
                      <a:pt x="92" y="514"/>
                    </a:lnTo>
                    <a:lnTo>
                      <a:pt x="76" y="510"/>
                    </a:lnTo>
                    <a:lnTo>
                      <a:pt x="60" y="505"/>
                    </a:lnTo>
                    <a:lnTo>
                      <a:pt x="43" y="500"/>
                    </a:lnTo>
                    <a:lnTo>
                      <a:pt x="27" y="496"/>
                    </a:lnTo>
                    <a:lnTo>
                      <a:pt x="11" y="491"/>
                    </a:lnTo>
                    <a:lnTo>
                      <a:pt x="0" y="503"/>
                    </a:lnTo>
                    <a:lnTo>
                      <a:pt x="3" y="505"/>
                    </a:lnTo>
                    <a:lnTo>
                      <a:pt x="10" y="509"/>
                    </a:lnTo>
                    <a:lnTo>
                      <a:pt x="22" y="513"/>
                    </a:lnTo>
                    <a:lnTo>
                      <a:pt x="35" y="519"/>
                    </a:lnTo>
                    <a:lnTo>
                      <a:pt x="53" y="525"/>
                    </a:lnTo>
                    <a:lnTo>
                      <a:pt x="71" y="532"/>
                    </a:lnTo>
                    <a:lnTo>
                      <a:pt x="91" y="540"/>
                    </a:lnTo>
                    <a:lnTo>
                      <a:pt x="110" y="547"/>
                    </a:lnTo>
                    <a:lnTo>
                      <a:pt x="130" y="555"/>
                    </a:lnTo>
                    <a:lnTo>
                      <a:pt x="149" y="562"/>
                    </a:lnTo>
                    <a:lnTo>
                      <a:pt x="168" y="568"/>
                    </a:lnTo>
                    <a:lnTo>
                      <a:pt x="184" y="574"/>
                    </a:lnTo>
                    <a:lnTo>
                      <a:pt x="198" y="580"/>
                    </a:lnTo>
                    <a:lnTo>
                      <a:pt x="208" y="583"/>
                    </a:lnTo>
                    <a:lnTo>
                      <a:pt x="215" y="586"/>
                    </a:lnTo>
                    <a:lnTo>
                      <a:pt x="217" y="587"/>
                    </a:lnTo>
                    <a:lnTo>
                      <a:pt x="216" y="587"/>
                    </a:lnTo>
                    <a:lnTo>
                      <a:pt x="213" y="588"/>
                    </a:lnTo>
                    <a:lnTo>
                      <a:pt x="208" y="590"/>
                    </a:lnTo>
                    <a:lnTo>
                      <a:pt x="202" y="593"/>
                    </a:lnTo>
                    <a:lnTo>
                      <a:pt x="195" y="595"/>
                    </a:lnTo>
                    <a:lnTo>
                      <a:pt x="190" y="598"/>
                    </a:lnTo>
                    <a:lnTo>
                      <a:pt x="184" y="601"/>
                    </a:lnTo>
                    <a:lnTo>
                      <a:pt x="179" y="604"/>
                    </a:lnTo>
                    <a:lnTo>
                      <a:pt x="491" y="741"/>
                    </a:lnTo>
                    <a:lnTo>
                      <a:pt x="497" y="744"/>
                    </a:lnTo>
                    <a:lnTo>
                      <a:pt x="503" y="745"/>
                    </a:lnTo>
                    <a:lnTo>
                      <a:pt x="509" y="745"/>
                    </a:lnTo>
                    <a:lnTo>
                      <a:pt x="514" y="740"/>
                    </a:lnTo>
                    <a:lnTo>
                      <a:pt x="246" y="612"/>
                    </a:lnTo>
                    <a:lnTo>
                      <a:pt x="265" y="608"/>
                    </a:lnTo>
                    <a:lnTo>
                      <a:pt x="296" y="602"/>
                    </a:lnTo>
                    <a:lnTo>
                      <a:pt x="336" y="593"/>
                    </a:lnTo>
                    <a:lnTo>
                      <a:pt x="385" y="583"/>
                    </a:lnTo>
                    <a:lnTo>
                      <a:pt x="442" y="573"/>
                    </a:lnTo>
                    <a:lnTo>
                      <a:pt x="503" y="562"/>
                    </a:lnTo>
                    <a:lnTo>
                      <a:pt x="567" y="549"/>
                    </a:lnTo>
                    <a:lnTo>
                      <a:pt x="632" y="537"/>
                    </a:lnTo>
                    <a:lnTo>
                      <a:pt x="696" y="526"/>
                    </a:lnTo>
                    <a:lnTo>
                      <a:pt x="758" y="514"/>
                    </a:lnTo>
                    <a:lnTo>
                      <a:pt x="815" y="504"/>
                    </a:lnTo>
                    <a:lnTo>
                      <a:pt x="866" y="494"/>
                    </a:lnTo>
                    <a:lnTo>
                      <a:pt x="910" y="487"/>
                    </a:lnTo>
                    <a:lnTo>
                      <a:pt x="942" y="480"/>
                    </a:lnTo>
                    <a:lnTo>
                      <a:pt x="964" y="476"/>
                    </a:lnTo>
                    <a:lnTo>
                      <a:pt x="971" y="475"/>
                    </a:lnTo>
                    <a:lnTo>
                      <a:pt x="983" y="482"/>
                    </a:lnTo>
                    <a:lnTo>
                      <a:pt x="996" y="489"/>
                    </a:lnTo>
                    <a:lnTo>
                      <a:pt x="1010" y="496"/>
                    </a:lnTo>
                    <a:lnTo>
                      <a:pt x="1024" y="504"/>
                    </a:lnTo>
                    <a:lnTo>
                      <a:pt x="1036" y="512"/>
                    </a:lnTo>
                    <a:lnTo>
                      <a:pt x="1049" y="520"/>
                    </a:lnTo>
                    <a:lnTo>
                      <a:pt x="1062" y="528"/>
                    </a:lnTo>
                    <a:lnTo>
                      <a:pt x="1073" y="537"/>
                    </a:lnTo>
                    <a:lnTo>
                      <a:pt x="1072" y="567"/>
                    </a:lnTo>
                    <a:lnTo>
                      <a:pt x="1067" y="595"/>
                    </a:lnTo>
                    <a:lnTo>
                      <a:pt x="1062" y="624"/>
                    </a:lnTo>
                    <a:lnTo>
                      <a:pt x="1055" y="650"/>
                    </a:lnTo>
                    <a:lnTo>
                      <a:pt x="1047" y="641"/>
                    </a:lnTo>
                    <a:lnTo>
                      <a:pt x="1039" y="632"/>
                    </a:lnTo>
                    <a:lnTo>
                      <a:pt x="1030" y="623"/>
                    </a:lnTo>
                    <a:lnTo>
                      <a:pt x="1022" y="615"/>
                    </a:lnTo>
                    <a:lnTo>
                      <a:pt x="1014" y="606"/>
                    </a:lnTo>
                    <a:lnTo>
                      <a:pt x="1006" y="598"/>
                    </a:lnTo>
                    <a:lnTo>
                      <a:pt x="997" y="590"/>
                    </a:lnTo>
                    <a:lnTo>
                      <a:pt x="987" y="583"/>
                    </a:lnTo>
                    <a:lnTo>
                      <a:pt x="995" y="583"/>
                    </a:lnTo>
                    <a:lnTo>
                      <a:pt x="1003" y="586"/>
                    </a:lnTo>
                    <a:lnTo>
                      <a:pt x="1011" y="591"/>
                    </a:lnTo>
                    <a:lnTo>
                      <a:pt x="1018" y="597"/>
                    </a:lnTo>
                    <a:lnTo>
                      <a:pt x="1026" y="603"/>
                    </a:lnTo>
                    <a:lnTo>
                      <a:pt x="1034" y="605"/>
                    </a:lnTo>
                    <a:lnTo>
                      <a:pt x="1042" y="605"/>
                    </a:lnTo>
                    <a:lnTo>
                      <a:pt x="1051" y="601"/>
                    </a:lnTo>
                    <a:lnTo>
                      <a:pt x="1043" y="587"/>
                    </a:lnTo>
                    <a:lnTo>
                      <a:pt x="1033" y="574"/>
                    </a:lnTo>
                    <a:lnTo>
                      <a:pt x="1022" y="563"/>
                    </a:lnTo>
                    <a:lnTo>
                      <a:pt x="1010" y="551"/>
                    </a:lnTo>
                    <a:lnTo>
                      <a:pt x="997" y="541"/>
                    </a:lnTo>
                    <a:lnTo>
                      <a:pt x="983" y="532"/>
                    </a:lnTo>
                    <a:lnTo>
                      <a:pt x="969" y="524"/>
                    </a:lnTo>
                    <a:lnTo>
                      <a:pt x="956" y="517"/>
                    </a:lnTo>
                    <a:lnTo>
                      <a:pt x="965" y="518"/>
                    </a:lnTo>
                    <a:lnTo>
                      <a:pt x="974" y="519"/>
                    </a:lnTo>
                    <a:lnTo>
                      <a:pt x="983" y="521"/>
                    </a:lnTo>
                    <a:lnTo>
                      <a:pt x="992" y="524"/>
                    </a:lnTo>
                    <a:lnTo>
                      <a:pt x="1002" y="526"/>
                    </a:lnTo>
                    <a:lnTo>
                      <a:pt x="1011" y="529"/>
                    </a:lnTo>
                    <a:lnTo>
                      <a:pt x="1019" y="533"/>
                    </a:lnTo>
                    <a:lnTo>
                      <a:pt x="1027" y="537"/>
                    </a:lnTo>
                    <a:lnTo>
                      <a:pt x="1032" y="538"/>
                    </a:lnTo>
                    <a:lnTo>
                      <a:pt x="1036" y="542"/>
                    </a:lnTo>
                    <a:lnTo>
                      <a:pt x="1041" y="547"/>
                    </a:lnTo>
                    <a:lnTo>
                      <a:pt x="1044" y="550"/>
                    </a:lnTo>
                    <a:lnTo>
                      <a:pt x="1049" y="555"/>
                    </a:lnTo>
                    <a:lnTo>
                      <a:pt x="1053" y="556"/>
                    </a:lnTo>
                    <a:lnTo>
                      <a:pt x="1058" y="555"/>
                    </a:lnTo>
                    <a:lnTo>
                      <a:pt x="1064" y="550"/>
                    </a:lnTo>
                    <a:lnTo>
                      <a:pt x="1056" y="540"/>
                    </a:lnTo>
                    <a:lnTo>
                      <a:pt x="1047" y="532"/>
                    </a:lnTo>
                    <a:lnTo>
                      <a:pt x="1036" y="525"/>
                    </a:lnTo>
                    <a:lnTo>
                      <a:pt x="1026" y="519"/>
                    </a:lnTo>
                    <a:lnTo>
                      <a:pt x="1014" y="514"/>
                    </a:lnTo>
                    <a:lnTo>
                      <a:pt x="1003" y="511"/>
                    </a:lnTo>
                    <a:lnTo>
                      <a:pt x="990" y="506"/>
                    </a:lnTo>
                    <a:lnTo>
                      <a:pt x="979" y="503"/>
                    </a:lnTo>
                    <a:lnTo>
                      <a:pt x="972" y="500"/>
                    </a:lnTo>
                    <a:lnTo>
                      <a:pt x="964" y="499"/>
                    </a:lnTo>
                    <a:lnTo>
                      <a:pt x="957" y="499"/>
                    </a:lnTo>
                    <a:lnTo>
                      <a:pt x="951" y="504"/>
                    </a:lnTo>
                    <a:lnTo>
                      <a:pt x="951" y="507"/>
                    </a:lnTo>
                    <a:lnTo>
                      <a:pt x="952" y="511"/>
                    </a:lnTo>
                    <a:lnTo>
                      <a:pt x="953" y="513"/>
                    </a:lnTo>
                    <a:lnTo>
                      <a:pt x="956" y="515"/>
                    </a:lnTo>
                    <a:lnTo>
                      <a:pt x="948" y="518"/>
                    </a:lnTo>
                    <a:lnTo>
                      <a:pt x="938" y="519"/>
                    </a:lnTo>
                    <a:lnTo>
                      <a:pt x="931" y="521"/>
                    </a:lnTo>
                    <a:lnTo>
                      <a:pt x="930" y="530"/>
                    </a:lnTo>
                    <a:lnTo>
                      <a:pt x="939" y="534"/>
                    </a:lnTo>
                    <a:lnTo>
                      <a:pt x="949" y="537"/>
                    </a:lnTo>
                    <a:lnTo>
                      <a:pt x="958" y="541"/>
                    </a:lnTo>
                    <a:lnTo>
                      <a:pt x="968" y="543"/>
                    </a:lnTo>
                    <a:lnTo>
                      <a:pt x="976" y="547"/>
                    </a:lnTo>
                    <a:lnTo>
                      <a:pt x="986" y="551"/>
                    </a:lnTo>
                    <a:lnTo>
                      <a:pt x="994" y="557"/>
                    </a:lnTo>
                    <a:lnTo>
                      <a:pt x="1002" y="563"/>
                    </a:lnTo>
                    <a:lnTo>
                      <a:pt x="995" y="564"/>
                    </a:lnTo>
                    <a:lnTo>
                      <a:pt x="987" y="564"/>
                    </a:lnTo>
                    <a:lnTo>
                      <a:pt x="980" y="563"/>
                    </a:lnTo>
                    <a:lnTo>
                      <a:pt x="972" y="560"/>
                    </a:lnTo>
                    <a:lnTo>
                      <a:pt x="964" y="558"/>
                    </a:lnTo>
                    <a:lnTo>
                      <a:pt x="956" y="557"/>
                    </a:lnTo>
                    <a:lnTo>
                      <a:pt x="949" y="559"/>
                    </a:lnTo>
                    <a:lnTo>
                      <a:pt x="941" y="563"/>
                    </a:lnTo>
                    <a:lnTo>
                      <a:pt x="944" y="575"/>
                    </a:lnTo>
                    <a:lnTo>
                      <a:pt x="951" y="586"/>
                    </a:lnTo>
                    <a:lnTo>
                      <a:pt x="959" y="594"/>
                    </a:lnTo>
                    <a:lnTo>
                      <a:pt x="969" y="602"/>
                    </a:lnTo>
                    <a:lnTo>
                      <a:pt x="979" y="610"/>
                    </a:lnTo>
                    <a:lnTo>
                      <a:pt x="989" y="619"/>
                    </a:lnTo>
                    <a:lnTo>
                      <a:pt x="997" y="631"/>
                    </a:lnTo>
                    <a:lnTo>
                      <a:pt x="1004" y="643"/>
                    </a:lnTo>
                    <a:lnTo>
                      <a:pt x="986" y="647"/>
                    </a:lnTo>
                    <a:lnTo>
                      <a:pt x="966" y="651"/>
                    </a:lnTo>
                    <a:lnTo>
                      <a:pt x="948" y="657"/>
                    </a:lnTo>
                    <a:lnTo>
                      <a:pt x="929" y="663"/>
                    </a:lnTo>
                    <a:lnTo>
                      <a:pt x="911" y="669"/>
                    </a:lnTo>
                    <a:lnTo>
                      <a:pt x="892" y="673"/>
                    </a:lnTo>
                    <a:lnTo>
                      <a:pt x="873" y="677"/>
                    </a:lnTo>
                    <a:lnTo>
                      <a:pt x="854" y="678"/>
                    </a:lnTo>
                    <a:lnTo>
                      <a:pt x="858" y="653"/>
                    </a:lnTo>
                    <a:lnTo>
                      <a:pt x="860" y="625"/>
                    </a:lnTo>
                    <a:lnTo>
                      <a:pt x="858" y="598"/>
                    </a:lnTo>
                    <a:lnTo>
                      <a:pt x="854" y="573"/>
                    </a:lnTo>
                    <a:lnTo>
                      <a:pt x="848" y="565"/>
                    </a:lnTo>
                    <a:lnTo>
                      <a:pt x="844" y="556"/>
                    </a:lnTo>
                    <a:lnTo>
                      <a:pt x="838" y="548"/>
                    </a:lnTo>
                    <a:lnTo>
                      <a:pt x="829" y="545"/>
                    </a:lnTo>
                    <a:lnTo>
                      <a:pt x="820" y="562"/>
                    </a:lnTo>
                    <a:lnTo>
                      <a:pt x="814" y="579"/>
                    </a:lnTo>
                    <a:lnTo>
                      <a:pt x="808" y="596"/>
                    </a:lnTo>
                    <a:lnTo>
                      <a:pt x="798" y="612"/>
                    </a:lnTo>
                    <a:lnTo>
                      <a:pt x="758" y="545"/>
                    </a:lnTo>
                    <a:lnTo>
                      <a:pt x="746" y="545"/>
                    </a:lnTo>
                    <a:lnTo>
                      <a:pt x="746" y="556"/>
                    </a:lnTo>
                    <a:lnTo>
                      <a:pt x="754" y="568"/>
                    </a:lnTo>
                    <a:lnTo>
                      <a:pt x="761" y="581"/>
                    </a:lnTo>
                    <a:lnTo>
                      <a:pt x="767" y="594"/>
                    </a:lnTo>
                    <a:lnTo>
                      <a:pt x="772" y="608"/>
                    </a:lnTo>
                    <a:lnTo>
                      <a:pt x="778" y="620"/>
                    </a:lnTo>
                    <a:lnTo>
                      <a:pt x="783" y="634"/>
                    </a:lnTo>
                    <a:lnTo>
                      <a:pt x="786" y="649"/>
                    </a:lnTo>
                    <a:lnTo>
                      <a:pt x="790" y="663"/>
                    </a:lnTo>
                    <a:lnTo>
                      <a:pt x="799" y="661"/>
                    </a:lnTo>
                    <a:lnTo>
                      <a:pt x="807" y="655"/>
                    </a:lnTo>
                    <a:lnTo>
                      <a:pt x="813" y="649"/>
                    </a:lnTo>
                    <a:lnTo>
                      <a:pt x="819" y="642"/>
                    </a:lnTo>
                    <a:lnTo>
                      <a:pt x="823" y="634"/>
                    </a:lnTo>
                    <a:lnTo>
                      <a:pt x="827" y="625"/>
                    </a:lnTo>
                    <a:lnTo>
                      <a:pt x="830" y="617"/>
                    </a:lnTo>
                    <a:lnTo>
                      <a:pt x="834" y="609"/>
                    </a:lnTo>
                    <a:lnTo>
                      <a:pt x="838" y="617"/>
                    </a:lnTo>
                    <a:lnTo>
                      <a:pt x="836" y="635"/>
                    </a:lnTo>
                    <a:lnTo>
                      <a:pt x="831" y="654"/>
                    </a:lnTo>
                    <a:lnTo>
                      <a:pt x="827" y="671"/>
                    </a:lnTo>
                    <a:lnTo>
                      <a:pt x="820" y="689"/>
                    </a:lnTo>
                    <a:lnTo>
                      <a:pt x="813" y="707"/>
                    </a:lnTo>
                    <a:lnTo>
                      <a:pt x="806" y="724"/>
                    </a:lnTo>
                    <a:lnTo>
                      <a:pt x="799" y="741"/>
                    </a:lnTo>
                    <a:lnTo>
                      <a:pt x="792" y="757"/>
                    </a:lnTo>
                    <a:lnTo>
                      <a:pt x="835" y="761"/>
                    </a:lnTo>
                    <a:lnTo>
                      <a:pt x="838" y="750"/>
                    </a:lnTo>
                    <a:lnTo>
                      <a:pt x="842" y="735"/>
                    </a:lnTo>
                    <a:lnTo>
                      <a:pt x="845" y="722"/>
                    </a:lnTo>
                    <a:lnTo>
                      <a:pt x="848" y="711"/>
                    </a:lnTo>
                    <a:lnTo>
                      <a:pt x="870" y="708"/>
                    </a:lnTo>
                    <a:lnTo>
                      <a:pt x="892" y="702"/>
                    </a:lnTo>
                    <a:lnTo>
                      <a:pt x="914" y="696"/>
                    </a:lnTo>
                    <a:lnTo>
                      <a:pt x="936" y="691"/>
                    </a:lnTo>
                    <a:lnTo>
                      <a:pt x="958" y="685"/>
                    </a:lnTo>
                    <a:lnTo>
                      <a:pt x="979" y="679"/>
                    </a:lnTo>
                    <a:lnTo>
                      <a:pt x="1001" y="673"/>
                    </a:lnTo>
                    <a:lnTo>
                      <a:pt x="1022" y="669"/>
                    </a:lnTo>
                    <a:lnTo>
                      <a:pt x="1029" y="678"/>
                    </a:lnTo>
                    <a:lnTo>
                      <a:pt x="1036" y="687"/>
                    </a:lnTo>
                    <a:lnTo>
                      <a:pt x="1041" y="696"/>
                    </a:lnTo>
                    <a:lnTo>
                      <a:pt x="1045" y="707"/>
                    </a:lnTo>
                    <a:lnTo>
                      <a:pt x="941" y="740"/>
                    </a:lnTo>
                    <a:lnTo>
                      <a:pt x="949" y="770"/>
                    </a:lnTo>
                    <a:lnTo>
                      <a:pt x="951" y="769"/>
                    </a:lnTo>
                    <a:lnTo>
                      <a:pt x="959" y="767"/>
                    </a:lnTo>
                    <a:lnTo>
                      <a:pt x="969" y="763"/>
                    </a:lnTo>
                    <a:lnTo>
                      <a:pt x="983" y="759"/>
                    </a:lnTo>
                    <a:lnTo>
                      <a:pt x="998" y="753"/>
                    </a:lnTo>
                    <a:lnTo>
                      <a:pt x="1013" y="747"/>
                    </a:lnTo>
                    <a:lnTo>
                      <a:pt x="1027" y="741"/>
                    </a:lnTo>
                    <a:lnTo>
                      <a:pt x="1040" y="737"/>
                    </a:lnTo>
                    <a:lnTo>
                      <a:pt x="1035" y="791"/>
                    </a:lnTo>
                    <a:lnTo>
                      <a:pt x="942" y="822"/>
                    </a:lnTo>
                    <a:lnTo>
                      <a:pt x="949" y="8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4" name="Freeform 95"/>
              <p:cNvSpPr>
                <a:spLocks/>
              </p:cNvSpPr>
              <p:nvPr/>
            </p:nvSpPr>
            <p:spPr bwMode="auto">
              <a:xfrm>
                <a:off x="3078" y="2549"/>
                <a:ext cx="256" cy="77"/>
              </a:xfrm>
              <a:custGeom>
                <a:avLst/>
                <a:gdLst>
                  <a:gd name="T0" fmla="*/ 256 w 511"/>
                  <a:gd name="T1" fmla="*/ 77 h 154"/>
                  <a:gd name="T2" fmla="*/ 252 w 511"/>
                  <a:gd name="T3" fmla="*/ 77 h 154"/>
                  <a:gd name="T4" fmla="*/ 248 w 511"/>
                  <a:gd name="T5" fmla="*/ 76 h 154"/>
                  <a:gd name="T6" fmla="*/ 245 w 511"/>
                  <a:gd name="T7" fmla="*/ 73 h 154"/>
                  <a:gd name="T8" fmla="*/ 242 w 511"/>
                  <a:gd name="T9" fmla="*/ 71 h 154"/>
                  <a:gd name="T10" fmla="*/ 230 w 511"/>
                  <a:gd name="T11" fmla="*/ 60 h 154"/>
                  <a:gd name="T12" fmla="*/ 217 w 511"/>
                  <a:gd name="T13" fmla="*/ 50 h 154"/>
                  <a:gd name="T14" fmla="*/ 204 w 511"/>
                  <a:gd name="T15" fmla="*/ 43 h 154"/>
                  <a:gd name="T16" fmla="*/ 190 w 511"/>
                  <a:gd name="T17" fmla="*/ 37 h 154"/>
                  <a:gd name="T18" fmla="*/ 175 w 511"/>
                  <a:gd name="T19" fmla="*/ 32 h 154"/>
                  <a:gd name="T20" fmla="*/ 160 w 511"/>
                  <a:gd name="T21" fmla="*/ 28 h 154"/>
                  <a:gd name="T22" fmla="*/ 144 w 511"/>
                  <a:gd name="T23" fmla="*/ 25 h 154"/>
                  <a:gd name="T24" fmla="*/ 128 w 511"/>
                  <a:gd name="T25" fmla="*/ 24 h 154"/>
                  <a:gd name="T26" fmla="*/ 112 w 511"/>
                  <a:gd name="T27" fmla="*/ 23 h 154"/>
                  <a:gd name="T28" fmla="*/ 96 w 511"/>
                  <a:gd name="T29" fmla="*/ 23 h 154"/>
                  <a:gd name="T30" fmla="*/ 80 w 511"/>
                  <a:gd name="T31" fmla="*/ 25 h 154"/>
                  <a:gd name="T32" fmla="*/ 65 w 511"/>
                  <a:gd name="T33" fmla="*/ 27 h 154"/>
                  <a:gd name="T34" fmla="*/ 49 w 511"/>
                  <a:gd name="T35" fmla="*/ 30 h 154"/>
                  <a:gd name="T36" fmla="*/ 34 w 511"/>
                  <a:gd name="T37" fmla="*/ 34 h 154"/>
                  <a:gd name="T38" fmla="*/ 19 w 511"/>
                  <a:gd name="T39" fmla="*/ 39 h 154"/>
                  <a:gd name="T40" fmla="*/ 5 w 511"/>
                  <a:gd name="T41" fmla="*/ 44 h 154"/>
                  <a:gd name="T42" fmla="*/ 3 w 511"/>
                  <a:gd name="T43" fmla="*/ 41 h 154"/>
                  <a:gd name="T44" fmla="*/ 1 w 511"/>
                  <a:gd name="T45" fmla="*/ 39 h 154"/>
                  <a:gd name="T46" fmla="*/ 0 w 511"/>
                  <a:gd name="T47" fmla="*/ 36 h 154"/>
                  <a:gd name="T48" fmla="*/ 0 w 511"/>
                  <a:gd name="T49" fmla="*/ 31 h 154"/>
                  <a:gd name="T50" fmla="*/ 8 w 511"/>
                  <a:gd name="T51" fmla="*/ 26 h 154"/>
                  <a:gd name="T52" fmla="*/ 16 w 511"/>
                  <a:gd name="T53" fmla="*/ 20 h 154"/>
                  <a:gd name="T54" fmla="*/ 24 w 511"/>
                  <a:gd name="T55" fmla="*/ 16 h 154"/>
                  <a:gd name="T56" fmla="*/ 32 w 511"/>
                  <a:gd name="T57" fmla="*/ 12 h 154"/>
                  <a:gd name="T58" fmla="*/ 41 w 511"/>
                  <a:gd name="T59" fmla="*/ 9 h 154"/>
                  <a:gd name="T60" fmla="*/ 50 w 511"/>
                  <a:gd name="T61" fmla="*/ 5 h 154"/>
                  <a:gd name="T62" fmla="*/ 59 w 511"/>
                  <a:gd name="T63" fmla="*/ 4 h 154"/>
                  <a:gd name="T64" fmla="*/ 69 w 511"/>
                  <a:gd name="T65" fmla="*/ 2 h 154"/>
                  <a:gd name="T66" fmla="*/ 78 w 511"/>
                  <a:gd name="T67" fmla="*/ 1 h 154"/>
                  <a:gd name="T68" fmla="*/ 88 w 511"/>
                  <a:gd name="T69" fmla="*/ 1 h 154"/>
                  <a:gd name="T70" fmla="*/ 97 w 511"/>
                  <a:gd name="T71" fmla="*/ 0 h 154"/>
                  <a:gd name="T72" fmla="*/ 107 w 511"/>
                  <a:gd name="T73" fmla="*/ 1 h 154"/>
                  <a:gd name="T74" fmla="*/ 117 w 511"/>
                  <a:gd name="T75" fmla="*/ 1 h 154"/>
                  <a:gd name="T76" fmla="*/ 127 w 511"/>
                  <a:gd name="T77" fmla="*/ 2 h 154"/>
                  <a:gd name="T78" fmla="*/ 137 w 511"/>
                  <a:gd name="T79" fmla="*/ 3 h 154"/>
                  <a:gd name="T80" fmla="*/ 146 w 511"/>
                  <a:gd name="T81" fmla="*/ 5 h 154"/>
                  <a:gd name="T82" fmla="*/ 154 w 511"/>
                  <a:gd name="T83" fmla="*/ 7 h 154"/>
                  <a:gd name="T84" fmla="*/ 162 w 511"/>
                  <a:gd name="T85" fmla="*/ 9 h 154"/>
                  <a:gd name="T86" fmla="*/ 170 w 511"/>
                  <a:gd name="T87" fmla="*/ 11 h 154"/>
                  <a:gd name="T88" fmla="*/ 178 w 511"/>
                  <a:gd name="T89" fmla="*/ 14 h 154"/>
                  <a:gd name="T90" fmla="*/ 186 w 511"/>
                  <a:gd name="T91" fmla="*/ 17 h 154"/>
                  <a:gd name="T92" fmla="*/ 194 w 511"/>
                  <a:gd name="T93" fmla="*/ 20 h 154"/>
                  <a:gd name="T94" fmla="*/ 202 w 511"/>
                  <a:gd name="T95" fmla="*/ 24 h 154"/>
                  <a:gd name="T96" fmla="*/ 209 w 511"/>
                  <a:gd name="T97" fmla="*/ 29 h 154"/>
                  <a:gd name="T98" fmla="*/ 216 w 511"/>
                  <a:gd name="T99" fmla="*/ 34 h 154"/>
                  <a:gd name="T100" fmla="*/ 223 w 511"/>
                  <a:gd name="T101" fmla="*/ 38 h 154"/>
                  <a:gd name="T102" fmla="*/ 229 w 511"/>
                  <a:gd name="T103" fmla="*/ 44 h 154"/>
                  <a:gd name="T104" fmla="*/ 236 w 511"/>
                  <a:gd name="T105" fmla="*/ 49 h 154"/>
                  <a:gd name="T106" fmla="*/ 241 w 511"/>
                  <a:gd name="T107" fmla="*/ 56 h 154"/>
                  <a:gd name="T108" fmla="*/ 247 w 511"/>
                  <a:gd name="T109" fmla="*/ 62 h 154"/>
                  <a:gd name="T110" fmla="*/ 251 w 511"/>
                  <a:gd name="T111" fmla="*/ 69 h 154"/>
                  <a:gd name="T112" fmla="*/ 256 w 511"/>
                  <a:gd name="T113" fmla="*/ 77 h 15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11"/>
                  <a:gd name="T172" fmla="*/ 0 h 154"/>
                  <a:gd name="T173" fmla="*/ 511 w 511"/>
                  <a:gd name="T174" fmla="*/ 154 h 15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11" h="154">
                    <a:moveTo>
                      <a:pt x="511" y="153"/>
                    </a:moveTo>
                    <a:lnTo>
                      <a:pt x="503" y="154"/>
                    </a:lnTo>
                    <a:lnTo>
                      <a:pt x="496" y="151"/>
                    </a:lnTo>
                    <a:lnTo>
                      <a:pt x="489" y="145"/>
                    </a:lnTo>
                    <a:lnTo>
                      <a:pt x="483" y="141"/>
                    </a:lnTo>
                    <a:lnTo>
                      <a:pt x="459" y="120"/>
                    </a:lnTo>
                    <a:lnTo>
                      <a:pt x="434" y="101"/>
                    </a:lnTo>
                    <a:lnTo>
                      <a:pt x="407" y="86"/>
                    </a:lnTo>
                    <a:lnTo>
                      <a:pt x="379" y="74"/>
                    </a:lnTo>
                    <a:lnTo>
                      <a:pt x="350" y="64"/>
                    </a:lnTo>
                    <a:lnTo>
                      <a:pt x="319" y="56"/>
                    </a:lnTo>
                    <a:lnTo>
                      <a:pt x="288" y="51"/>
                    </a:lnTo>
                    <a:lnTo>
                      <a:pt x="255" y="48"/>
                    </a:lnTo>
                    <a:lnTo>
                      <a:pt x="224" y="47"/>
                    </a:lnTo>
                    <a:lnTo>
                      <a:pt x="192" y="47"/>
                    </a:lnTo>
                    <a:lnTo>
                      <a:pt x="160" y="51"/>
                    </a:lnTo>
                    <a:lnTo>
                      <a:pt x="129" y="55"/>
                    </a:lnTo>
                    <a:lnTo>
                      <a:pt x="98" y="61"/>
                    </a:lnTo>
                    <a:lnTo>
                      <a:pt x="68" y="68"/>
                    </a:lnTo>
                    <a:lnTo>
                      <a:pt x="38" y="77"/>
                    </a:lnTo>
                    <a:lnTo>
                      <a:pt x="10" y="88"/>
                    </a:lnTo>
                    <a:lnTo>
                      <a:pt x="5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5" y="52"/>
                    </a:lnTo>
                    <a:lnTo>
                      <a:pt x="31" y="41"/>
                    </a:lnTo>
                    <a:lnTo>
                      <a:pt x="47" y="32"/>
                    </a:lnTo>
                    <a:lnTo>
                      <a:pt x="64" y="24"/>
                    </a:lnTo>
                    <a:lnTo>
                      <a:pt x="81" y="17"/>
                    </a:lnTo>
                    <a:lnTo>
                      <a:pt x="100" y="11"/>
                    </a:lnTo>
                    <a:lnTo>
                      <a:pt x="118" y="8"/>
                    </a:lnTo>
                    <a:lnTo>
                      <a:pt x="137" y="5"/>
                    </a:lnTo>
                    <a:lnTo>
                      <a:pt x="156" y="2"/>
                    </a:lnTo>
                    <a:lnTo>
                      <a:pt x="175" y="1"/>
                    </a:lnTo>
                    <a:lnTo>
                      <a:pt x="194" y="0"/>
                    </a:lnTo>
                    <a:lnTo>
                      <a:pt x="214" y="1"/>
                    </a:lnTo>
                    <a:lnTo>
                      <a:pt x="233" y="2"/>
                    </a:lnTo>
                    <a:lnTo>
                      <a:pt x="253" y="5"/>
                    </a:lnTo>
                    <a:lnTo>
                      <a:pt x="273" y="7"/>
                    </a:lnTo>
                    <a:lnTo>
                      <a:pt x="291" y="10"/>
                    </a:lnTo>
                    <a:lnTo>
                      <a:pt x="307" y="14"/>
                    </a:lnTo>
                    <a:lnTo>
                      <a:pt x="323" y="17"/>
                    </a:lnTo>
                    <a:lnTo>
                      <a:pt x="339" y="22"/>
                    </a:lnTo>
                    <a:lnTo>
                      <a:pt x="356" y="28"/>
                    </a:lnTo>
                    <a:lnTo>
                      <a:pt x="372" y="33"/>
                    </a:lnTo>
                    <a:lnTo>
                      <a:pt x="387" y="40"/>
                    </a:lnTo>
                    <a:lnTo>
                      <a:pt x="403" y="48"/>
                    </a:lnTo>
                    <a:lnTo>
                      <a:pt x="417" y="58"/>
                    </a:lnTo>
                    <a:lnTo>
                      <a:pt x="432" y="67"/>
                    </a:lnTo>
                    <a:lnTo>
                      <a:pt x="445" y="76"/>
                    </a:lnTo>
                    <a:lnTo>
                      <a:pt x="458" y="88"/>
                    </a:lnTo>
                    <a:lnTo>
                      <a:pt x="471" y="99"/>
                    </a:lnTo>
                    <a:lnTo>
                      <a:pt x="482" y="112"/>
                    </a:lnTo>
                    <a:lnTo>
                      <a:pt x="493" y="124"/>
                    </a:lnTo>
                    <a:lnTo>
                      <a:pt x="502" y="138"/>
                    </a:lnTo>
                    <a:lnTo>
                      <a:pt x="511" y="1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5" name="Freeform 96"/>
              <p:cNvSpPr>
                <a:spLocks/>
              </p:cNvSpPr>
              <p:nvPr/>
            </p:nvSpPr>
            <p:spPr bwMode="auto">
              <a:xfrm>
                <a:off x="2461" y="2591"/>
                <a:ext cx="497" cy="499"/>
              </a:xfrm>
              <a:custGeom>
                <a:avLst/>
                <a:gdLst>
                  <a:gd name="T0" fmla="*/ 468 w 994"/>
                  <a:gd name="T1" fmla="*/ 408 h 999"/>
                  <a:gd name="T2" fmla="*/ 482 w 994"/>
                  <a:gd name="T3" fmla="*/ 24 h 999"/>
                  <a:gd name="T4" fmla="*/ 91 w 994"/>
                  <a:gd name="T5" fmla="*/ 19 h 999"/>
                  <a:gd name="T6" fmla="*/ 102 w 994"/>
                  <a:gd name="T7" fmla="*/ 437 h 999"/>
                  <a:gd name="T8" fmla="*/ 99 w 994"/>
                  <a:gd name="T9" fmla="*/ 439 h 999"/>
                  <a:gd name="T10" fmla="*/ 95 w 994"/>
                  <a:gd name="T11" fmla="*/ 441 h 999"/>
                  <a:gd name="T12" fmla="*/ 90 w 994"/>
                  <a:gd name="T13" fmla="*/ 442 h 999"/>
                  <a:gd name="T14" fmla="*/ 88 w 994"/>
                  <a:gd name="T15" fmla="*/ 440 h 999"/>
                  <a:gd name="T16" fmla="*/ 69 w 994"/>
                  <a:gd name="T17" fmla="*/ 30 h 999"/>
                  <a:gd name="T18" fmla="*/ 12 w 994"/>
                  <a:gd name="T19" fmla="*/ 83 h 999"/>
                  <a:gd name="T20" fmla="*/ 14 w 994"/>
                  <a:gd name="T21" fmla="*/ 144 h 999"/>
                  <a:gd name="T22" fmla="*/ 18 w 994"/>
                  <a:gd name="T23" fmla="*/ 280 h 999"/>
                  <a:gd name="T24" fmla="*/ 23 w 994"/>
                  <a:gd name="T25" fmla="*/ 417 h 999"/>
                  <a:gd name="T26" fmla="*/ 26 w 994"/>
                  <a:gd name="T27" fmla="*/ 481 h 999"/>
                  <a:gd name="T28" fmla="*/ 34 w 994"/>
                  <a:gd name="T29" fmla="*/ 478 h 999"/>
                  <a:gd name="T30" fmla="*/ 43 w 994"/>
                  <a:gd name="T31" fmla="*/ 474 h 999"/>
                  <a:gd name="T32" fmla="*/ 54 w 994"/>
                  <a:gd name="T33" fmla="*/ 470 h 999"/>
                  <a:gd name="T34" fmla="*/ 63 w 994"/>
                  <a:gd name="T35" fmla="*/ 466 h 999"/>
                  <a:gd name="T36" fmla="*/ 72 w 994"/>
                  <a:gd name="T37" fmla="*/ 462 h 999"/>
                  <a:gd name="T38" fmla="*/ 80 w 994"/>
                  <a:gd name="T39" fmla="*/ 459 h 999"/>
                  <a:gd name="T40" fmla="*/ 84 w 994"/>
                  <a:gd name="T41" fmla="*/ 458 h 999"/>
                  <a:gd name="T42" fmla="*/ 87 w 994"/>
                  <a:gd name="T43" fmla="*/ 458 h 999"/>
                  <a:gd name="T44" fmla="*/ 79 w 994"/>
                  <a:gd name="T45" fmla="*/ 464 h 999"/>
                  <a:gd name="T46" fmla="*/ 71 w 994"/>
                  <a:gd name="T47" fmla="*/ 469 h 999"/>
                  <a:gd name="T48" fmla="*/ 61 w 994"/>
                  <a:gd name="T49" fmla="*/ 474 h 999"/>
                  <a:gd name="T50" fmla="*/ 52 w 994"/>
                  <a:gd name="T51" fmla="*/ 479 h 999"/>
                  <a:gd name="T52" fmla="*/ 42 w 994"/>
                  <a:gd name="T53" fmla="*/ 484 h 999"/>
                  <a:gd name="T54" fmla="*/ 33 w 994"/>
                  <a:gd name="T55" fmla="*/ 489 h 999"/>
                  <a:gd name="T56" fmla="*/ 24 w 994"/>
                  <a:gd name="T57" fmla="*/ 494 h 999"/>
                  <a:gd name="T58" fmla="*/ 16 w 994"/>
                  <a:gd name="T59" fmla="*/ 499 h 999"/>
                  <a:gd name="T60" fmla="*/ 13 w 994"/>
                  <a:gd name="T61" fmla="*/ 481 h 999"/>
                  <a:gd name="T62" fmla="*/ 9 w 994"/>
                  <a:gd name="T63" fmla="*/ 435 h 999"/>
                  <a:gd name="T64" fmla="*/ 7 w 994"/>
                  <a:gd name="T65" fmla="*/ 370 h 999"/>
                  <a:gd name="T66" fmla="*/ 4 w 994"/>
                  <a:gd name="T67" fmla="*/ 295 h 999"/>
                  <a:gd name="T68" fmla="*/ 2 w 994"/>
                  <a:gd name="T69" fmla="*/ 219 h 999"/>
                  <a:gd name="T70" fmla="*/ 0 w 994"/>
                  <a:gd name="T71" fmla="*/ 150 h 999"/>
                  <a:gd name="T72" fmla="*/ 0 w 994"/>
                  <a:gd name="T73" fmla="*/ 98 h 999"/>
                  <a:gd name="T74" fmla="*/ 1 w 994"/>
                  <a:gd name="T75" fmla="*/ 72 h 999"/>
                  <a:gd name="T76" fmla="*/ 74 w 994"/>
                  <a:gd name="T77" fmla="*/ 0 h 999"/>
                  <a:gd name="T78" fmla="*/ 497 w 994"/>
                  <a:gd name="T79" fmla="*/ 11 h 999"/>
                  <a:gd name="T80" fmla="*/ 497 w 994"/>
                  <a:gd name="T81" fmla="*/ 28 h 999"/>
                  <a:gd name="T82" fmla="*/ 494 w 994"/>
                  <a:gd name="T83" fmla="*/ 74 h 999"/>
                  <a:gd name="T84" fmla="*/ 492 w 994"/>
                  <a:gd name="T85" fmla="*/ 139 h 999"/>
                  <a:gd name="T86" fmla="*/ 489 w 994"/>
                  <a:gd name="T87" fmla="*/ 213 h 999"/>
                  <a:gd name="T88" fmla="*/ 485 w 994"/>
                  <a:gd name="T89" fmla="*/ 288 h 999"/>
                  <a:gd name="T90" fmla="*/ 482 w 994"/>
                  <a:gd name="T91" fmla="*/ 353 h 999"/>
                  <a:gd name="T92" fmla="*/ 480 w 994"/>
                  <a:gd name="T93" fmla="*/ 398 h 999"/>
                  <a:gd name="T94" fmla="*/ 479 w 994"/>
                  <a:gd name="T95" fmla="*/ 415 h 999"/>
                  <a:gd name="T96" fmla="*/ 468 w 994"/>
                  <a:gd name="T97" fmla="*/ 408 h 9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4"/>
                  <a:gd name="T148" fmla="*/ 0 h 999"/>
                  <a:gd name="T149" fmla="*/ 994 w 994"/>
                  <a:gd name="T150" fmla="*/ 999 h 9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4" h="999">
                    <a:moveTo>
                      <a:pt x="935" y="816"/>
                    </a:moveTo>
                    <a:lnTo>
                      <a:pt x="964" y="48"/>
                    </a:lnTo>
                    <a:lnTo>
                      <a:pt x="182" y="38"/>
                    </a:lnTo>
                    <a:lnTo>
                      <a:pt x="203" y="875"/>
                    </a:lnTo>
                    <a:lnTo>
                      <a:pt x="198" y="879"/>
                    </a:lnTo>
                    <a:lnTo>
                      <a:pt x="189" y="883"/>
                    </a:lnTo>
                    <a:lnTo>
                      <a:pt x="180" y="884"/>
                    </a:lnTo>
                    <a:lnTo>
                      <a:pt x="175" y="881"/>
                    </a:lnTo>
                    <a:lnTo>
                      <a:pt x="138" y="61"/>
                    </a:lnTo>
                    <a:lnTo>
                      <a:pt x="23" y="166"/>
                    </a:lnTo>
                    <a:lnTo>
                      <a:pt x="27" y="289"/>
                    </a:lnTo>
                    <a:lnTo>
                      <a:pt x="36" y="561"/>
                    </a:lnTo>
                    <a:lnTo>
                      <a:pt x="46" y="835"/>
                    </a:lnTo>
                    <a:lnTo>
                      <a:pt x="52" y="963"/>
                    </a:lnTo>
                    <a:lnTo>
                      <a:pt x="68" y="956"/>
                    </a:lnTo>
                    <a:lnTo>
                      <a:pt x="86" y="948"/>
                    </a:lnTo>
                    <a:lnTo>
                      <a:pt x="107" y="940"/>
                    </a:lnTo>
                    <a:lnTo>
                      <a:pt x="127" y="932"/>
                    </a:lnTo>
                    <a:lnTo>
                      <a:pt x="144" y="925"/>
                    </a:lnTo>
                    <a:lnTo>
                      <a:pt x="159" y="919"/>
                    </a:lnTo>
                    <a:lnTo>
                      <a:pt x="168" y="916"/>
                    </a:lnTo>
                    <a:lnTo>
                      <a:pt x="173" y="916"/>
                    </a:lnTo>
                    <a:lnTo>
                      <a:pt x="157" y="928"/>
                    </a:lnTo>
                    <a:lnTo>
                      <a:pt x="141" y="939"/>
                    </a:lnTo>
                    <a:lnTo>
                      <a:pt x="122" y="948"/>
                    </a:lnTo>
                    <a:lnTo>
                      <a:pt x="103" y="959"/>
                    </a:lnTo>
                    <a:lnTo>
                      <a:pt x="84" y="969"/>
                    </a:lnTo>
                    <a:lnTo>
                      <a:pt x="66" y="978"/>
                    </a:lnTo>
                    <a:lnTo>
                      <a:pt x="47" y="989"/>
                    </a:lnTo>
                    <a:lnTo>
                      <a:pt x="31" y="999"/>
                    </a:lnTo>
                    <a:lnTo>
                      <a:pt x="25" y="963"/>
                    </a:lnTo>
                    <a:lnTo>
                      <a:pt x="18" y="871"/>
                    </a:lnTo>
                    <a:lnTo>
                      <a:pt x="13" y="741"/>
                    </a:lnTo>
                    <a:lnTo>
                      <a:pt x="8" y="590"/>
                    </a:lnTo>
                    <a:lnTo>
                      <a:pt x="3" y="438"/>
                    </a:lnTo>
                    <a:lnTo>
                      <a:pt x="0" y="300"/>
                    </a:lnTo>
                    <a:lnTo>
                      <a:pt x="0" y="196"/>
                    </a:lnTo>
                    <a:lnTo>
                      <a:pt x="1" y="144"/>
                    </a:lnTo>
                    <a:lnTo>
                      <a:pt x="147" y="0"/>
                    </a:lnTo>
                    <a:lnTo>
                      <a:pt x="994" y="22"/>
                    </a:lnTo>
                    <a:lnTo>
                      <a:pt x="993" y="57"/>
                    </a:lnTo>
                    <a:lnTo>
                      <a:pt x="988" y="149"/>
                    </a:lnTo>
                    <a:lnTo>
                      <a:pt x="984" y="279"/>
                    </a:lnTo>
                    <a:lnTo>
                      <a:pt x="977" y="427"/>
                    </a:lnTo>
                    <a:lnTo>
                      <a:pt x="970" y="576"/>
                    </a:lnTo>
                    <a:lnTo>
                      <a:pt x="964" y="706"/>
                    </a:lnTo>
                    <a:lnTo>
                      <a:pt x="959" y="797"/>
                    </a:lnTo>
                    <a:lnTo>
                      <a:pt x="957" y="831"/>
                    </a:lnTo>
                    <a:lnTo>
                      <a:pt x="935" y="8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6" name="Freeform 97"/>
              <p:cNvSpPr>
                <a:spLocks/>
              </p:cNvSpPr>
              <p:nvPr/>
            </p:nvSpPr>
            <p:spPr bwMode="auto">
              <a:xfrm>
                <a:off x="2995" y="2595"/>
                <a:ext cx="338" cy="415"/>
              </a:xfrm>
              <a:custGeom>
                <a:avLst/>
                <a:gdLst>
                  <a:gd name="T0" fmla="*/ 297 w 676"/>
                  <a:gd name="T1" fmla="*/ 405 h 831"/>
                  <a:gd name="T2" fmla="*/ 283 w 676"/>
                  <a:gd name="T3" fmla="*/ 381 h 831"/>
                  <a:gd name="T4" fmla="*/ 264 w 676"/>
                  <a:gd name="T5" fmla="*/ 320 h 831"/>
                  <a:gd name="T6" fmla="*/ 239 w 676"/>
                  <a:gd name="T7" fmla="*/ 280 h 831"/>
                  <a:gd name="T8" fmla="*/ 210 w 676"/>
                  <a:gd name="T9" fmla="*/ 250 h 831"/>
                  <a:gd name="T10" fmla="*/ 180 w 676"/>
                  <a:gd name="T11" fmla="*/ 238 h 831"/>
                  <a:gd name="T12" fmla="*/ 177 w 676"/>
                  <a:gd name="T13" fmla="*/ 231 h 831"/>
                  <a:gd name="T14" fmla="*/ 191 w 676"/>
                  <a:gd name="T15" fmla="*/ 232 h 831"/>
                  <a:gd name="T16" fmla="*/ 212 w 676"/>
                  <a:gd name="T17" fmla="*/ 199 h 831"/>
                  <a:gd name="T18" fmla="*/ 205 w 676"/>
                  <a:gd name="T19" fmla="*/ 171 h 831"/>
                  <a:gd name="T20" fmla="*/ 176 w 676"/>
                  <a:gd name="T21" fmla="*/ 156 h 831"/>
                  <a:gd name="T22" fmla="*/ 134 w 676"/>
                  <a:gd name="T23" fmla="*/ 148 h 831"/>
                  <a:gd name="T24" fmla="*/ 92 w 676"/>
                  <a:gd name="T25" fmla="*/ 136 h 831"/>
                  <a:gd name="T26" fmla="*/ 57 w 676"/>
                  <a:gd name="T27" fmla="*/ 138 h 831"/>
                  <a:gd name="T28" fmla="*/ 51 w 676"/>
                  <a:gd name="T29" fmla="*/ 243 h 831"/>
                  <a:gd name="T30" fmla="*/ 80 w 676"/>
                  <a:gd name="T31" fmla="*/ 317 h 831"/>
                  <a:gd name="T32" fmla="*/ 125 w 676"/>
                  <a:gd name="T33" fmla="*/ 355 h 831"/>
                  <a:gd name="T34" fmla="*/ 141 w 676"/>
                  <a:gd name="T35" fmla="*/ 351 h 831"/>
                  <a:gd name="T36" fmla="*/ 140 w 676"/>
                  <a:gd name="T37" fmla="*/ 358 h 831"/>
                  <a:gd name="T38" fmla="*/ 121 w 676"/>
                  <a:gd name="T39" fmla="*/ 361 h 831"/>
                  <a:gd name="T40" fmla="*/ 77 w 676"/>
                  <a:gd name="T41" fmla="*/ 335 h 831"/>
                  <a:gd name="T42" fmla="*/ 43 w 676"/>
                  <a:gd name="T43" fmla="*/ 288 h 831"/>
                  <a:gd name="T44" fmla="*/ 27 w 676"/>
                  <a:gd name="T45" fmla="*/ 230 h 831"/>
                  <a:gd name="T46" fmla="*/ 19 w 676"/>
                  <a:gd name="T47" fmla="*/ 165 h 831"/>
                  <a:gd name="T48" fmla="*/ 1 w 676"/>
                  <a:gd name="T49" fmla="*/ 159 h 831"/>
                  <a:gd name="T50" fmla="*/ 36 w 676"/>
                  <a:gd name="T51" fmla="*/ 108 h 831"/>
                  <a:gd name="T52" fmla="*/ 30 w 676"/>
                  <a:gd name="T53" fmla="*/ 70 h 831"/>
                  <a:gd name="T54" fmla="*/ 35 w 676"/>
                  <a:gd name="T55" fmla="*/ 32 h 831"/>
                  <a:gd name="T56" fmla="*/ 57 w 676"/>
                  <a:gd name="T57" fmla="*/ 7 h 831"/>
                  <a:gd name="T58" fmla="*/ 71 w 676"/>
                  <a:gd name="T59" fmla="*/ 11 h 831"/>
                  <a:gd name="T60" fmla="*/ 54 w 676"/>
                  <a:gd name="T61" fmla="*/ 27 h 831"/>
                  <a:gd name="T62" fmla="*/ 69 w 676"/>
                  <a:gd name="T63" fmla="*/ 92 h 831"/>
                  <a:gd name="T64" fmla="*/ 116 w 676"/>
                  <a:gd name="T65" fmla="*/ 121 h 831"/>
                  <a:gd name="T66" fmla="*/ 171 w 676"/>
                  <a:gd name="T67" fmla="*/ 135 h 831"/>
                  <a:gd name="T68" fmla="*/ 222 w 676"/>
                  <a:gd name="T69" fmla="*/ 157 h 831"/>
                  <a:gd name="T70" fmla="*/ 256 w 676"/>
                  <a:gd name="T71" fmla="*/ 173 h 831"/>
                  <a:gd name="T72" fmla="*/ 270 w 676"/>
                  <a:gd name="T73" fmla="*/ 205 h 831"/>
                  <a:gd name="T74" fmla="*/ 251 w 676"/>
                  <a:gd name="T75" fmla="*/ 211 h 831"/>
                  <a:gd name="T76" fmla="*/ 239 w 676"/>
                  <a:gd name="T77" fmla="*/ 200 h 831"/>
                  <a:gd name="T78" fmla="*/ 255 w 676"/>
                  <a:gd name="T79" fmla="*/ 204 h 831"/>
                  <a:gd name="T80" fmla="*/ 250 w 676"/>
                  <a:gd name="T81" fmla="*/ 187 h 831"/>
                  <a:gd name="T82" fmla="*/ 228 w 676"/>
                  <a:gd name="T83" fmla="*/ 173 h 831"/>
                  <a:gd name="T84" fmla="*/ 230 w 676"/>
                  <a:gd name="T85" fmla="*/ 220 h 831"/>
                  <a:gd name="T86" fmla="*/ 255 w 676"/>
                  <a:gd name="T87" fmla="*/ 272 h 831"/>
                  <a:gd name="T88" fmla="*/ 296 w 676"/>
                  <a:gd name="T89" fmla="*/ 304 h 831"/>
                  <a:gd name="T90" fmla="*/ 323 w 676"/>
                  <a:gd name="T91" fmla="*/ 301 h 831"/>
                  <a:gd name="T92" fmla="*/ 317 w 676"/>
                  <a:gd name="T93" fmla="*/ 291 h 831"/>
                  <a:gd name="T94" fmla="*/ 336 w 676"/>
                  <a:gd name="T95" fmla="*/ 292 h 831"/>
                  <a:gd name="T96" fmla="*/ 334 w 676"/>
                  <a:gd name="T97" fmla="*/ 314 h 831"/>
                  <a:gd name="T98" fmla="*/ 301 w 676"/>
                  <a:gd name="T99" fmla="*/ 320 h 831"/>
                  <a:gd name="T100" fmla="*/ 274 w 676"/>
                  <a:gd name="T101" fmla="*/ 307 h 831"/>
                  <a:gd name="T102" fmla="*/ 297 w 676"/>
                  <a:gd name="T103" fmla="*/ 360 h 8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676"/>
                  <a:gd name="T157" fmla="*/ 0 h 831"/>
                  <a:gd name="T158" fmla="*/ 676 w 676"/>
                  <a:gd name="T159" fmla="*/ 831 h 8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676" h="831">
                    <a:moveTo>
                      <a:pt x="615" y="831"/>
                    </a:moveTo>
                    <a:lnTo>
                      <a:pt x="608" y="827"/>
                    </a:lnTo>
                    <a:lnTo>
                      <a:pt x="602" y="824"/>
                    </a:lnTo>
                    <a:lnTo>
                      <a:pt x="598" y="818"/>
                    </a:lnTo>
                    <a:lnTo>
                      <a:pt x="593" y="811"/>
                    </a:lnTo>
                    <a:lnTo>
                      <a:pt x="588" y="804"/>
                    </a:lnTo>
                    <a:lnTo>
                      <a:pt x="585" y="797"/>
                    </a:lnTo>
                    <a:lnTo>
                      <a:pt x="580" y="790"/>
                    </a:lnTo>
                    <a:lnTo>
                      <a:pt x="577" y="784"/>
                    </a:lnTo>
                    <a:lnTo>
                      <a:pt x="565" y="762"/>
                    </a:lnTo>
                    <a:lnTo>
                      <a:pt x="555" y="739"/>
                    </a:lnTo>
                    <a:lnTo>
                      <a:pt x="546" y="716"/>
                    </a:lnTo>
                    <a:lnTo>
                      <a:pt x="539" y="691"/>
                    </a:lnTo>
                    <a:lnTo>
                      <a:pt x="533" y="666"/>
                    </a:lnTo>
                    <a:lnTo>
                      <a:pt x="527" y="641"/>
                    </a:lnTo>
                    <a:lnTo>
                      <a:pt x="523" y="615"/>
                    </a:lnTo>
                    <a:lnTo>
                      <a:pt x="518" y="590"/>
                    </a:lnTo>
                    <a:lnTo>
                      <a:pt x="505" y="580"/>
                    </a:lnTo>
                    <a:lnTo>
                      <a:pt x="492" y="570"/>
                    </a:lnTo>
                    <a:lnTo>
                      <a:pt x="479" y="560"/>
                    </a:lnTo>
                    <a:lnTo>
                      <a:pt x="466" y="549"/>
                    </a:lnTo>
                    <a:lnTo>
                      <a:pt x="454" y="538"/>
                    </a:lnTo>
                    <a:lnTo>
                      <a:pt x="441" y="527"/>
                    </a:lnTo>
                    <a:lnTo>
                      <a:pt x="431" y="514"/>
                    </a:lnTo>
                    <a:lnTo>
                      <a:pt x="421" y="501"/>
                    </a:lnTo>
                    <a:lnTo>
                      <a:pt x="410" y="501"/>
                    </a:lnTo>
                    <a:lnTo>
                      <a:pt x="396" y="498"/>
                    </a:lnTo>
                    <a:lnTo>
                      <a:pt x="383" y="492"/>
                    </a:lnTo>
                    <a:lnTo>
                      <a:pt x="371" y="485"/>
                    </a:lnTo>
                    <a:lnTo>
                      <a:pt x="360" y="477"/>
                    </a:lnTo>
                    <a:lnTo>
                      <a:pt x="351" y="470"/>
                    </a:lnTo>
                    <a:lnTo>
                      <a:pt x="345" y="464"/>
                    </a:lnTo>
                    <a:lnTo>
                      <a:pt x="343" y="462"/>
                    </a:lnTo>
                    <a:lnTo>
                      <a:pt x="349" y="461"/>
                    </a:lnTo>
                    <a:lnTo>
                      <a:pt x="355" y="462"/>
                    </a:lnTo>
                    <a:lnTo>
                      <a:pt x="359" y="463"/>
                    </a:lnTo>
                    <a:lnTo>
                      <a:pt x="365" y="463"/>
                    </a:lnTo>
                    <a:lnTo>
                      <a:pt x="371" y="464"/>
                    </a:lnTo>
                    <a:lnTo>
                      <a:pt x="378" y="466"/>
                    </a:lnTo>
                    <a:lnTo>
                      <a:pt x="383" y="464"/>
                    </a:lnTo>
                    <a:lnTo>
                      <a:pt x="390" y="462"/>
                    </a:lnTo>
                    <a:lnTo>
                      <a:pt x="406" y="448"/>
                    </a:lnTo>
                    <a:lnTo>
                      <a:pt x="416" y="433"/>
                    </a:lnTo>
                    <a:lnTo>
                      <a:pt x="419" y="416"/>
                    </a:lnTo>
                    <a:lnTo>
                      <a:pt x="424" y="399"/>
                    </a:lnTo>
                    <a:lnTo>
                      <a:pt x="421" y="387"/>
                    </a:lnTo>
                    <a:lnTo>
                      <a:pt x="420" y="376"/>
                    </a:lnTo>
                    <a:lnTo>
                      <a:pt x="417" y="364"/>
                    </a:lnTo>
                    <a:lnTo>
                      <a:pt x="414" y="353"/>
                    </a:lnTo>
                    <a:lnTo>
                      <a:pt x="410" y="342"/>
                    </a:lnTo>
                    <a:lnTo>
                      <a:pt x="404" y="334"/>
                    </a:lnTo>
                    <a:lnTo>
                      <a:pt x="397" y="326"/>
                    </a:lnTo>
                    <a:lnTo>
                      <a:pt x="388" y="320"/>
                    </a:lnTo>
                    <a:lnTo>
                      <a:pt x="371" y="316"/>
                    </a:lnTo>
                    <a:lnTo>
                      <a:pt x="353" y="312"/>
                    </a:lnTo>
                    <a:lnTo>
                      <a:pt x="336" y="309"/>
                    </a:lnTo>
                    <a:lnTo>
                      <a:pt x="319" y="307"/>
                    </a:lnTo>
                    <a:lnTo>
                      <a:pt x="302" y="303"/>
                    </a:lnTo>
                    <a:lnTo>
                      <a:pt x="284" y="300"/>
                    </a:lnTo>
                    <a:lnTo>
                      <a:pt x="268" y="296"/>
                    </a:lnTo>
                    <a:lnTo>
                      <a:pt x="251" y="293"/>
                    </a:lnTo>
                    <a:lnTo>
                      <a:pt x="234" y="288"/>
                    </a:lnTo>
                    <a:lnTo>
                      <a:pt x="218" y="284"/>
                    </a:lnTo>
                    <a:lnTo>
                      <a:pt x="201" y="279"/>
                    </a:lnTo>
                    <a:lnTo>
                      <a:pt x="185" y="272"/>
                    </a:lnTo>
                    <a:lnTo>
                      <a:pt x="169" y="265"/>
                    </a:lnTo>
                    <a:lnTo>
                      <a:pt x="154" y="257"/>
                    </a:lnTo>
                    <a:lnTo>
                      <a:pt x="139" y="248"/>
                    </a:lnTo>
                    <a:lnTo>
                      <a:pt x="125" y="237"/>
                    </a:lnTo>
                    <a:lnTo>
                      <a:pt x="115" y="277"/>
                    </a:lnTo>
                    <a:lnTo>
                      <a:pt x="107" y="317"/>
                    </a:lnTo>
                    <a:lnTo>
                      <a:pt x="100" y="360"/>
                    </a:lnTo>
                    <a:lnTo>
                      <a:pt x="98" y="401"/>
                    </a:lnTo>
                    <a:lnTo>
                      <a:pt x="98" y="445"/>
                    </a:lnTo>
                    <a:lnTo>
                      <a:pt x="102" y="487"/>
                    </a:lnTo>
                    <a:lnTo>
                      <a:pt x="110" y="530"/>
                    </a:lnTo>
                    <a:lnTo>
                      <a:pt x="122" y="573"/>
                    </a:lnTo>
                    <a:lnTo>
                      <a:pt x="133" y="592"/>
                    </a:lnTo>
                    <a:lnTo>
                      <a:pt x="145" y="614"/>
                    </a:lnTo>
                    <a:lnTo>
                      <a:pt x="159" y="635"/>
                    </a:lnTo>
                    <a:lnTo>
                      <a:pt x="173" y="655"/>
                    </a:lnTo>
                    <a:lnTo>
                      <a:pt x="189" y="673"/>
                    </a:lnTo>
                    <a:lnTo>
                      <a:pt x="207" y="689"/>
                    </a:lnTo>
                    <a:lnTo>
                      <a:pt x="227" y="702"/>
                    </a:lnTo>
                    <a:lnTo>
                      <a:pt x="250" y="711"/>
                    </a:lnTo>
                    <a:lnTo>
                      <a:pt x="256" y="711"/>
                    </a:lnTo>
                    <a:lnTo>
                      <a:pt x="262" y="709"/>
                    </a:lnTo>
                    <a:lnTo>
                      <a:pt x="269" y="706"/>
                    </a:lnTo>
                    <a:lnTo>
                      <a:pt x="275" y="704"/>
                    </a:lnTo>
                    <a:lnTo>
                      <a:pt x="281" y="702"/>
                    </a:lnTo>
                    <a:lnTo>
                      <a:pt x="287" y="701"/>
                    </a:lnTo>
                    <a:lnTo>
                      <a:pt x="290" y="703"/>
                    </a:lnTo>
                    <a:lnTo>
                      <a:pt x="294" y="708"/>
                    </a:lnTo>
                    <a:lnTo>
                      <a:pt x="287" y="712"/>
                    </a:lnTo>
                    <a:lnTo>
                      <a:pt x="280" y="716"/>
                    </a:lnTo>
                    <a:lnTo>
                      <a:pt x="273" y="719"/>
                    </a:lnTo>
                    <a:lnTo>
                      <a:pt x="266" y="721"/>
                    </a:lnTo>
                    <a:lnTo>
                      <a:pt x="259" y="723"/>
                    </a:lnTo>
                    <a:lnTo>
                      <a:pt x="251" y="724"/>
                    </a:lnTo>
                    <a:lnTo>
                      <a:pt x="243" y="723"/>
                    </a:lnTo>
                    <a:lnTo>
                      <a:pt x="235" y="720"/>
                    </a:lnTo>
                    <a:lnTo>
                      <a:pt x="212" y="710"/>
                    </a:lnTo>
                    <a:lnTo>
                      <a:pt x="191" y="698"/>
                    </a:lnTo>
                    <a:lnTo>
                      <a:pt x="171" y="686"/>
                    </a:lnTo>
                    <a:lnTo>
                      <a:pt x="153" y="671"/>
                    </a:lnTo>
                    <a:lnTo>
                      <a:pt x="137" y="655"/>
                    </a:lnTo>
                    <a:lnTo>
                      <a:pt x="122" y="637"/>
                    </a:lnTo>
                    <a:lnTo>
                      <a:pt x="108" y="618"/>
                    </a:lnTo>
                    <a:lnTo>
                      <a:pt x="97" y="598"/>
                    </a:lnTo>
                    <a:lnTo>
                      <a:pt x="86" y="577"/>
                    </a:lnTo>
                    <a:lnTo>
                      <a:pt x="77" y="555"/>
                    </a:lnTo>
                    <a:lnTo>
                      <a:pt x="69" y="532"/>
                    </a:lnTo>
                    <a:lnTo>
                      <a:pt x="63" y="509"/>
                    </a:lnTo>
                    <a:lnTo>
                      <a:pt x="59" y="485"/>
                    </a:lnTo>
                    <a:lnTo>
                      <a:pt x="55" y="461"/>
                    </a:lnTo>
                    <a:lnTo>
                      <a:pt x="53" y="437"/>
                    </a:lnTo>
                    <a:lnTo>
                      <a:pt x="53" y="411"/>
                    </a:lnTo>
                    <a:lnTo>
                      <a:pt x="53" y="330"/>
                    </a:lnTo>
                    <a:lnTo>
                      <a:pt x="45" y="330"/>
                    </a:lnTo>
                    <a:lnTo>
                      <a:pt x="38" y="330"/>
                    </a:lnTo>
                    <a:lnTo>
                      <a:pt x="30" y="330"/>
                    </a:lnTo>
                    <a:lnTo>
                      <a:pt x="22" y="328"/>
                    </a:lnTo>
                    <a:lnTo>
                      <a:pt x="15" y="326"/>
                    </a:lnTo>
                    <a:lnTo>
                      <a:pt x="9" y="323"/>
                    </a:lnTo>
                    <a:lnTo>
                      <a:pt x="3" y="319"/>
                    </a:lnTo>
                    <a:lnTo>
                      <a:pt x="0" y="314"/>
                    </a:lnTo>
                    <a:lnTo>
                      <a:pt x="56" y="294"/>
                    </a:lnTo>
                    <a:lnTo>
                      <a:pt x="61" y="269"/>
                    </a:lnTo>
                    <a:lnTo>
                      <a:pt x="65" y="242"/>
                    </a:lnTo>
                    <a:lnTo>
                      <a:pt x="72" y="217"/>
                    </a:lnTo>
                    <a:lnTo>
                      <a:pt x="87" y="196"/>
                    </a:lnTo>
                    <a:lnTo>
                      <a:pt x="78" y="184"/>
                    </a:lnTo>
                    <a:lnTo>
                      <a:pt x="71" y="171"/>
                    </a:lnTo>
                    <a:lnTo>
                      <a:pt x="64" y="156"/>
                    </a:lnTo>
                    <a:lnTo>
                      <a:pt x="60" y="141"/>
                    </a:lnTo>
                    <a:lnTo>
                      <a:pt x="56" y="126"/>
                    </a:lnTo>
                    <a:lnTo>
                      <a:pt x="56" y="110"/>
                    </a:lnTo>
                    <a:lnTo>
                      <a:pt x="57" y="93"/>
                    </a:lnTo>
                    <a:lnTo>
                      <a:pt x="63" y="77"/>
                    </a:lnTo>
                    <a:lnTo>
                      <a:pt x="70" y="65"/>
                    </a:lnTo>
                    <a:lnTo>
                      <a:pt x="77" y="53"/>
                    </a:lnTo>
                    <a:lnTo>
                      <a:pt x="85" y="42"/>
                    </a:lnTo>
                    <a:lnTo>
                      <a:pt x="94" y="31"/>
                    </a:lnTo>
                    <a:lnTo>
                      <a:pt x="103" y="22"/>
                    </a:lnTo>
                    <a:lnTo>
                      <a:pt x="115" y="14"/>
                    </a:lnTo>
                    <a:lnTo>
                      <a:pt x="125" y="7"/>
                    </a:lnTo>
                    <a:lnTo>
                      <a:pt x="138" y="0"/>
                    </a:lnTo>
                    <a:lnTo>
                      <a:pt x="144" y="8"/>
                    </a:lnTo>
                    <a:lnTo>
                      <a:pt x="145" y="15"/>
                    </a:lnTo>
                    <a:lnTo>
                      <a:pt x="142" y="22"/>
                    </a:lnTo>
                    <a:lnTo>
                      <a:pt x="135" y="28"/>
                    </a:lnTo>
                    <a:lnTo>
                      <a:pt x="127" y="34"/>
                    </a:lnTo>
                    <a:lnTo>
                      <a:pt x="120" y="40"/>
                    </a:lnTo>
                    <a:lnTo>
                      <a:pt x="113" y="47"/>
                    </a:lnTo>
                    <a:lnTo>
                      <a:pt x="109" y="55"/>
                    </a:lnTo>
                    <a:lnTo>
                      <a:pt x="102" y="83"/>
                    </a:lnTo>
                    <a:lnTo>
                      <a:pt x="103" y="113"/>
                    </a:lnTo>
                    <a:lnTo>
                      <a:pt x="110" y="141"/>
                    </a:lnTo>
                    <a:lnTo>
                      <a:pt x="122" y="166"/>
                    </a:lnTo>
                    <a:lnTo>
                      <a:pt x="138" y="184"/>
                    </a:lnTo>
                    <a:lnTo>
                      <a:pt x="154" y="201"/>
                    </a:lnTo>
                    <a:lnTo>
                      <a:pt x="173" y="214"/>
                    </a:lnTo>
                    <a:lnTo>
                      <a:pt x="192" y="226"/>
                    </a:lnTo>
                    <a:lnTo>
                      <a:pt x="212" y="235"/>
                    </a:lnTo>
                    <a:lnTo>
                      <a:pt x="232" y="242"/>
                    </a:lnTo>
                    <a:lnTo>
                      <a:pt x="254" y="249"/>
                    </a:lnTo>
                    <a:lnTo>
                      <a:pt x="276" y="255"/>
                    </a:lnTo>
                    <a:lnTo>
                      <a:pt x="298" y="259"/>
                    </a:lnTo>
                    <a:lnTo>
                      <a:pt x="320" y="265"/>
                    </a:lnTo>
                    <a:lnTo>
                      <a:pt x="342" y="271"/>
                    </a:lnTo>
                    <a:lnTo>
                      <a:pt x="364" y="277"/>
                    </a:lnTo>
                    <a:lnTo>
                      <a:pt x="385" y="284"/>
                    </a:lnTo>
                    <a:lnTo>
                      <a:pt x="405" y="293"/>
                    </a:lnTo>
                    <a:lnTo>
                      <a:pt x="425" y="302"/>
                    </a:lnTo>
                    <a:lnTo>
                      <a:pt x="444" y="315"/>
                    </a:lnTo>
                    <a:lnTo>
                      <a:pt x="459" y="317"/>
                    </a:lnTo>
                    <a:lnTo>
                      <a:pt x="474" y="322"/>
                    </a:lnTo>
                    <a:lnTo>
                      <a:pt x="488" y="328"/>
                    </a:lnTo>
                    <a:lnTo>
                      <a:pt x="501" y="337"/>
                    </a:lnTo>
                    <a:lnTo>
                      <a:pt x="512" y="347"/>
                    </a:lnTo>
                    <a:lnTo>
                      <a:pt x="523" y="358"/>
                    </a:lnTo>
                    <a:lnTo>
                      <a:pt x="531" y="370"/>
                    </a:lnTo>
                    <a:lnTo>
                      <a:pt x="539" y="384"/>
                    </a:lnTo>
                    <a:lnTo>
                      <a:pt x="541" y="396"/>
                    </a:lnTo>
                    <a:lnTo>
                      <a:pt x="540" y="410"/>
                    </a:lnTo>
                    <a:lnTo>
                      <a:pt x="534" y="421"/>
                    </a:lnTo>
                    <a:lnTo>
                      <a:pt x="524" y="430"/>
                    </a:lnTo>
                    <a:lnTo>
                      <a:pt x="517" y="430"/>
                    </a:lnTo>
                    <a:lnTo>
                      <a:pt x="510" y="426"/>
                    </a:lnTo>
                    <a:lnTo>
                      <a:pt x="502" y="422"/>
                    </a:lnTo>
                    <a:lnTo>
                      <a:pt x="495" y="417"/>
                    </a:lnTo>
                    <a:lnTo>
                      <a:pt x="488" y="411"/>
                    </a:lnTo>
                    <a:lnTo>
                      <a:pt x="482" y="406"/>
                    </a:lnTo>
                    <a:lnTo>
                      <a:pt x="479" y="402"/>
                    </a:lnTo>
                    <a:lnTo>
                      <a:pt x="478" y="401"/>
                    </a:lnTo>
                    <a:lnTo>
                      <a:pt x="485" y="405"/>
                    </a:lnTo>
                    <a:lnTo>
                      <a:pt x="492" y="409"/>
                    </a:lnTo>
                    <a:lnTo>
                      <a:pt x="497" y="413"/>
                    </a:lnTo>
                    <a:lnTo>
                      <a:pt x="505" y="414"/>
                    </a:lnTo>
                    <a:lnTo>
                      <a:pt x="511" y="409"/>
                    </a:lnTo>
                    <a:lnTo>
                      <a:pt x="515" y="402"/>
                    </a:lnTo>
                    <a:lnTo>
                      <a:pt x="516" y="396"/>
                    </a:lnTo>
                    <a:lnTo>
                      <a:pt x="516" y="388"/>
                    </a:lnTo>
                    <a:lnTo>
                      <a:pt x="508" y="383"/>
                    </a:lnTo>
                    <a:lnTo>
                      <a:pt x="501" y="375"/>
                    </a:lnTo>
                    <a:lnTo>
                      <a:pt x="493" y="368"/>
                    </a:lnTo>
                    <a:lnTo>
                      <a:pt x="484" y="361"/>
                    </a:lnTo>
                    <a:lnTo>
                      <a:pt x="476" y="354"/>
                    </a:lnTo>
                    <a:lnTo>
                      <a:pt x="466" y="349"/>
                    </a:lnTo>
                    <a:lnTo>
                      <a:pt x="456" y="346"/>
                    </a:lnTo>
                    <a:lnTo>
                      <a:pt x="447" y="346"/>
                    </a:lnTo>
                    <a:lnTo>
                      <a:pt x="454" y="368"/>
                    </a:lnTo>
                    <a:lnTo>
                      <a:pt x="457" y="392"/>
                    </a:lnTo>
                    <a:lnTo>
                      <a:pt x="458" y="416"/>
                    </a:lnTo>
                    <a:lnTo>
                      <a:pt x="461" y="440"/>
                    </a:lnTo>
                    <a:lnTo>
                      <a:pt x="463" y="464"/>
                    </a:lnTo>
                    <a:lnTo>
                      <a:pt x="469" y="487"/>
                    </a:lnTo>
                    <a:lnTo>
                      <a:pt x="480" y="509"/>
                    </a:lnTo>
                    <a:lnTo>
                      <a:pt x="496" y="529"/>
                    </a:lnTo>
                    <a:lnTo>
                      <a:pt x="510" y="544"/>
                    </a:lnTo>
                    <a:lnTo>
                      <a:pt x="524" y="560"/>
                    </a:lnTo>
                    <a:lnTo>
                      <a:pt x="539" y="575"/>
                    </a:lnTo>
                    <a:lnTo>
                      <a:pt x="556" y="589"/>
                    </a:lnTo>
                    <a:lnTo>
                      <a:pt x="573" y="600"/>
                    </a:lnTo>
                    <a:lnTo>
                      <a:pt x="592" y="608"/>
                    </a:lnTo>
                    <a:lnTo>
                      <a:pt x="611" y="612"/>
                    </a:lnTo>
                    <a:lnTo>
                      <a:pt x="633" y="611"/>
                    </a:lnTo>
                    <a:lnTo>
                      <a:pt x="637" y="607"/>
                    </a:lnTo>
                    <a:lnTo>
                      <a:pt x="641" y="604"/>
                    </a:lnTo>
                    <a:lnTo>
                      <a:pt x="646" y="602"/>
                    </a:lnTo>
                    <a:lnTo>
                      <a:pt x="649" y="598"/>
                    </a:lnTo>
                    <a:lnTo>
                      <a:pt x="645" y="593"/>
                    </a:lnTo>
                    <a:lnTo>
                      <a:pt x="639" y="591"/>
                    </a:lnTo>
                    <a:lnTo>
                      <a:pt x="634" y="589"/>
                    </a:lnTo>
                    <a:lnTo>
                      <a:pt x="633" y="583"/>
                    </a:lnTo>
                    <a:lnTo>
                      <a:pt x="640" y="578"/>
                    </a:lnTo>
                    <a:lnTo>
                      <a:pt x="647" y="576"/>
                    </a:lnTo>
                    <a:lnTo>
                      <a:pt x="656" y="575"/>
                    </a:lnTo>
                    <a:lnTo>
                      <a:pt x="664" y="577"/>
                    </a:lnTo>
                    <a:lnTo>
                      <a:pt x="671" y="584"/>
                    </a:lnTo>
                    <a:lnTo>
                      <a:pt x="675" y="592"/>
                    </a:lnTo>
                    <a:lnTo>
                      <a:pt x="676" y="600"/>
                    </a:lnTo>
                    <a:lnTo>
                      <a:pt x="675" y="608"/>
                    </a:lnTo>
                    <a:lnTo>
                      <a:pt x="674" y="619"/>
                    </a:lnTo>
                    <a:lnTo>
                      <a:pt x="668" y="628"/>
                    </a:lnTo>
                    <a:lnTo>
                      <a:pt x="657" y="636"/>
                    </a:lnTo>
                    <a:lnTo>
                      <a:pt x="645" y="643"/>
                    </a:lnTo>
                    <a:lnTo>
                      <a:pt x="630" y="644"/>
                    </a:lnTo>
                    <a:lnTo>
                      <a:pt x="616" y="643"/>
                    </a:lnTo>
                    <a:lnTo>
                      <a:pt x="602" y="641"/>
                    </a:lnTo>
                    <a:lnTo>
                      <a:pt x="590" y="637"/>
                    </a:lnTo>
                    <a:lnTo>
                      <a:pt x="577" y="631"/>
                    </a:lnTo>
                    <a:lnTo>
                      <a:pt x="565" y="627"/>
                    </a:lnTo>
                    <a:lnTo>
                      <a:pt x="556" y="620"/>
                    </a:lnTo>
                    <a:lnTo>
                      <a:pt x="547" y="614"/>
                    </a:lnTo>
                    <a:lnTo>
                      <a:pt x="554" y="636"/>
                    </a:lnTo>
                    <a:lnTo>
                      <a:pt x="562" y="658"/>
                    </a:lnTo>
                    <a:lnTo>
                      <a:pt x="571" y="679"/>
                    </a:lnTo>
                    <a:lnTo>
                      <a:pt x="581" y="701"/>
                    </a:lnTo>
                    <a:lnTo>
                      <a:pt x="593" y="721"/>
                    </a:lnTo>
                    <a:lnTo>
                      <a:pt x="605" y="743"/>
                    </a:lnTo>
                    <a:lnTo>
                      <a:pt x="617" y="764"/>
                    </a:lnTo>
                    <a:lnTo>
                      <a:pt x="631" y="784"/>
                    </a:lnTo>
                    <a:lnTo>
                      <a:pt x="615" y="8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7" name="Freeform 98"/>
              <p:cNvSpPr>
                <a:spLocks/>
              </p:cNvSpPr>
              <p:nvPr/>
            </p:nvSpPr>
            <p:spPr bwMode="auto">
              <a:xfrm>
                <a:off x="3350" y="2622"/>
                <a:ext cx="130" cy="250"/>
              </a:xfrm>
              <a:custGeom>
                <a:avLst/>
                <a:gdLst>
                  <a:gd name="T0" fmla="*/ 124 w 260"/>
                  <a:gd name="T1" fmla="*/ 76 h 501"/>
                  <a:gd name="T2" fmla="*/ 130 w 260"/>
                  <a:gd name="T3" fmla="*/ 123 h 501"/>
                  <a:gd name="T4" fmla="*/ 124 w 260"/>
                  <a:gd name="T5" fmla="*/ 169 h 501"/>
                  <a:gd name="T6" fmla="*/ 106 w 260"/>
                  <a:gd name="T7" fmla="*/ 212 h 501"/>
                  <a:gd name="T8" fmla="*/ 87 w 260"/>
                  <a:gd name="T9" fmla="*/ 235 h 501"/>
                  <a:gd name="T10" fmla="*/ 72 w 260"/>
                  <a:gd name="T11" fmla="*/ 243 h 501"/>
                  <a:gd name="T12" fmla="*/ 55 w 260"/>
                  <a:gd name="T13" fmla="*/ 249 h 501"/>
                  <a:gd name="T14" fmla="*/ 43 w 260"/>
                  <a:gd name="T15" fmla="*/ 250 h 501"/>
                  <a:gd name="T16" fmla="*/ 43 w 260"/>
                  <a:gd name="T17" fmla="*/ 246 h 501"/>
                  <a:gd name="T18" fmla="*/ 54 w 260"/>
                  <a:gd name="T19" fmla="*/ 237 h 501"/>
                  <a:gd name="T20" fmla="*/ 70 w 260"/>
                  <a:gd name="T21" fmla="*/ 226 h 501"/>
                  <a:gd name="T22" fmla="*/ 83 w 260"/>
                  <a:gd name="T23" fmla="*/ 215 h 501"/>
                  <a:gd name="T24" fmla="*/ 94 w 260"/>
                  <a:gd name="T25" fmla="*/ 194 h 501"/>
                  <a:gd name="T26" fmla="*/ 102 w 260"/>
                  <a:gd name="T27" fmla="*/ 159 h 501"/>
                  <a:gd name="T28" fmla="*/ 106 w 260"/>
                  <a:gd name="T29" fmla="*/ 123 h 501"/>
                  <a:gd name="T30" fmla="*/ 103 w 260"/>
                  <a:gd name="T31" fmla="*/ 87 h 501"/>
                  <a:gd name="T32" fmla="*/ 98 w 260"/>
                  <a:gd name="T33" fmla="*/ 65 h 501"/>
                  <a:gd name="T34" fmla="*/ 95 w 260"/>
                  <a:gd name="T35" fmla="*/ 55 h 501"/>
                  <a:gd name="T36" fmla="*/ 90 w 260"/>
                  <a:gd name="T37" fmla="*/ 46 h 501"/>
                  <a:gd name="T38" fmla="*/ 84 w 260"/>
                  <a:gd name="T39" fmla="*/ 39 h 501"/>
                  <a:gd name="T40" fmla="*/ 70 w 260"/>
                  <a:gd name="T41" fmla="*/ 26 h 501"/>
                  <a:gd name="T42" fmla="*/ 43 w 260"/>
                  <a:gd name="T43" fmla="*/ 16 h 501"/>
                  <a:gd name="T44" fmla="*/ 18 w 260"/>
                  <a:gd name="T45" fmla="*/ 12 h 501"/>
                  <a:gd name="T46" fmla="*/ 2 w 260"/>
                  <a:gd name="T47" fmla="*/ 12 h 501"/>
                  <a:gd name="T48" fmla="*/ 8 w 260"/>
                  <a:gd name="T49" fmla="*/ 6 h 501"/>
                  <a:gd name="T50" fmla="*/ 26 w 260"/>
                  <a:gd name="T51" fmla="*/ 0 h 501"/>
                  <a:gd name="T52" fmla="*/ 46 w 260"/>
                  <a:gd name="T53" fmla="*/ 1 h 501"/>
                  <a:gd name="T54" fmla="*/ 65 w 260"/>
                  <a:gd name="T55" fmla="*/ 6 h 501"/>
                  <a:gd name="T56" fmla="*/ 80 w 260"/>
                  <a:gd name="T57" fmla="*/ 14 h 501"/>
                  <a:gd name="T58" fmla="*/ 92 w 260"/>
                  <a:gd name="T59" fmla="*/ 23 h 501"/>
                  <a:gd name="T60" fmla="*/ 103 w 260"/>
                  <a:gd name="T61" fmla="*/ 36 h 501"/>
                  <a:gd name="T62" fmla="*/ 112 w 260"/>
                  <a:gd name="T63" fmla="*/ 48 h 50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0"/>
                  <a:gd name="T97" fmla="*/ 0 h 501"/>
                  <a:gd name="T98" fmla="*/ 260 w 260"/>
                  <a:gd name="T99" fmla="*/ 501 h 50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0" h="501">
                    <a:moveTo>
                      <a:pt x="232" y="111"/>
                    </a:moveTo>
                    <a:lnTo>
                      <a:pt x="248" y="153"/>
                    </a:lnTo>
                    <a:lnTo>
                      <a:pt x="257" y="198"/>
                    </a:lnTo>
                    <a:lnTo>
                      <a:pt x="260" y="246"/>
                    </a:lnTo>
                    <a:lnTo>
                      <a:pt x="258" y="293"/>
                    </a:lnTo>
                    <a:lnTo>
                      <a:pt x="249" y="339"/>
                    </a:lnTo>
                    <a:lnTo>
                      <a:pt x="234" y="384"/>
                    </a:lnTo>
                    <a:lnTo>
                      <a:pt x="213" y="424"/>
                    </a:lnTo>
                    <a:lnTo>
                      <a:pt x="186" y="461"/>
                    </a:lnTo>
                    <a:lnTo>
                      <a:pt x="175" y="470"/>
                    </a:lnTo>
                    <a:lnTo>
                      <a:pt x="160" y="478"/>
                    </a:lnTo>
                    <a:lnTo>
                      <a:pt x="144" y="486"/>
                    </a:lnTo>
                    <a:lnTo>
                      <a:pt x="127" y="493"/>
                    </a:lnTo>
                    <a:lnTo>
                      <a:pt x="111" y="498"/>
                    </a:lnTo>
                    <a:lnTo>
                      <a:pt x="97" y="501"/>
                    </a:lnTo>
                    <a:lnTo>
                      <a:pt x="87" y="501"/>
                    </a:lnTo>
                    <a:lnTo>
                      <a:pt x="82" y="499"/>
                    </a:lnTo>
                    <a:lnTo>
                      <a:pt x="87" y="493"/>
                    </a:lnTo>
                    <a:lnTo>
                      <a:pt x="96" y="485"/>
                    </a:lnTo>
                    <a:lnTo>
                      <a:pt x="108" y="475"/>
                    </a:lnTo>
                    <a:lnTo>
                      <a:pt x="123" y="464"/>
                    </a:lnTo>
                    <a:lnTo>
                      <a:pt x="140" y="453"/>
                    </a:lnTo>
                    <a:lnTo>
                      <a:pt x="154" y="441"/>
                    </a:lnTo>
                    <a:lnTo>
                      <a:pt x="167" y="430"/>
                    </a:lnTo>
                    <a:lnTo>
                      <a:pt x="175" y="421"/>
                    </a:lnTo>
                    <a:lnTo>
                      <a:pt x="188" y="388"/>
                    </a:lnTo>
                    <a:lnTo>
                      <a:pt x="198" y="355"/>
                    </a:lnTo>
                    <a:lnTo>
                      <a:pt x="205" y="319"/>
                    </a:lnTo>
                    <a:lnTo>
                      <a:pt x="210" y="284"/>
                    </a:lnTo>
                    <a:lnTo>
                      <a:pt x="212" y="247"/>
                    </a:lnTo>
                    <a:lnTo>
                      <a:pt x="210" y="210"/>
                    </a:lnTo>
                    <a:lnTo>
                      <a:pt x="206" y="174"/>
                    </a:lnTo>
                    <a:lnTo>
                      <a:pt x="198" y="140"/>
                    </a:lnTo>
                    <a:lnTo>
                      <a:pt x="196" y="130"/>
                    </a:lnTo>
                    <a:lnTo>
                      <a:pt x="194" y="120"/>
                    </a:lnTo>
                    <a:lnTo>
                      <a:pt x="190" y="111"/>
                    </a:lnTo>
                    <a:lnTo>
                      <a:pt x="186" y="103"/>
                    </a:lnTo>
                    <a:lnTo>
                      <a:pt x="181" y="93"/>
                    </a:lnTo>
                    <a:lnTo>
                      <a:pt x="175" y="85"/>
                    </a:lnTo>
                    <a:lnTo>
                      <a:pt x="169" y="78"/>
                    </a:lnTo>
                    <a:lnTo>
                      <a:pt x="163" y="70"/>
                    </a:lnTo>
                    <a:lnTo>
                      <a:pt x="140" y="53"/>
                    </a:lnTo>
                    <a:lnTo>
                      <a:pt x="114" y="40"/>
                    </a:lnTo>
                    <a:lnTo>
                      <a:pt x="87" y="32"/>
                    </a:lnTo>
                    <a:lnTo>
                      <a:pt x="61" y="27"/>
                    </a:lnTo>
                    <a:lnTo>
                      <a:pt x="37" y="24"/>
                    </a:lnTo>
                    <a:lnTo>
                      <a:pt x="17" y="24"/>
                    </a:lnTo>
                    <a:lnTo>
                      <a:pt x="5" y="24"/>
                    </a:lnTo>
                    <a:lnTo>
                      <a:pt x="0" y="24"/>
                    </a:lnTo>
                    <a:lnTo>
                      <a:pt x="16" y="13"/>
                    </a:lnTo>
                    <a:lnTo>
                      <a:pt x="34" y="6"/>
                    </a:lnTo>
                    <a:lnTo>
                      <a:pt x="53" y="1"/>
                    </a:lnTo>
                    <a:lnTo>
                      <a:pt x="73" y="0"/>
                    </a:lnTo>
                    <a:lnTo>
                      <a:pt x="92" y="2"/>
                    </a:lnTo>
                    <a:lnTo>
                      <a:pt x="112" y="6"/>
                    </a:lnTo>
                    <a:lnTo>
                      <a:pt x="130" y="12"/>
                    </a:lnTo>
                    <a:lnTo>
                      <a:pt x="148" y="19"/>
                    </a:lnTo>
                    <a:lnTo>
                      <a:pt x="160" y="28"/>
                    </a:lnTo>
                    <a:lnTo>
                      <a:pt x="173" y="37"/>
                    </a:lnTo>
                    <a:lnTo>
                      <a:pt x="184" y="47"/>
                    </a:lnTo>
                    <a:lnTo>
                      <a:pt x="196" y="59"/>
                    </a:lnTo>
                    <a:lnTo>
                      <a:pt x="206" y="72"/>
                    </a:lnTo>
                    <a:lnTo>
                      <a:pt x="216" y="84"/>
                    </a:lnTo>
                    <a:lnTo>
                      <a:pt x="225" y="97"/>
                    </a:lnTo>
                    <a:lnTo>
                      <a:pt x="232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8" name="Freeform 99"/>
              <p:cNvSpPr>
                <a:spLocks/>
              </p:cNvSpPr>
              <p:nvPr/>
            </p:nvSpPr>
            <p:spPr bwMode="auto">
              <a:xfrm>
                <a:off x="2585" y="2651"/>
                <a:ext cx="321" cy="350"/>
              </a:xfrm>
              <a:custGeom>
                <a:avLst/>
                <a:gdLst>
                  <a:gd name="T0" fmla="*/ 321 w 641"/>
                  <a:gd name="T1" fmla="*/ 2 h 699"/>
                  <a:gd name="T2" fmla="*/ 321 w 641"/>
                  <a:gd name="T3" fmla="*/ 54 h 699"/>
                  <a:gd name="T4" fmla="*/ 321 w 641"/>
                  <a:gd name="T5" fmla="*/ 167 h 699"/>
                  <a:gd name="T6" fmla="*/ 319 w 641"/>
                  <a:gd name="T7" fmla="*/ 282 h 699"/>
                  <a:gd name="T8" fmla="*/ 315 w 641"/>
                  <a:gd name="T9" fmla="*/ 334 h 699"/>
                  <a:gd name="T10" fmla="*/ 312 w 641"/>
                  <a:gd name="T11" fmla="*/ 334 h 699"/>
                  <a:gd name="T12" fmla="*/ 304 w 641"/>
                  <a:gd name="T13" fmla="*/ 335 h 699"/>
                  <a:gd name="T14" fmla="*/ 292 w 641"/>
                  <a:gd name="T15" fmla="*/ 336 h 699"/>
                  <a:gd name="T16" fmla="*/ 275 w 641"/>
                  <a:gd name="T17" fmla="*/ 337 h 699"/>
                  <a:gd name="T18" fmla="*/ 256 w 641"/>
                  <a:gd name="T19" fmla="*/ 338 h 699"/>
                  <a:gd name="T20" fmla="*/ 233 w 641"/>
                  <a:gd name="T21" fmla="*/ 339 h 699"/>
                  <a:gd name="T22" fmla="*/ 210 w 641"/>
                  <a:gd name="T23" fmla="*/ 341 h 699"/>
                  <a:gd name="T24" fmla="*/ 184 w 641"/>
                  <a:gd name="T25" fmla="*/ 342 h 699"/>
                  <a:gd name="T26" fmla="*/ 159 w 641"/>
                  <a:gd name="T27" fmla="*/ 344 h 699"/>
                  <a:gd name="T28" fmla="*/ 133 w 641"/>
                  <a:gd name="T29" fmla="*/ 345 h 699"/>
                  <a:gd name="T30" fmla="*/ 108 w 641"/>
                  <a:gd name="T31" fmla="*/ 347 h 699"/>
                  <a:gd name="T32" fmla="*/ 85 w 641"/>
                  <a:gd name="T33" fmla="*/ 348 h 699"/>
                  <a:gd name="T34" fmla="*/ 64 w 641"/>
                  <a:gd name="T35" fmla="*/ 349 h 699"/>
                  <a:gd name="T36" fmla="*/ 44 w 641"/>
                  <a:gd name="T37" fmla="*/ 349 h 699"/>
                  <a:gd name="T38" fmla="*/ 29 w 641"/>
                  <a:gd name="T39" fmla="*/ 350 h 699"/>
                  <a:gd name="T40" fmla="*/ 17 w 641"/>
                  <a:gd name="T41" fmla="*/ 350 h 699"/>
                  <a:gd name="T42" fmla="*/ 0 w 641"/>
                  <a:gd name="T43" fmla="*/ 0 h 699"/>
                  <a:gd name="T44" fmla="*/ 321 w 641"/>
                  <a:gd name="T45" fmla="*/ 2 h 69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41"/>
                  <a:gd name="T70" fmla="*/ 0 h 699"/>
                  <a:gd name="T71" fmla="*/ 641 w 641"/>
                  <a:gd name="T72" fmla="*/ 699 h 69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41" h="699">
                    <a:moveTo>
                      <a:pt x="641" y="3"/>
                    </a:moveTo>
                    <a:lnTo>
                      <a:pt x="641" y="107"/>
                    </a:lnTo>
                    <a:lnTo>
                      <a:pt x="641" y="334"/>
                    </a:lnTo>
                    <a:lnTo>
                      <a:pt x="638" y="563"/>
                    </a:lnTo>
                    <a:lnTo>
                      <a:pt x="629" y="668"/>
                    </a:lnTo>
                    <a:lnTo>
                      <a:pt x="623" y="668"/>
                    </a:lnTo>
                    <a:lnTo>
                      <a:pt x="607" y="669"/>
                    </a:lnTo>
                    <a:lnTo>
                      <a:pt x="583" y="672"/>
                    </a:lnTo>
                    <a:lnTo>
                      <a:pt x="549" y="673"/>
                    </a:lnTo>
                    <a:lnTo>
                      <a:pt x="511" y="676"/>
                    </a:lnTo>
                    <a:lnTo>
                      <a:pt x="466" y="678"/>
                    </a:lnTo>
                    <a:lnTo>
                      <a:pt x="419" y="682"/>
                    </a:lnTo>
                    <a:lnTo>
                      <a:pt x="368" y="684"/>
                    </a:lnTo>
                    <a:lnTo>
                      <a:pt x="318" y="688"/>
                    </a:lnTo>
                    <a:lnTo>
                      <a:pt x="266" y="690"/>
                    </a:lnTo>
                    <a:lnTo>
                      <a:pt x="216" y="693"/>
                    </a:lnTo>
                    <a:lnTo>
                      <a:pt x="169" y="696"/>
                    </a:lnTo>
                    <a:lnTo>
                      <a:pt x="127" y="697"/>
                    </a:lnTo>
                    <a:lnTo>
                      <a:pt x="88" y="698"/>
                    </a:lnTo>
                    <a:lnTo>
                      <a:pt x="57" y="699"/>
                    </a:lnTo>
                    <a:lnTo>
                      <a:pt x="34" y="699"/>
                    </a:lnTo>
                    <a:lnTo>
                      <a:pt x="0" y="0"/>
                    </a:lnTo>
                    <a:lnTo>
                      <a:pt x="64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09" name="Freeform 100"/>
              <p:cNvSpPr>
                <a:spLocks/>
              </p:cNvSpPr>
              <p:nvPr/>
            </p:nvSpPr>
            <p:spPr bwMode="auto">
              <a:xfrm>
                <a:off x="3295" y="2647"/>
                <a:ext cx="117" cy="218"/>
              </a:xfrm>
              <a:custGeom>
                <a:avLst/>
                <a:gdLst>
                  <a:gd name="T0" fmla="*/ 69 w 233"/>
                  <a:gd name="T1" fmla="*/ 90 h 434"/>
                  <a:gd name="T2" fmla="*/ 61 w 233"/>
                  <a:gd name="T3" fmla="*/ 114 h 434"/>
                  <a:gd name="T4" fmla="*/ 46 w 233"/>
                  <a:gd name="T5" fmla="*/ 134 h 434"/>
                  <a:gd name="T6" fmla="*/ 37 w 233"/>
                  <a:gd name="T7" fmla="*/ 138 h 434"/>
                  <a:gd name="T8" fmla="*/ 26 w 233"/>
                  <a:gd name="T9" fmla="*/ 138 h 434"/>
                  <a:gd name="T10" fmla="*/ 18 w 233"/>
                  <a:gd name="T11" fmla="*/ 140 h 434"/>
                  <a:gd name="T12" fmla="*/ 26 w 233"/>
                  <a:gd name="T13" fmla="*/ 146 h 434"/>
                  <a:gd name="T14" fmla="*/ 36 w 233"/>
                  <a:gd name="T15" fmla="*/ 150 h 434"/>
                  <a:gd name="T16" fmla="*/ 49 w 233"/>
                  <a:gd name="T17" fmla="*/ 149 h 434"/>
                  <a:gd name="T18" fmla="*/ 64 w 233"/>
                  <a:gd name="T19" fmla="*/ 148 h 434"/>
                  <a:gd name="T20" fmla="*/ 73 w 233"/>
                  <a:gd name="T21" fmla="*/ 151 h 434"/>
                  <a:gd name="T22" fmla="*/ 70 w 233"/>
                  <a:gd name="T23" fmla="*/ 172 h 434"/>
                  <a:gd name="T24" fmla="*/ 56 w 233"/>
                  <a:gd name="T25" fmla="*/ 190 h 434"/>
                  <a:gd name="T26" fmla="*/ 50 w 233"/>
                  <a:gd name="T27" fmla="*/ 201 h 434"/>
                  <a:gd name="T28" fmla="*/ 65 w 233"/>
                  <a:gd name="T29" fmla="*/ 201 h 434"/>
                  <a:gd name="T30" fmla="*/ 79 w 233"/>
                  <a:gd name="T31" fmla="*/ 195 h 434"/>
                  <a:gd name="T32" fmla="*/ 90 w 233"/>
                  <a:gd name="T33" fmla="*/ 187 h 434"/>
                  <a:gd name="T34" fmla="*/ 100 w 233"/>
                  <a:gd name="T35" fmla="*/ 175 h 434"/>
                  <a:gd name="T36" fmla="*/ 112 w 233"/>
                  <a:gd name="T37" fmla="*/ 165 h 434"/>
                  <a:gd name="T38" fmla="*/ 117 w 233"/>
                  <a:gd name="T39" fmla="*/ 180 h 434"/>
                  <a:gd name="T40" fmla="*/ 104 w 233"/>
                  <a:gd name="T41" fmla="*/ 199 h 434"/>
                  <a:gd name="T42" fmla="*/ 81 w 233"/>
                  <a:gd name="T43" fmla="*/ 212 h 434"/>
                  <a:gd name="T44" fmla="*/ 55 w 233"/>
                  <a:gd name="T45" fmla="*/ 218 h 434"/>
                  <a:gd name="T46" fmla="*/ 43 w 233"/>
                  <a:gd name="T47" fmla="*/ 213 h 434"/>
                  <a:gd name="T48" fmla="*/ 30 w 233"/>
                  <a:gd name="T49" fmla="*/ 206 h 434"/>
                  <a:gd name="T50" fmla="*/ 24 w 233"/>
                  <a:gd name="T51" fmla="*/ 197 h 434"/>
                  <a:gd name="T52" fmla="*/ 31 w 233"/>
                  <a:gd name="T53" fmla="*/ 194 h 434"/>
                  <a:gd name="T54" fmla="*/ 39 w 233"/>
                  <a:gd name="T55" fmla="*/ 193 h 434"/>
                  <a:gd name="T56" fmla="*/ 52 w 233"/>
                  <a:gd name="T57" fmla="*/ 180 h 434"/>
                  <a:gd name="T58" fmla="*/ 52 w 233"/>
                  <a:gd name="T59" fmla="*/ 168 h 434"/>
                  <a:gd name="T60" fmla="*/ 34 w 233"/>
                  <a:gd name="T61" fmla="*/ 165 h 434"/>
                  <a:gd name="T62" fmla="*/ 17 w 233"/>
                  <a:gd name="T63" fmla="*/ 156 h 434"/>
                  <a:gd name="T64" fmla="*/ 1 w 233"/>
                  <a:gd name="T65" fmla="*/ 131 h 434"/>
                  <a:gd name="T66" fmla="*/ 7 w 233"/>
                  <a:gd name="T67" fmla="*/ 110 h 434"/>
                  <a:gd name="T68" fmla="*/ 11 w 233"/>
                  <a:gd name="T69" fmla="*/ 120 h 434"/>
                  <a:gd name="T70" fmla="*/ 17 w 233"/>
                  <a:gd name="T71" fmla="*/ 129 h 434"/>
                  <a:gd name="T72" fmla="*/ 27 w 233"/>
                  <a:gd name="T73" fmla="*/ 129 h 434"/>
                  <a:gd name="T74" fmla="*/ 34 w 233"/>
                  <a:gd name="T75" fmla="*/ 129 h 434"/>
                  <a:gd name="T76" fmla="*/ 41 w 233"/>
                  <a:gd name="T77" fmla="*/ 125 h 434"/>
                  <a:gd name="T78" fmla="*/ 44 w 233"/>
                  <a:gd name="T79" fmla="*/ 75 h 434"/>
                  <a:gd name="T80" fmla="*/ 33 w 233"/>
                  <a:gd name="T81" fmla="*/ 26 h 434"/>
                  <a:gd name="T82" fmla="*/ 59 w 233"/>
                  <a:gd name="T83" fmla="*/ 8 h 434"/>
                  <a:gd name="T84" fmla="*/ 67 w 233"/>
                  <a:gd name="T85" fmla="*/ 74 h 4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3"/>
                  <a:gd name="T130" fmla="*/ 0 h 434"/>
                  <a:gd name="T131" fmla="*/ 233 w 233"/>
                  <a:gd name="T132" fmla="*/ 434 h 43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3" h="434">
                    <a:moveTo>
                      <a:pt x="133" y="147"/>
                    </a:moveTo>
                    <a:lnTo>
                      <a:pt x="137" y="164"/>
                    </a:lnTo>
                    <a:lnTo>
                      <a:pt x="137" y="180"/>
                    </a:lnTo>
                    <a:lnTo>
                      <a:pt x="135" y="196"/>
                    </a:lnTo>
                    <a:lnTo>
                      <a:pt x="130" y="211"/>
                    </a:lnTo>
                    <a:lnTo>
                      <a:pt x="122" y="226"/>
                    </a:lnTo>
                    <a:lnTo>
                      <a:pt x="114" y="240"/>
                    </a:lnTo>
                    <a:lnTo>
                      <a:pt x="104" y="253"/>
                    </a:lnTo>
                    <a:lnTo>
                      <a:pt x="92" y="266"/>
                    </a:lnTo>
                    <a:lnTo>
                      <a:pt x="86" y="270"/>
                    </a:lnTo>
                    <a:lnTo>
                      <a:pt x="79" y="272"/>
                    </a:lnTo>
                    <a:lnTo>
                      <a:pt x="74" y="274"/>
                    </a:lnTo>
                    <a:lnTo>
                      <a:pt x="67" y="275"/>
                    </a:lnTo>
                    <a:lnTo>
                      <a:pt x="60" y="275"/>
                    </a:lnTo>
                    <a:lnTo>
                      <a:pt x="52" y="275"/>
                    </a:lnTo>
                    <a:lnTo>
                      <a:pt x="41" y="275"/>
                    </a:lnTo>
                    <a:lnTo>
                      <a:pt x="31" y="273"/>
                    </a:lnTo>
                    <a:lnTo>
                      <a:pt x="36" y="279"/>
                    </a:lnTo>
                    <a:lnTo>
                      <a:pt x="40" y="283"/>
                    </a:lnTo>
                    <a:lnTo>
                      <a:pt x="46" y="288"/>
                    </a:lnTo>
                    <a:lnTo>
                      <a:pt x="52" y="291"/>
                    </a:lnTo>
                    <a:lnTo>
                      <a:pt x="59" y="295"/>
                    </a:lnTo>
                    <a:lnTo>
                      <a:pt x="66" y="297"/>
                    </a:lnTo>
                    <a:lnTo>
                      <a:pt x="72" y="298"/>
                    </a:lnTo>
                    <a:lnTo>
                      <a:pt x="79" y="300"/>
                    </a:lnTo>
                    <a:lnTo>
                      <a:pt x="87" y="298"/>
                    </a:lnTo>
                    <a:lnTo>
                      <a:pt x="97" y="296"/>
                    </a:lnTo>
                    <a:lnTo>
                      <a:pt x="107" y="295"/>
                    </a:lnTo>
                    <a:lnTo>
                      <a:pt x="117" y="295"/>
                    </a:lnTo>
                    <a:lnTo>
                      <a:pt x="128" y="295"/>
                    </a:lnTo>
                    <a:lnTo>
                      <a:pt x="136" y="295"/>
                    </a:lnTo>
                    <a:lnTo>
                      <a:pt x="143" y="297"/>
                    </a:lnTo>
                    <a:lnTo>
                      <a:pt x="146" y="300"/>
                    </a:lnTo>
                    <a:lnTo>
                      <a:pt x="146" y="316"/>
                    </a:lnTo>
                    <a:lnTo>
                      <a:pt x="144" y="329"/>
                    </a:lnTo>
                    <a:lnTo>
                      <a:pt x="139" y="343"/>
                    </a:lnTo>
                    <a:lnTo>
                      <a:pt x="131" y="356"/>
                    </a:lnTo>
                    <a:lnTo>
                      <a:pt x="122" y="369"/>
                    </a:lnTo>
                    <a:lnTo>
                      <a:pt x="112" y="379"/>
                    </a:lnTo>
                    <a:lnTo>
                      <a:pt x="101" y="388"/>
                    </a:lnTo>
                    <a:lnTo>
                      <a:pt x="90" y="396"/>
                    </a:lnTo>
                    <a:lnTo>
                      <a:pt x="99" y="400"/>
                    </a:lnTo>
                    <a:lnTo>
                      <a:pt x="109" y="401"/>
                    </a:lnTo>
                    <a:lnTo>
                      <a:pt x="120" y="401"/>
                    </a:lnTo>
                    <a:lnTo>
                      <a:pt x="129" y="400"/>
                    </a:lnTo>
                    <a:lnTo>
                      <a:pt x="139" y="397"/>
                    </a:lnTo>
                    <a:lnTo>
                      <a:pt x="148" y="394"/>
                    </a:lnTo>
                    <a:lnTo>
                      <a:pt x="158" y="389"/>
                    </a:lnTo>
                    <a:lnTo>
                      <a:pt x="166" y="385"/>
                    </a:lnTo>
                    <a:lnTo>
                      <a:pt x="174" y="379"/>
                    </a:lnTo>
                    <a:lnTo>
                      <a:pt x="180" y="372"/>
                    </a:lnTo>
                    <a:lnTo>
                      <a:pt x="186" y="364"/>
                    </a:lnTo>
                    <a:lnTo>
                      <a:pt x="192" y="356"/>
                    </a:lnTo>
                    <a:lnTo>
                      <a:pt x="199" y="348"/>
                    </a:lnTo>
                    <a:lnTo>
                      <a:pt x="206" y="340"/>
                    </a:lnTo>
                    <a:lnTo>
                      <a:pt x="214" y="334"/>
                    </a:lnTo>
                    <a:lnTo>
                      <a:pt x="224" y="329"/>
                    </a:lnTo>
                    <a:lnTo>
                      <a:pt x="229" y="339"/>
                    </a:lnTo>
                    <a:lnTo>
                      <a:pt x="233" y="349"/>
                    </a:lnTo>
                    <a:lnTo>
                      <a:pt x="233" y="358"/>
                    </a:lnTo>
                    <a:lnTo>
                      <a:pt x="230" y="369"/>
                    </a:lnTo>
                    <a:lnTo>
                      <a:pt x="220" y="385"/>
                    </a:lnTo>
                    <a:lnTo>
                      <a:pt x="207" y="397"/>
                    </a:lnTo>
                    <a:lnTo>
                      <a:pt x="193" y="408"/>
                    </a:lnTo>
                    <a:lnTo>
                      <a:pt x="178" y="416"/>
                    </a:lnTo>
                    <a:lnTo>
                      <a:pt x="161" y="423"/>
                    </a:lnTo>
                    <a:lnTo>
                      <a:pt x="144" y="427"/>
                    </a:lnTo>
                    <a:lnTo>
                      <a:pt x="127" y="431"/>
                    </a:lnTo>
                    <a:lnTo>
                      <a:pt x="109" y="434"/>
                    </a:lnTo>
                    <a:lnTo>
                      <a:pt x="101" y="431"/>
                    </a:lnTo>
                    <a:lnTo>
                      <a:pt x="93" y="427"/>
                    </a:lnTo>
                    <a:lnTo>
                      <a:pt x="85" y="424"/>
                    </a:lnTo>
                    <a:lnTo>
                      <a:pt x="76" y="420"/>
                    </a:lnTo>
                    <a:lnTo>
                      <a:pt x="68" y="417"/>
                    </a:lnTo>
                    <a:lnTo>
                      <a:pt x="60" y="411"/>
                    </a:lnTo>
                    <a:lnTo>
                      <a:pt x="53" y="406"/>
                    </a:lnTo>
                    <a:lnTo>
                      <a:pt x="46" y="397"/>
                    </a:lnTo>
                    <a:lnTo>
                      <a:pt x="48" y="393"/>
                    </a:lnTo>
                    <a:lnTo>
                      <a:pt x="52" y="391"/>
                    </a:lnTo>
                    <a:lnTo>
                      <a:pt x="56" y="388"/>
                    </a:lnTo>
                    <a:lnTo>
                      <a:pt x="61" y="387"/>
                    </a:lnTo>
                    <a:lnTo>
                      <a:pt x="67" y="386"/>
                    </a:lnTo>
                    <a:lnTo>
                      <a:pt x="72" y="385"/>
                    </a:lnTo>
                    <a:lnTo>
                      <a:pt x="77" y="384"/>
                    </a:lnTo>
                    <a:lnTo>
                      <a:pt x="82" y="381"/>
                    </a:lnTo>
                    <a:lnTo>
                      <a:pt x="93" y="370"/>
                    </a:lnTo>
                    <a:lnTo>
                      <a:pt x="104" y="358"/>
                    </a:lnTo>
                    <a:lnTo>
                      <a:pt x="112" y="346"/>
                    </a:lnTo>
                    <a:lnTo>
                      <a:pt x="115" y="332"/>
                    </a:lnTo>
                    <a:lnTo>
                      <a:pt x="104" y="335"/>
                    </a:lnTo>
                    <a:lnTo>
                      <a:pt x="91" y="335"/>
                    </a:lnTo>
                    <a:lnTo>
                      <a:pt x="79" y="334"/>
                    </a:lnTo>
                    <a:lnTo>
                      <a:pt x="68" y="329"/>
                    </a:lnTo>
                    <a:lnTo>
                      <a:pt x="56" y="325"/>
                    </a:lnTo>
                    <a:lnTo>
                      <a:pt x="45" y="318"/>
                    </a:lnTo>
                    <a:lnTo>
                      <a:pt x="34" y="310"/>
                    </a:lnTo>
                    <a:lnTo>
                      <a:pt x="24" y="301"/>
                    </a:lnTo>
                    <a:lnTo>
                      <a:pt x="10" y="282"/>
                    </a:lnTo>
                    <a:lnTo>
                      <a:pt x="2" y="260"/>
                    </a:lnTo>
                    <a:lnTo>
                      <a:pt x="0" y="237"/>
                    </a:lnTo>
                    <a:lnTo>
                      <a:pt x="6" y="215"/>
                    </a:lnTo>
                    <a:lnTo>
                      <a:pt x="13" y="218"/>
                    </a:lnTo>
                    <a:lnTo>
                      <a:pt x="16" y="223"/>
                    </a:lnTo>
                    <a:lnTo>
                      <a:pt x="18" y="230"/>
                    </a:lnTo>
                    <a:lnTo>
                      <a:pt x="21" y="238"/>
                    </a:lnTo>
                    <a:lnTo>
                      <a:pt x="23" y="245"/>
                    </a:lnTo>
                    <a:lnTo>
                      <a:pt x="28" y="252"/>
                    </a:lnTo>
                    <a:lnTo>
                      <a:pt x="33" y="256"/>
                    </a:lnTo>
                    <a:lnTo>
                      <a:pt x="44" y="257"/>
                    </a:lnTo>
                    <a:lnTo>
                      <a:pt x="48" y="257"/>
                    </a:lnTo>
                    <a:lnTo>
                      <a:pt x="53" y="257"/>
                    </a:lnTo>
                    <a:lnTo>
                      <a:pt x="57" y="257"/>
                    </a:lnTo>
                    <a:lnTo>
                      <a:pt x="63" y="257"/>
                    </a:lnTo>
                    <a:lnTo>
                      <a:pt x="68" y="256"/>
                    </a:lnTo>
                    <a:lnTo>
                      <a:pt x="74" y="253"/>
                    </a:lnTo>
                    <a:lnTo>
                      <a:pt x="78" y="251"/>
                    </a:lnTo>
                    <a:lnTo>
                      <a:pt x="82" y="248"/>
                    </a:lnTo>
                    <a:lnTo>
                      <a:pt x="97" y="215"/>
                    </a:lnTo>
                    <a:lnTo>
                      <a:pt x="97" y="182"/>
                    </a:lnTo>
                    <a:lnTo>
                      <a:pt x="87" y="149"/>
                    </a:lnTo>
                    <a:lnTo>
                      <a:pt x="75" y="114"/>
                    </a:lnTo>
                    <a:lnTo>
                      <a:pt x="66" y="82"/>
                    </a:lnTo>
                    <a:lnTo>
                      <a:pt x="66" y="51"/>
                    </a:lnTo>
                    <a:lnTo>
                      <a:pt x="79" y="23"/>
                    </a:lnTo>
                    <a:lnTo>
                      <a:pt x="115" y="0"/>
                    </a:lnTo>
                    <a:lnTo>
                      <a:pt x="117" y="16"/>
                    </a:lnTo>
                    <a:lnTo>
                      <a:pt x="122" y="56"/>
                    </a:lnTo>
                    <a:lnTo>
                      <a:pt x="128" y="105"/>
                    </a:lnTo>
                    <a:lnTo>
                      <a:pt x="133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0" name="Freeform 101"/>
              <p:cNvSpPr>
                <a:spLocks/>
              </p:cNvSpPr>
              <p:nvPr/>
            </p:nvSpPr>
            <p:spPr bwMode="auto">
              <a:xfrm>
                <a:off x="2603" y="2661"/>
                <a:ext cx="289" cy="328"/>
              </a:xfrm>
              <a:custGeom>
                <a:avLst/>
                <a:gdLst>
                  <a:gd name="T0" fmla="*/ 284 w 578"/>
                  <a:gd name="T1" fmla="*/ 312 h 654"/>
                  <a:gd name="T2" fmla="*/ 273 w 578"/>
                  <a:gd name="T3" fmla="*/ 313 h 654"/>
                  <a:gd name="T4" fmla="*/ 259 w 578"/>
                  <a:gd name="T5" fmla="*/ 313 h 654"/>
                  <a:gd name="T6" fmla="*/ 240 w 578"/>
                  <a:gd name="T7" fmla="*/ 315 h 654"/>
                  <a:gd name="T8" fmla="*/ 220 w 578"/>
                  <a:gd name="T9" fmla="*/ 316 h 654"/>
                  <a:gd name="T10" fmla="*/ 199 w 578"/>
                  <a:gd name="T11" fmla="*/ 317 h 654"/>
                  <a:gd name="T12" fmla="*/ 176 w 578"/>
                  <a:gd name="T13" fmla="*/ 319 h 654"/>
                  <a:gd name="T14" fmla="*/ 152 w 578"/>
                  <a:gd name="T15" fmla="*/ 320 h 654"/>
                  <a:gd name="T16" fmla="*/ 129 w 578"/>
                  <a:gd name="T17" fmla="*/ 321 h 654"/>
                  <a:gd name="T18" fmla="*/ 106 w 578"/>
                  <a:gd name="T19" fmla="*/ 323 h 654"/>
                  <a:gd name="T20" fmla="*/ 84 w 578"/>
                  <a:gd name="T21" fmla="*/ 324 h 654"/>
                  <a:gd name="T22" fmla="*/ 65 w 578"/>
                  <a:gd name="T23" fmla="*/ 325 h 654"/>
                  <a:gd name="T24" fmla="*/ 47 w 578"/>
                  <a:gd name="T25" fmla="*/ 326 h 654"/>
                  <a:gd name="T26" fmla="*/ 32 w 578"/>
                  <a:gd name="T27" fmla="*/ 327 h 654"/>
                  <a:gd name="T28" fmla="*/ 21 w 578"/>
                  <a:gd name="T29" fmla="*/ 327 h 654"/>
                  <a:gd name="T30" fmla="*/ 13 w 578"/>
                  <a:gd name="T31" fmla="*/ 328 h 654"/>
                  <a:gd name="T32" fmla="*/ 11 w 578"/>
                  <a:gd name="T33" fmla="*/ 328 h 654"/>
                  <a:gd name="T34" fmla="*/ 0 w 578"/>
                  <a:gd name="T35" fmla="*/ 0 h 654"/>
                  <a:gd name="T36" fmla="*/ 289 w 578"/>
                  <a:gd name="T37" fmla="*/ 4 h 654"/>
                  <a:gd name="T38" fmla="*/ 284 w 578"/>
                  <a:gd name="T39" fmla="*/ 312 h 6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78"/>
                  <a:gd name="T61" fmla="*/ 0 h 654"/>
                  <a:gd name="T62" fmla="*/ 578 w 578"/>
                  <a:gd name="T63" fmla="*/ 654 h 65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78" h="654">
                    <a:moveTo>
                      <a:pt x="568" y="622"/>
                    </a:moveTo>
                    <a:lnTo>
                      <a:pt x="545" y="624"/>
                    </a:lnTo>
                    <a:lnTo>
                      <a:pt x="517" y="625"/>
                    </a:lnTo>
                    <a:lnTo>
                      <a:pt x="481" y="629"/>
                    </a:lnTo>
                    <a:lnTo>
                      <a:pt x="441" y="631"/>
                    </a:lnTo>
                    <a:lnTo>
                      <a:pt x="398" y="633"/>
                    </a:lnTo>
                    <a:lnTo>
                      <a:pt x="352" y="636"/>
                    </a:lnTo>
                    <a:lnTo>
                      <a:pt x="305" y="639"/>
                    </a:lnTo>
                    <a:lnTo>
                      <a:pt x="258" y="641"/>
                    </a:lnTo>
                    <a:lnTo>
                      <a:pt x="213" y="644"/>
                    </a:lnTo>
                    <a:lnTo>
                      <a:pt x="169" y="646"/>
                    </a:lnTo>
                    <a:lnTo>
                      <a:pt x="129" y="648"/>
                    </a:lnTo>
                    <a:lnTo>
                      <a:pt x="94" y="651"/>
                    </a:lnTo>
                    <a:lnTo>
                      <a:pt x="64" y="652"/>
                    </a:lnTo>
                    <a:lnTo>
                      <a:pt x="42" y="653"/>
                    </a:lnTo>
                    <a:lnTo>
                      <a:pt x="27" y="654"/>
                    </a:lnTo>
                    <a:lnTo>
                      <a:pt x="23" y="654"/>
                    </a:lnTo>
                    <a:lnTo>
                      <a:pt x="0" y="0"/>
                    </a:lnTo>
                    <a:lnTo>
                      <a:pt x="578" y="8"/>
                    </a:lnTo>
                    <a:lnTo>
                      <a:pt x="568" y="622"/>
                    </a:lnTo>
                    <a:close/>
                  </a:path>
                </a:pathLst>
              </a:custGeom>
              <a:solidFill>
                <a:srgbClr val="26AD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1" name="Freeform 102"/>
              <p:cNvSpPr>
                <a:spLocks/>
              </p:cNvSpPr>
              <p:nvPr/>
            </p:nvSpPr>
            <p:spPr bwMode="auto">
              <a:xfrm>
                <a:off x="2561" y="3027"/>
                <a:ext cx="378" cy="112"/>
              </a:xfrm>
              <a:custGeom>
                <a:avLst/>
                <a:gdLst>
                  <a:gd name="T0" fmla="*/ 377 w 756"/>
                  <a:gd name="T1" fmla="*/ 3 h 226"/>
                  <a:gd name="T2" fmla="*/ 371 w 756"/>
                  <a:gd name="T3" fmla="*/ 7 h 226"/>
                  <a:gd name="T4" fmla="*/ 358 w 756"/>
                  <a:gd name="T5" fmla="*/ 13 h 226"/>
                  <a:gd name="T6" fmla="*/ 341 w 756"/>
                  <a:gd name="T7" fmla="*/ 21 h 226"/>
                  <a:gd name="T8" fmla="*/ 322 w 756"/>
                  <a:gd name="T9" fmla="*/ 29 h 226"/>
                  <a:gd name="T10" fmla="*/ 301 w 756"/>
                  <a:gd name="T11" fmla="*/ 37 h 226"/>
                  <a:gd name="T12" fmla="*/ 280 w 756"/>
                  <a:gd name="T13" fmla="*/ 43 h 226"/>
                  <a:gd name="T14" fmla="*/ 260 w 756"/>
                  <a:gd name="T15" fmla="*/ 46 h 226"/>
                  <a:gd name="T16" fmla="*/ 243 w 756"/>
                  <a:gd name="T17" fmla="*/ 63 h 226"/>
                  <a:gd name="T18" fmla="*/ 237 w 756"/>
                  <a:gd name="T19" fmla="*/ 104 h 226"/>
                  <a:gd name="T20" fmla="*/ 229 w 756"/>
                  <a:gd name="T21" fmla="*/ 102 h 226"/>
                  <a:gd name="T22" fmla="*/ 226 w 756"/>
                  <a:gd name="T23" fmla="*/ 75 h 226"/>
                  <a:gd name="T24" fmla="*/ 230 w 756"/>
                  <a:gd name="T25" fmla="*/ 57 h 226"/>
                  <a:gd name="T26" fmla="*/ 233 w 756"/>
                  <a:gd name="T27" fmla="*/ 50 h 226"/>
                  <a:gd name="T28" fmla="*/ 238 w 756"/>
                  <a:gd name="T29" fmla="*/ 45 h 226"/>
                  <a:gd name="T30" fmla="*/ 244 w 756"/>
                  <a:gd name="T31" fmla="*/ 40 h 226"/>
                  <a:gd name="T32" fmla="*/ 252 w 756"/>
                  <a:gd name="T33" fmla="*/ 38 h 226"/>
                  <a:gd name="T34" fmla="*/ 271 w 756"/>
                  <a:gd name="T35" fmla="*/ 34 h 226"/>
                  <a:gd name="T36" fmla="*/ 295 w 756"/>
                  <a:gd name="T37" fmla="*/ 27 h 226"/>
                  <a:gd name="T38" fmla="*/ 318 w 756"/>
                  <a:gd name="T39" fmla="*/ 19 h 226"/>
                  <a:gd name="T40" fmla="*/ 318 w 756"/>
                  <a:gd name="T41" fmla="*/ 16 h 226"/>
                  <a:gd name="T42" fmla="*/ 287 w 756"/>
                  <a:gd name="T43" fmla="*/ 17 h 226"/>
                  <a:gd name="T44" fmla="*/ 241 w 756"/>
                  <a:gd name="T45" fmla="*/ 20 h 226"/>
                  <a:gd name="T46" fmla="*/ 188 w 756"/>
                  <a:gd name="T47" fmla="*/ 23 h 226"/>
                  <a:gd name="T48" fmla="*/ 132 w 756"/>
                  <a:gd name="T49" fmla="*/ 28 h 226"/>
                  <a:gd name="T50" fmla="*/ 80 w 756"/>
                  <a:gd name="T51" fmla="*/ 32 h 226"/>
                  <a:gd name="T52" fmla="*/ 36 w 756"/>
                  <a:gd name="T53" fmla="*/ 35 h 226"/>
                  <a:gd name="T54" fmla="*/ 7 w 756"/>
                  <a:gd name="T55" fmla="*/ 37 h 226"/>
                  <a:gd name="T56" fmla="*/ 1 w 756"/>
                  <a:gd name="T57" fmla="*/ 34 h 226"/>
                  <a:gd name="T58" fmla="*/ 3 w 756"/>
                  <a:gd name="T59" fmla="*/ 29 h 226"/>
                  <a:gd name="T60" fmla="*/ 6 w 756"/>
                  <a:gd name="T61" fmla="*/ 25 h 226"/>
                  <a:gd name="T62" fmla="*/ 18 w 756"/>
                  <a:gd name="T63" fmla="*/ 25 h 226"/>
                  <a:gd name="T64" fmla="*/ 36 w 756"/>
                  <a:gd name="T65" fmla="*/ 23 h 226"/>
                  <a:gd name="T66" fmla="*/ 57 w 756"/>
                  <a:gd name="T67" fmla="*/ 21 h 226"/>
                  <a:gd name="T68" fmla="*/ 84 w 756"/>
                  <a:gd name="T69" fmla="*/ 18 h 226"/>
                  <a:gd name="T70" fmla="*/ 112 w 756"/>
                  <a:gd name="T71" fmla="*/ 15 h 226"/>
                  <a:gd name="T72" fmla="*/ 144 w 756"/>
                  <a:gd name="T73" fmla="*/ 13 h 226"/>
                  <a:gd name="T74" fmla="*/ 177 w 756"/>
                  <a:gd name="T75" fmla="*/ 10 h 226"/>
                  <a:gd name="T76" fmla="*/ 210 w 756"/>
                  <a:gd name="T77" fmla="*/ 7 h 226"/>
                  <a:gd name="T78" fmla="*/ 242 w 756"/>
                  <a:gd name="T79" fmla="*/ 5 h 226"/>
                  <a:gd name="T80" fmla="*/ 274 w 756"/>
                  <a:gd name="T81" fmla="*/ 3 h 226"/>
                  <a:gd name="T82" fmla="*/ 303 w 756"/>
                  <a:gd name="T83" fmla="*/ 2 h 226"/>
                  <a:gd name="T84" fmla="*/ 328 w 756"/>
                  <a:gd name="T85" fmla="*/ 0 h 226"/>
                  <a:gd name="T86" fmla="*/ 349 w 756"/>
                  <a:gd name="T87" fmla="*/ 0 h 226"/>
                  <a:gd name="T88" fmla="*/ 366 w 756"/>
                  <a:gd name="T89" fmla="*/ 0 h 226"/>
                  <a:gd name="T90" fmla="*/ 376 w 756"/>
                  <a:gd name="T91" fmla="*/ 2 h 22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56"/>
                  <a:gd name="T139" fmla="*/ 0 h 226"/>
                  <a:gd name="T140" fmla="*/ 756 w 756"/>
                  <a:gd name="T141" fmla="*/ 226 h 22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56" h="226">
                    <a:moveTo>
                      <a:pt x="756" y="6"/>
                    </a:moveTo>
                    <a:lnTo>
                      <a:pt x="754" y="7"/>
                    </a:lnTo>
                    <a:lnTo>
                      <a:pt x="749" y="9"/>
                    </a:lnTo>
                    <a:lnTo>
                      <a:pt x="741" y="14"/>
                    </a:lnTo>
                    <a:lnTo>
                      <a:pt x="729" y="20"/>
                    </a:lnTo>
                    <a:lnTo>
                      <a:pt x="716" y="27"/>
                    </a:lnTo>
                    <a:lnTo>
                      <a:pt x="700" y="35"/>
                    </a:lnTo>
                    <a:lnTo>
                      <a:pt x="682" y="43"/>
                    </a:lnTo>
                    <a:lnTo>
                      <a:pt x="664" y="51"/>
                    </a:lnTo>
                    <a:lnTo>
                      <a:pt x="643" y="59"/>
                    </a:lnTo>
                    <a:lnTo>
                      <a:pt x="622" y="67"/>
                    </a:lnTo>
                    <a:lnTo>
                      <a:pt x="602" y="74"/>
                    </a:lnTo>
                    <a:lnTo>
                      <a:pt x="580" y="81"/>
                    </a:lnTo>
                    <a:lnTo>
                      <a:pt x="559" y="86"/>
                    </a:lnTo>
                    <a:lnTo>
                      <a:pt x="538" y="90"/>
                    </a:lnTo>
                    <a:lnTo>
                      <a:pt x="519" y="92"/>
                    </a:lnTo>
                    <a:lnTo>
                      <a:pt x="500" y="92"/>
                    </a:lnTo>
                    <a:lnTo>
                      <a:pt x="486" y="128"/>
                    </a:lnTo>
                    <a:lnTo>
                      <a:pt x="478" y="173"/>
                    </a:lnTo>
                    <a:lnTo>
                      <a:pt x="475" y="210"/>
                    </a:lnTo>
                    <a:lnTo>
                      <a:pt x="475" y="226"/>
                    </a:lnTo>
                    <a:lnTo>
                      <a:pt x="458" y="206"/>
                    </a:lnTo>
                    <a:lnTo>
                      <a:pt x="452" y="180"/>
                    </a:lnTo>
                    <a:lnTo>
                      <a:pt x="453" y="151"/>
                    </a:lnTo>
                    <a:lnTo>
                      <a:pt x="458" y="123"/>
                    </a:lnTo>
                    <a:lnTo>
                      <a:pt x="460" y="116"/>
                    </a:lnTo>
                    <a:lnTo>
                      <a:pt x="463" y="108"/>
                    </a:lnTo>
                    <a:lnTo>
                      <a:pt x="467" y="101"/>
                    </a:lnTo>
                    <a:lnTo>
                      <a:pt x="470" y="96"/>
                    </a:lnTo>
                    <a:lnTo>
                      <a:pt x="476" y="90"/>
                    </a:lnTo>
                    <a:lnTo>
                      <a:pt x="482" y="84"/>
                    </a:lnTo>
                    <a:lnTo>
                      <a:pt x="488" y="81"/>
                    </a:lnTo>
                    <a:lnTo>
                      <a:pt x="496" y="77"/>
                    </a:lnTo>
                    <a:lnTo>
                      <a:pt x="505" y="77"/>
                    </a:lnTo>
                    <a:lnTo>
                      <a:pt x="520" y="75"/>
                    </a:lnTo>
                    <a:lnTo>
                      <a:pt x="541" y="69"/>
                    </a:lnTo>
                    <a:lnTo>
                      <a:pt x="565" y="62"/>
                    </a:lnTo>
                    <a:lnTo>
                      <a:pt x="590" y="54"/>
                    </a:lnTo>
                    <a:lnTo>
                      <a:pt x="614" y="46"/>
                    </a:lnTo>
                    <a:lnTo>
                      <a:pt x="636" y="38"/>
                    </a:lnTo>
                    <a:lnTo>
                      <a:pt x="653" y="33"/>
                    </a:lnTo>
                    <a:lnTo>
                      <a:pt x="636" y="32"/>
                    </a:lnTo>
                    <a:lnTo>
                      <a:pt x="609" y="33"/>
                    </a:lnTo>
                    <a:lnTo>
                      <a:pt x="574" y="35"/>
                    </a:lnTo>
                    <a:lnTo>
                      <a:pt x="531" y="37"/>
                    </a:lnTo>
                    <a:lnTo>
                      <a:pt x="483" y="40"/>
                    </a:lnTo>
                    <a:lnTo>
                      <a:pt x="431" y="44"/>
                    </a:lnTo>
                    <a:lnTo>
                      <a:pt x="376" y="47"/>
                    </a:lnTo>
                    <a:lnTo>
                      <a:pt x="321" y="52"/>
                    </a:lnTo>
                    <a:lnTo>
                      <a:pt x="264" y="57"/>
                    </a:lnTo>
                    <a:lnTo>
                      <a:pt x="210" y="60"/>
                    </a:lnTo>
                    <a:lnTo>
                      <a:pt x="159" y="65"/>
                    </a:lnTo>
                    <a:lnTo>
                      <a:pt x="113" y="68"/>
                    </a:lnTo>
                    <a:lnTo>
                      <a:pt x="72" y="71"/>
                    </a:lnTo>
                    <a:lnTo>
                      <a:pt x="40" y="73"/>
                    </a:lnTo>
                    <a:lnTo>
                      <a:pt x="14" y="75"/>
                    </a:lnTo>
                    <a:lnTo>
                      <a:pt x="0" y="75"/>
                    </a:lnTo>
                    <a:lnTo>
                      <a:pt x="2" y="69"/>
                    </a:lnTo>
                    <a:lnTo>
                      <a:pt x="4" y="63"/>
                    </a:lnTo>
                    <a:lnTo>
                      <a:pt x="6" y="59"/>
                    </a:lnTo>
                    <a:lnTo>
                      <a:pt x="7" y="52"/>
                    </a:lnTo>
                    <a:lnTo>
                      <a:pt x="13" y="51"/>
                    </a:lnTo>
                    <a:lnTo>
                      <a:pt x="23" y="51"/>
                    </a:lnTo>
                    <a:lnTo>
                      <a:pt x="36" y="50"/>
                    </a:lnTo>
                    <a:lnTo>
                      <a:pt x="52" y="47"/>
                    </a:lnTo>
                    <a:lnTo>
                      <a:pt x="71" y="46"/>
                    </a:lnTo>
                    <a:lnTo>
                      <a:pt x="91" y="44"/>
                    </a:lnTo>
                    <a:lnTo>
                      <a:pt x="114" y="42"/>
                    </a:lnTo>
                    <a:lnTo>
                      <a:pt x="140" y="39"/>
                    </a:lnTo>
                    <a:lnTo>
                      <a:pt x="167" y="37"/>
                    </a:lnTo>
                    <a:lnTo>
                      <a:pt x="195" y="35"/>
                    </a:lnTo>
                    <a:lnTo>
                      <a:pt x="225" y="31"/>
                    </a:lnTo>
                    <a:lnTo>
                      <a:pt x="256" y="29"/>
                    </a:lnTo>
                    <a:lnTo>
                      <a:pt x="288" y="27"/>
                    </a:lnTo>
                    <a:lnTo>
                      <a:pt x="321" y="23"/>
                    </a:lnTo>
                    <a:lnTo>
                      <a:pt x="354" y="21"/>
                    </a:lnTo>
                    <a:lnTo>
                      <a:pt x="387" y="18"/>
                    </a:lnTo>
                    <a:lnTo>
                      <a:pt x="420" y="15"/>
                    </a:lnTo>
                    <a:lnTo>
                      <a:pt x="453" y="13"/>
                    </a:lnTo>
                    <a:lnTo>
                      <a:pt x="485" y="10"/>
                    </a:lnTo>
                    <a:lnTo>
                      <a:pt x="516" y="8"/>
                    </a:lnTo>
                    <a:lnTo>
                      <a:pt x="548" y="7"/>
                    </a:lnTo>
                    <a:lnTo>
                      <a:pt x="576" y="5"/>
                    </a:lnTo>
                    <a:lnTo>
                      <a:pt x="605" y="4"/>
                    </a:lnTo>
                    <a:lnTo>
                      <a:pt x="632" y="2"/>
                    </a:lnTo>
                    <a:lnTo>
                      <a:pt x="656" y="1"/>
                    </a:lnTo>
                    <a:lnTo>
                      <a:pt x="678" y="1"/>
                    </a:lnTo>
                    <a:lnTo>
                      <a:pt x="698" y="0"/>
                    </a:lnTo>
                    <a:lnTo>
                      <a:pt x="716" y="1"/>
                    </a:lnTo>
                    <a:lnTo>
                      <a:pt x="731" y="1"/>
                    </a:lnTo>
                    <a:lnTo>
                      <a:pt x="742" y="2"/>
                    </a:lnTo>
                    <a:lnTo>
                      <a:pt x="751" y="4"/>
                    </a:lnTo>
                    <a:lnTo>
                      <a:pt x="756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2" name="Freeform 103"/>
              <p:cNvSpPr>
                <a:spLocks/>
              </p:cNvSpPr>
              <p:nvPr/>
            </p:nvSpPr>
            <p:spPr bwMode="auto">
              <a:xfrm>
                <a:off x="2437" y="3085"/>
                <a:ext cx="496" cy="113"/>
              </a:xfrm>
              <a:custGeom>
                <a:avLst/>
                <a:gdLst>
                  <a:gd name="T0" fmla="*/ 145 w 991"/>
                  <a:gd name="T1" fmla="*/ 111 h 225"/>
                  <a:gd name="T2" fmla="*/ 118 w 991"/>
                  <a:gd name="T3" fmla="*/ 105 h 225"/>
                  <a:gd name="T4" fmla="*/ 78 w 991"/>
                  <a:gd name="T5" fmla="*/ 95 h 225"/>
                  <a:gd name="T6" fmla="*/ 38 w 991"/>
                  <a:gd name="T7" fmla="*/ 85 h 225"/>
                  <a:gd name="T8" fmla="*/ 9 w 991"/>
                  <a:gd name="T9" fmla="*/ 76 h 225"/>
                  <a:gd name="T10" fmla="*/ 1 w 991"/>
                  <a:gd name="T11" fmla="*/ 70 h 225"/>
                  <a:gd name="T12" fmla="*/ 7 w 991"/>
                  <a:gd name="T13" fmla="*/ 64 h 225"/>
                  <a:gd name="T14" fmla="*/ 168 w 991"/>
                  <a:gd name="T15" fmla="*/ 35 h 225"/>
                  <a:gd name="T16" fmla="*/ 164 w 991"/>
                  <a:gd name="T17" fmla="*/ 12 h 225"/>
                  <a:gd name="T18" fmla="*/ 153 w 991"/>
                  <a:gd name="T19" fmla="*/ 13 h 225"/>
                  <a:gd name="T20" fmla="*/ 129 w 991"/>
                  <a:gd name="T21" fmla="*/ 16 h 225"/>
                  <a:gd name="T22" fmla="*/ 98 w 991"/>
                  <a:gd name="T23" fmla="*/ 18 h 225"/>
                  <a:gd name="T24" fmla="*/ 70 w 991"/>
                  <a:gd name="T25" fmla="*/ 21 h 225"/>
                  <a:gd name="T26" fmla="*/ 52 w 991"/>
                  <a:gd name="T27" fmla="*/ 23 h 225"/>
                  <a:gd name="T28" fmla="*/ 49 w 991"/>
                  <a:gd name="T29" fmla="*/ 20 h 225"/>
                  <a:gd name="T30" fmla="*/ 57 w 991"/>
                  <a:gd name="T31" fmla="*/ 16 h 225"/>
                  <a:gd name="T32" fmla="*/ 80 w 991"/>
                  <a:gd name="T33" fmla="*/ 12 h 225"/>
                  <a:gd name="T34" fmla="*/ 103 w 991"/>
                  <a:gd name="T35" fmla="*/ 9 h 225"/>
                  <a:gd name="T36" fmla="*/ 126 w 991"/>
                  <a:gd name="T37" fmla="*/ 6 h 225"/>
                  <a:gd name="T38" fmla="*/ 149 w 991"/>
                  <a:gd name="T39" fmla="*/ 3 h 225"/>
                  <a:gd name="T40" fmla="*/ 172 w 991"/>
                  <a:gd name="T41" fmla="*/ 0 h 225"/>
                  <a:gd name="T42" fmla="*/ 183 w 991"/>
                  <a:gd name="T43" fmla="*/ 23 h 225"/>
                  <a:gd name="T44" fmla="*/ 184 w 991"/>
                  <a:gd name="T45" fmla="*/ 48 h 225"/>
                  <a:gd name="T46" fmla="*/ 164 w 991"/>
                  <a:gd name="T47" fmla="*/ 66 h 225"/>
                  <a:gd name="T48" fmla="*/ 146 w 991"/>
                  <a:gd name="T49" fmla="*/ 58 h 225"/>
                  <a:gd name="T50" fmla="*/ 123 w 991"/>
                  <a:gd name="T51" fmla="*/ 60 h 225"/>
                  <a:gd name="T52" fmla="*/ 99 w 991"/>
                  <a:gd name="T53" fmla="*/ 63 h 225"/>
                  <a:gd name="T54" fmla="*/ 76 w 991"/>
                  <a:gd name="T55" fmla="*/ 67 h 225"/>
                  <a:gd name="T56" fmla="*/ 53 w 991"/>
                  <a:gd name="T57" fmla="*/ 71 h 225"/>
                  <a:gd name="T58" fmla="*/ 45 w 991"/>
                  <a:gd name="T59" fmla="*/ 75 h 225"/>
                  <a:gd name="T60" fmla="*/ 67 w 991"/>
                  <a:gd name="T61" fmla="*/ 80 h 225"/>
                  <a:gd name="T62" fmla="*/ 88 w 991"/>
                  <a:gd name="T63" fmla="*/ 85 h 225"/>
                  <a:gd name="T64" fmla="*/ 110 w 991"/>
                  <a:gd name="T65" fmla="*/ 90 h 225"/>
                  <a:gd name="T66" fmla="*/ 132 w 991"/>
                  <a:gd name="T67" fmla="*/ 95 h 225"/>
                  <a:gd name="T68" fmla="*/ 154 w 991"/>
                  <a:gd name="T69" fmla="*/ 100 h 225"/>
                  <a:gd name="T70" fmla="*/ 176 w 991"/>
                  <a:gd name="T71" fmla="*/ 96 h 225"/>
                  <a:gd name="T72" fmla="*/ 232 w 991"/>
                  <a:gd name="T73" fmla="*/ 88 h 225"/>
                  <a:gd name="T74" fmla="*/ 305 w 991"/>
                  <a:gd name="T75" fmla="*/ 76 h 225"/>
                  <a:gd name="T76" fmla="*/ 378 w 991"/>
                  <a:gd name="T77" fmla="*/ 65 h 225"/>
                  <a:gd name="T78" fmla="*/ 434 w 991"/>
                  <a:gd name="T79" fmla="*/ 55 h 225"/>
                  <a:gd name="T80" fmla="*/ 372 w 991"/>
                  <a:gd name="T81" fmla="*/ 42 h 225"/>
                  <a:gd name="T82" fmla="*/ 376 w 991"/>
                  <a:gd name="T83" fmla="*/ 34 h 2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1"/>
                  <a:gd name="T127" fmla="*/ 0 h 225"/>
                  <a:gd name="T128" fmla="*/ 991 w 991"/>
                  <a:gd name="T129" fmla="*/ 225 h 2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1" h="225">
                    <a:moveTo>
                      <a:pt x="301" y="225"/>
                    </a:moveTo>
                    <a:lnTo>
                      <a:pt x="298" y="224"/>
                    </a:lnTo>
                    <a:lnTo>
                      <a:pt x="289" y="222"/>
                    </a:lnTo>
                    <a:lnTo>
                      <a:pt x="275" y="218"/>
                    </a:lnTo>
                    <a:lnTo>
                      <a:pt x="256" y="215"/>
                    </a:lnTo>
                    <a:lnTo>
                      <a:pt x="235" y="209"/>
                    </a:lnTo>
                    <a:lnTo>
                      <a:pt x="209" y="204"/>
                    </a:lnTo>
                    <a:lnTo>
                      <a:pt x="183" y="197"/>
                    </a:lnTo>
                    <a:lnTo>
                      <a:pt x="156" y="190"/>
                    </a:lnTo>
                    <a:lnTo>
                      <a:pt x="129" y="183"/>
                    </a:lnTo>
                    <a:lnTo>
                      <a:pt x="101" y="176"/>
                    </a:lnTo>
                    <a:lnTo>
                      <a:pt x="76" y="169"/>
                    </a:lnTo>
                    <a:lnTo>
                      <a:pt x="53" y="162"/>
                    </a:lnTo>
                    <a:lnTo>
                      <a:pt x="33" y="156"/>
                    </a:lnTo>
                    <a:lnTo>
                      <a:pt x="17" y="151"/>
                    </a:lnTo>
                    <a:lnTo>
                      <a:pt x="5" y="147"/>
                    </a:lnTo>
                    <a:lnTo>
                      <a:pt x="0" y="144"/>
                    </a:lnTo>
                    <a:lnTo>
                      <a:pt x="2" y="139"/>
                    </a:lnTo>
                    <a:lnTo>
                      <a:pt x="5" y="136"/>
                    </a:lnTo>
                    <a:lnTo>
                      <a:pt x="10" y="132"/>
                    </a:lnTo>
                    <a:lnTo>
                      <a:pt x="13" y="127"/>
                    </a:lnTo>
                    <a:lnTo>
                      <a:pt x="330" y="85"/>
                    </a:lnTo>
                    <a:lnTo>
                      <a:pt x="333" y="85"/>
                    </a:lnTo>
                    <a:lnTo>
                      <a:pt x="335" y="70"/>
                    </a:lnTo>
                    <a:lnTo>
                      <a:pt x="336" y="54"/>
                    </a:lnTo>
                    <a:lnTo>
                      <a:pt x="334" y="38"/>
                    </a:lnTo>
                    <a:lnTo>
                      <a:pt x="327" y="24"/>
                    </a:lnTo>
                    <a:lnTo>
                      <a:pt x="324" y="24"/>
                    </a:lnTo>
                    <a:lnTo>
                      <a:pt x="318" y="25"/>
                    </a:lnTo>
                    <a:lnTo>
                      <a:pt x="306" y="26"/>
                    </a:lnTo>
                    <a:lnTo>
                      <a:pt x="292" y="27"/>
                    </a:lnTo>
                    <a:lnTo>
                      <a:pt x="276" y="28"/>
                    </a:lnTo>
                    <a:lnTo>
                      <a:pt x="258" y="31"/>
                    </a:lnTo>
                    <a:lnTo>
                      <a:pt x="237" y="33"/>
                    </a:lnTo>
                    <a:lnTo>
                      <a:pt x="216" y="34"/>
                    </a:lnTo>
                    <a:lnTo>
                      <a:pt x="195" y="36"/>
                    </a:lnTo>
                    <a:lnTo>
                      <a:pt x="175" y="39"/>
                    </a:lnTo>
                    <a:lnTo>
                      <a:pt x="156" y="41"/>
                    </a:lnTo>
                    <a:lnTo>
                      <a:pt x="139" y="42"/>
                    </a:lnTo>
                    <a:lnTo>
                      <a:pt x="124" y="43"/>
                    </a:lnTo>
                    <a:lnTo>
                      <a:pt x="111" y="45"/>
                    </a:lnTo>
                    <a:lnTo>
                      <a:pt x="103" y="46"/>
                    </a:lnTo>
                    <a:lnTo>
                      <a:pt x="100" y="46"/>
                    </a:lnTo>
                    <a:lnTo>
                      <a:pt x="98" y="43"/>
                    </a:lnTo>
                    <a:lnTo>
                      <a:pt x="98" y="40"/>
                    </a:lnTo>
                    <a:lnTo>
                      <a:pt x="98" y="36"/>
                    </a:lnTo>
                    <a:lnTo>
                      <a:pt x="98" y="33"/>
                    </a:lnTo>
                    <a:lnTo>
                      <a:pt x="113" y="31"/>
                    </a:lnTo>
                    <a:lnTo>
                      <a:pt x="128" y="27"/>
                    </a:lnTo>
                    <a:lnTo>
                      <a:pt x="144" y="25"/>
                    </a:lnTo>
                    <a:lnTo>
                      <a:pt x="159" y="24"/>
                    </a:lnTo>
                    <a:lnTo>
                      <a:pt x="174" y="21"/>
                    </a:lnTo>
                    <a:lnTo>
                      <a:pt x="189" y="19"/>
                    </a:lnTo>
                    <a:lnTo>
                      <a:pt x="205" y="17"/>
                    </a:lnTo>
                    <a:lnTo>
                      <a:pt x="220" y="16"/>
                    </a:lnTo>
                    <a:lnTo>
                      <a:pt x="235" y="13"/>
                    </a:lnTo>
                    <a:lnTo>
                      <a:pt x="251" y="12"/>
                    </a:lnTo>
                    <a:lnTo>
                      <a:pt x="266" y="10"/>
                    </a:lnTo>
                    <a:lnTo>
                      <a:pt x="282" y="8"/>
                    </a:lnTo>
                    <a:lnTo>
                      <a:pt x="297" y="6"/>
                    </a:lnTo>
                    <a:lnTo>
                      <a:pt x="312" y="4"/>
                    </a:lnTo>
                    <a:lnTo>
                      <a:pt x="328" y="2"/>
                    </a:lnTo>
                    <a:lnTo>
                      <a:pt x="343" y="0"/>
                    </a:lnTo>
                    <a:lnTo>
                      <a:pt x="353" y="13"/>
                    </a:lnTo>
                    <a:lnTo>
                      <a:pt x="360" y="28"/>
                    </a:lnTo>
                    <a:lnTo>
                      <a:pt x="365" y="46"/>
                    </a:lnTo>
                    <a:lnTo>
                      <a:pt x="368" y="62"/>
                    </a:lnTo>
                    <a:lnTo>
                      <a:pt x="372" y="79"/>
                    </a:lnTo>
                    <a:lnTo>
                      <a:pt x="368" y="96"/>
                    </a:lnTo>
                    <a:lnTo>
                      <a:pt x="360" y="112"/>
                    </a:lnTo>
                    <a:lnTo>
                      <a:pt x="352" y="127"/>
                    </a:lnTo>
                    <a:lnTo>
                      <a:pt x="327" y="131"/>
                    </a:lnTo>
                    <a:lnTo>
                      <a:pt x="324" y="112"/>
                    </a:lnTo>
                    <a:lnTo>
                      <a:pt x="308" y="114"/>
                    </a:lnTo>
                    <a:lnTo>
                      <a:pt x="292" y="115"/>
                    </a:lnTo>
                    <a:lnTo>
                      <a:pt x="276" y="116"/>
                    </a:lnTo>
                    <a:lnTo>
                      <a:pt x="261" y="118"/>
                    </a:lnTo>
                    <a:lnTo>
                      <a:pt x="245" y="119"/>
                    </a:lnTo>
                    <a:lnTo>
                      <a:pt x="229" y="122"/>
                    </a:lnTo>
                    <a:lnTo>
                      <a:pt x="214" y="124"/>
                    </a:lnTo>
                    <a:lnTo>
                      <a:pt x="198" y="126"/>
                    </a:lnTo>
                    <a:lnTo>
                      <a:pt x="183" y="129"/>
                    </a:lnTo>
                    <a:lnTo>
                      <a:pt x="168" y="131"/>
                    </a:lnTo>
                    <a:lnTo>
                      <a:pt x="152" y="134"/>
                    </a:lnTo>
                    <a:lnTo>
                      <a:pt x="137" y="137"/>
                    </a:lnTo>
                    <a:lnTo>
                      <a:pt x="121" y="139"/>
                    </a:lnTo>
                    <a:lnTo>
                      <a:pt x="106" y="141"/>
                    </a:lnTo>
                    <a:lnTo>
                      <a:pt x="89" y="144"/>
                    </a:lnTo>
                    <a:lnTo>
                      <a:pt x="75" y="146"/>
                    </a:lnTo>
                    <a:lnTo>
                      <a:pt x="89" y="149"/>
                    </a:lnTo>
                    <a:lnTo>
                      <a:pt x="103" y="153"/>
                    </a:lnTo>
                    <a:lnTo>
                      <a:pt x="118" y="155"/>
                    </a:lnTo>
                    <a:lnTo>
                      <a:pt x="133" y="159"/>
                    </a:lnTo>
                    <a:lnTo>
                      <a:pt x="147" y="162"/>
                    </a:lnTo>
                    <a:lnTo>
                      <a:pt x="162" y="167"/>
                    </a:lnTo>
                    <a:lnTo>
                      <a:pt x="176" y="170"/>
                    </a:lnTo>
                    <a:lnTo>
                      <a:pt x="191" y="174"/>
                    </a:lnTo>
                    <a:lnTo>
                      <a:pt x="205" y="177"/>
                    </a:lnTo>
                    <a:lnTo>
                      <a:pt x="220" y="180"/>
                    </a:lnTo>
                    <a:lnTo>
                      <a:pt x="233" y="184"/>
                    </a:lnTo>
                    <a:lnTo>
                      <a:pt x="248" y="187"/>
                    </a:lnTo>
                    <a:lnTo>
                      <a:pt x="263" y="190"/>
                    </a:lnTo>
                    <a:lnTo>
                      <a:pt x="277" y="193"/>
                    </a:lnTo>
                    <a:lnTo>
                      <a:pt x="292" y="197"/>
                    </a:lnTo>
                    <a:lnTo>
                      <a:pt x="307" y="199"/>
                    </a:lnTo>
                    <a:lnTo>
                      <a:pt x="313" y="198"/>
                    </a:lnTo>
                    <a:lnTo>
                      <a:pt x="328" y="195"/>
                    </a:lnTo>
                    <a:lnTo>
                      <a:pt x="352" y="192"/>
                    </a:lnTo>
                    <a:lnTo>
                      <a:pt x="383" y="187"/>
                    </a:lnTo>
                    <a:lnTo>
                      <a:pt x="421" y="182"/>
                    </a:lnTo>
                    <a:lnTo>
                      <a:pt x="464" y="175"/>
                    </a:lnTo>
                    <a:lnTo>
                      <a:pt x="511" y="168"/>
                    </a:lnTo>
                    <a:lnTo>
                      <a:pt x="559" y="160"/>
                    </a:lnTo>
                    <a:lnTo>
                      <a:pt x="610" y="152"/>
                    </a:lnTo>
                    <a:lnTo>
                      <a:pt x="660" y="145"/>
                    </a:lnTo>
                    <a:lnTo>
                      <a:pt x="709" y="137"/>
                    </a:lnTo>
                    <a:lnTo>
                      <a:pt x="755" y="129"/>
                    </a:lnTo>
                    <a:lnTo>
                      <a:pt x="799" y="122"/>
                    </a:lnTo>
                    <a:lnTo>
                      <a:pt x="836" y="116"/>
                    </a:lnTo>
                    <a:lnTo>
                      <a:pt x="868" y="110"/>
                    </a:lnTo>
                    <a:lnTo>
                      <a:pt x="892" y="106"/>
                    </a:lnTo>
                    <a:lnTo>
                      <a:pt x="744" y="87"/>
                    </a:lnTo>
                    <a:lnTo>
                      <a:pt x="743" y="84"/>
                    </a:lnTo>
                    <a:lnTo>
                      <a:pt x="745" y="78"/>
                    </a:lnTo>
                    <a:lnTo>
                      <a:pt x="748" y="72"/>
                    </a:lnTo>
                    <a:lnTo>
                      <a:pt x="752" y="68"/>
                    </a:lnTo>
                    <a:lnTo>
                      <a:pt x="991" y="106"/>
                    </a:lnTo>
                    <a:lnTo>
                      <a:pt x="301" y="2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3" name="Freeform 104"/>
              <p:cNvSpPr>
                <a:spLocks/>
              </p:cNvSpPr>
              <p:nvPr/>
            </p:nvSpPr>
            <p:spPr bwMode="auto">
              <a:xfrm>
                <a:off x="2794" y="3197"/>
                <a:ext cx="25" cy="63"/>
              </a:xfrm>
              <a:custGeom>
                <a:avLst/>
                <a:gdLst>
                  <a:gd name="T0" fmla="*/ 7 w 50"/>
                  <a:gd name="T1" fmla="*/ 1 h 126"/>
                  <a:gd name="T2" fmla="*/ 10 w 50"/>
                  <a:gd name="T3" fmla="*/ 8 h 126"/>
                  <a:gd name="T4" fmla="*/ 13 w 50"/>
                  <a:gd name="T5" fmla="*/ 16 h 126"/>
                  <a:gd name="T6" fmla="*/ 15 w 50"/>
                  <a:gd name="T7" fmla="*/ 23 h 126"/>
                  <a:gd name="T8" fmla="*/ 19 w 50"/>
                  <a:gd name="T9" fmla="*/ 30 h 126"/>
                  <a:gd name="T10" fmla="*/ 21 w 50"/>
                  <a:gd name="T11" fmla="*/ 37 h 126"/>
                  <a:gd name="T12" fmla="*/ 23 w 50"/>
                  <a:gd name="T13" fmla="*/ 45 h 126"/>
                  <a:gd name="T14" fmla="*/ 24 w 50"/>
                  <a:gd name="T15" fmla="*/ 52 h 126"/>
                  <a:gd name="T16" fmla="*/ 25 w 50"/>
                  <a:gd name="T17" fmla="*/ 60 h 126"/>
                  <a:gd name="T18" fmla="*/ 19 w 50"/>
                  <a:gd name="T19" fmla="*/ 63 h 126"/>
                  <a:gd name="T20" fmla="*/ 15 w 50"/>
                  <a:gd name="T21" fmla="*/ 56 h 126"/>
                  <a:gd name="T22" fmla="*/ 14 w 50"/>
                  <a:gd name="T23" fmla="*/ 48 h 126"/>
                  <a:gd name="T24" fmla="*/ 13 w 50"/>
                  <a:gd name="T25" fmla="*/ 41 h 126"/>
                  <a:gd name="T26" fmla="*/ 11 w 50"/>
                  <a:gd name="T27" fmla="*/ 33 h 126"/>
                  <a:gd name="T28" fmla="*/ 0 w 50"/>
                  <a:gd name="T29" fmla="*/ 4 h 126"/>
                  <a:gd name="T30" fmla="*/ 1 w 50"/>
                  <a:gd name="T31" fmla="*/ 2 h 126"/>
                  <a:gd name="T32" fmla="*/ 3 w 50"/>
                  <a:gd name="T33" fmla="*/ 1 h 126"/>
                  <a:gd name="T34" fmla="*/ 5 w 50"/>
                  <a:gd name="T35" fmla="*/ 0 h 126"/>
                  <a:gd name="T36" fmla="*/ 7 w 50"/>
                  <a:gd name="T37" fmla="*/ 1 h 1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0"/>
                  <a:gd name="T58" fmla="*/ 0 h 126"/>
                  <a:gd name="T59" fmla="*/ 50 w 50"/>
                  <a:gd name="T60" fmla="*/ 126 h 1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0" h="126">
                    <a:moveTo>
                      <a:pt x="15" y="2"/>
                    </a:moveTo>
                    <a:lnTo>
                      <a:pt x="20" y="16"/>
                    </a:lnTo>
                    <a:lnTo>
                      <a:pt x="26" y="31"/>
                    </a:lnTo>
                    <a:lnTo>
                      <a:pt x="31" y="45"/>
                    </a:lnTo>
                    <a:lnTo>
                      <a:pt x="37" y="59"/>
                    </a:lnTo>
                    <a:lnTo>
                      <a:pt x="41" y="74"/>
                    </a:lnTo>
                    <a:lnTo>
                      <a:pt x="45" y="89"/>
                    </a:lnTo>
                    <a:lnTo>
                      <a:pt x="48" y="104"/>
                    </a:lnTo>
                    <a:lnTo>
                      <a:pt x="50" y="120"/>
                    </a:lnTo>
                    <a:lnTo>
                      <a:pt x="38" y="126"/>
                    </a:lnTo>
                    <a:lnTo>
                      <a:pt x="31" y="112"/>
                    </a:lnTo>
                    <a:lnTo>
                      <a:pt x="29" y="96"/>
                    </a:lnTo>
                    <a:lnTo>
                      <a:pt x="26" y="81"/>
                    </a:lnTo>
                    <a:lnTo>
                      <a:pt x="22" y="66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5" y="1"/>
                    </a:lnTo>
                    <a:lnTo>
                      <a:pt x="10" y="0"/>
                    </a:ln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4" name="Freeform 105"/>
              <p:cNvSpPr>
                <a:spLocks/>
              </p:cNvSpPr>
              <p:nvPr/>
            </p:nvSpPr>
            <p:spPr bwMode="auto">
              <a:xfrm>
                <a:off x="2772" y="3198"/>
                <a:ext cx="28" cy="55"/>
              </a:xfrm>
              <a:custGeom>
                <a:avLst/>
                <a:gdLst>
                  <a:gd name="T0" fmla="*/ 7 w 56"/>
                  <a:gd name="T1" fmla="*/ 0 h 111"/>
                  <a:gd name="T2" fmla="*/ 10 w 56"/>
                  <a:gd name="T3" fmla="*/ 6 h 111"/>
                  <a:gd name="T4" fmla="*/ 13 w 56"/>
                  <a:gd name="T5" fmla="*/ 13 h 111"/>
                  <a:gd name="T6" fmla="*/ 17 w 56"/>
                  <a:gd name="T7" fmla="*/ 19 h 111"/>
                  <a:gd name="T8" fmla="*/ 20 w 56"/>
                  <a:gd name="T9" fmla="*/ 25 h 111"/>
                  <a:gd name="T10" fmla="*/ 23 w 56"/>
                  <a:gd name="T11" fmla="*/ 32 h 111"/>
                  <a:gd name="T12" fmla="*/ 25 w 56"/>
                  <a:gd name="T13" fmla="*/ 39 h 111"/>
                  <a:gd name="T14" fmla="*/ 27 w 56"/>
                  <a:gd name="T15" fmla="*/ 45 h 111"/>
                  <a:gd name="T16" fmla="*/ 28 w 56"/>
                  <a:gd name="T17" fmla="*/ 52 h 111"/>
                  <a:gd name="T18" fmla="*/ 27 w 56"/>
                  <a:gd name="T19" fmla="*/ 53 h 111"/>
                  <a:gd name="T20" fmla="*/ 26 w 56"/>
                  <a:gd name="T21" fmla="*/ 54 h 111"/>
                  <a:gd name="T22" fmla="*/ 24 w 56"/>
                  <a:gd name="T23" fmla="*/ 55 h 111"/>
                  <a:gd name="T24" fmla="*/ 22 w 56"/>
                  <a:gd name="T25" fmla="*/ 55 h 111"/>
                  <a:gd name="T26" fmla="*/ 19 w 56"/>
                  <a:gd name="T27" fmla="*/ 49 h 111"/>
                  <a:gd name="T28" fmla="*/ 17 w 56"/>
                  <a:gd name="T29" fmla="*/ 43 h 111"/>
                  <a:gd name="T30" fmla="*/ 15 w 56"/>
                  <a:gd name="T31" fmla="*/ 36 h 111"/>
                  <a:gd name="T32" fmla="*/ 13 w 56"/>
                  <a:gd name="T33" fmla="*/ 29 h 111"/>
                  <a:gd name="T34" fmla="*/ 11 w 56"/>
                  <a:gd name="T35" fmla="*/ 22 h 111"/>
                  <a:gd name="T36" fmla="*/ 9 w 56"/>
                  <a:gd name="T37" fmla="*/ 16 h 111"/>
                  <a:gd name="T38" fmla="*/ 5 w 56"/>
                  <a:gd name="T39" fmla="*/ 10 h 111"/>
                  <a:gd name="T40" fmla="*/ 0 w 56"/>
                  <a:gd name="T41" fmla="*/ 5 h 111"/>
                  <a:gd name="T42" fmla="*/ 1 w 56"/>
                  <a:gd name="T43" fmla="*/ 3 h 111"/>
                  <a:gd name="T44" fmla="*/ 3 w 56"/>
                  <a:gd name="T45" fmla="*/ 2 h 111"/>
                  <a:gd name="T46" fmla="*/ 4 w 56"/>
                  <a:gd name="T47" fmla="*/ 0 h 111"/>
                  <a:gd name="T48" fmla="*/ 7 w 56"/>
                  <a:gd name="T49" fmla="*/ 0 h 11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6"/>
                  <a:gd name="T76" fmla="*/ 0 h 111"/>
                  <a:gd name="T77" fmla="*/ 56 w 56"/>
                  <a:gd name="T78" fmla="*/ 111 h 11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6" h="111">
                    <a:moveTo>
                      <a:pt x="13" y="0"/>
                    </a:moveTo>
                    <a:lnTo>
                      <a:pt x="20" y="13"/>
                    </a:lnTo>
                    <a:lnTo>
                      <a:pt x="26" y="26"/>
                    </a:lnTo>
                    <a:lnTo>
                      <a:pt x="33" y="38"/>
                    </a:lnTo>
                    <a:lnTo>
                      <a:pt x="39" y="51"/>
                    </a:lnTo>
                    <a:lnTo>
                      <a:pt x="45" y="64"/>
                    </a:lnTo>
                    <a:lnTo>
                      <a:pt x="49" y="78"/>
                    </a:lnTo>
                    <a:lnTo>
                      <a:pt x="54" y="91"/>
                    </a:lnTo>
                    <a:lnTo>
                      <a:pt x="56" y="105"/>
                    </a:lnTo>
                    <a:lnTo>
                      <a:pt x="53" y="106"/>
                    </a:lnTo>
                    <a:lnTo>
                      <a:pt x="51" y="109"/>
                    </a:lnTo>
                    <a:lnTo>
                      <a:pt x="47" y="111"/>
                    </a:lnTo>
                    <a:lnTo>
                      <a:pt x="44" y="111"/>
                    </a:lnTo>
                    <a:lnTo>
                      <a:pt x="38" y="98"/>
                    </a:lnTo>
                    <a:lnTo>
                      <a:pt x="33" y="86"/>
                    </a:lnTo>
                    <a:lnTo>
                      <a:pt x="30" y="72"/>
                    </a:lnTo>
                    <a:lnTo>
                      <a:pt x="26" y="59"/>
                    </a:lnTo>
                    <a:lnTo>
                      <a:pt x="22" y="45"/>
                    </a:lnTo>
                    <a:lnTo>
                      <a:pt x="17" y="33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1" y="7"/>
                    </a:lnTo>
                    <a:lnTo>
                      <a:pt x="5" y="4"/>
                    </a:lnTo>
                    <a:lnTo>
                      <a:pt x="8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5" name="Freeform 106"/>
              <p:cNvSpPr>
                <a:spLocks/>
              </p:cNvSpPr>
              <p:nvPr/>
            </p:nvSpPr>
            <p:spPr bwMode="auto">
              <a:xfrm>
                <a:off x="2749" y="3203"/>
                <a:ext cx="33" cy="55"/>
              </a:xfrm>
              <a:custGeom>
                <a:avLst/>
                <a:gdLst>
                  <a:gd name="T0" fmla="*/ 6 w 66"/>
                  <a:gd name="T1" fmla="*/ 0 h 109"/>
                  <a:gd name="T2" fmla="*/ 12 w 66"/>
                  <a:gd name="T3" fmla="*/ 6 h 109"/>
                  <a:gd name="T4" fmla="*/ 17 w 66"/>
                  <a:gd name="T5" fmla="*/ 12 h 109"/>
                  <a:gd name="T6" fmla="*/ 22 w 66"/>
                  <a:gd name="T7" fmla="*/ 18 h 109"/>
                  <a:gd name="T8" fmla="*/ 26 w 66"/>
                  <a:gd name="T9" fmla="*/ 24 h 109"/>
                  <a:gd name="T10" fmla="*/ 29 w 66"/>
                  <a:gd name="T11" fmla="*/ 31 h 109"/>
                  <a:gd name="T12" fmla="*/ 31 w 66"/>
                  <a:gd name="T13" fmla="*/ 39 h 109"/>
                  <a:gd name="T14" fmla="*/ 33 w 66"/>
                  <a:gd name="T15" fmla="*/ 46 h 109"/>
                  <a:gd name="T16" fmla="*/ 33 w 66"/>
                  <a:gd name="T17" fmla="*/ 54 h 109"/>
                  <a:gd name="T18" fmla="*/ 31 w 66"/>
                  <a:gd name="T19" fmla="*/ 54 h 109"/>
                  <a:gd name="T20" fmla="*/ 30 w 66"/>
                  <a:gd name="T21" fmla="*/ 55 h 109"/>
                  <a:gd name="T22" fmla="*/ 28 w 66"/>
                  <a:gd name="T23" fmla="*/ 55 h 109"/>
                  <a:gd name="T24" fmla="*/ 26 w 66"/>
                  <a:gd name="T25" fmla="*/ 55 h 109"/>
                  <a:gd name="T26" fmla="*/ 23 w 66"/>
                  <a:gd name="T27" fmla="*/ 48 h 109"/>
                  <a:gd name="T28" fmla="*/ 21 w 66"/>
                  <a:gd name="T29" fmla="*/ 41 h 109"/>
                  <a:gd name="T30" fmla="*/ 19 w 66"/>
                  <a:gd name="T31" fmla="*/ 34 h 109"/>
                  <a:gd name="T32" fmla="*/ 17 w 66"/>
                  <a:gd name="T33" fmla="*/ 27 h 109"/>
                  <a:gd name="T34" fmla="*/ 14 w 66"/>
                  <a:gd name="T35" fmla="*/ 20 h 109"/>
                  <a:gd name="T36" fmla="*/ 11 w 66"/>
                  <a:gd name="T37" fmla="*/ 14 h 109"/>
                  <a:gd name="T38" fmla="*/ 6 w 66"/>
                  <a:gd name="T39" fmla="*/ 9 h 109"/>
                  <a:gd name="T40" fmla="*/ 0 w 66"/>
                  <a:gd name="T41" fmla="*/ 4 h 109"/>
                  <a:gd name="T42" fmla="*/ 0 w 66"/>
                  <a:gd name="T43" fmla="*/ 0 h 109"/>
                  <a:gd name="T44" fmla="*/ 6 w 66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6"/>
                  <a:gd name="T70" fmla="*/ 0 h 109"/>
                  <a:gd name="T71" fmla="*/ 66 w 66"/>
                  <a:gd name="T72" fmla="*/ 109 h 10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6" h="109">
                    <a:moveTo>
                      <a:pt x="13" y="0"/>
                    </a:moveTo>
                    <a:lnTo>
                      <a:pt x="24" y="11"/>
                    </a:lnTo>
                    <a:lnTo>
                      <a:pt x="34" y="23"/>
                    </a:lnTo>
                    <a:lnTo>
                      <a:pt x="44" y="35"/>
                    </a:lnTo>
                    <a:lnTo>
                      <a:pt x="53" y="48"/>
                    </a:lnTo>
                    <a:lnTo>
                      <a:pt x="59" y="62"/>
                    </a:lnTo>
                    <a:lnTo>
                      <a:pt x="63" y="77"/>
                    </a:lnTo>
                    <a:lnTo>
                      <a:pt x="66" y="92"/>
                    </a:lnTo>
                    <a:lnTo>
                      <a:pt x="66" y="107"/>
                    </a:lnTo>
                    <a:lnTo>
                      <a:pt x="63" y="108"/>
                    </a:lnTo>
                    <a:lnTo>
                      <a:pt x="60" y="109"/>
                    </a:lnTo>
                    <a:lnTo>
                      <a:pt x="56" y="109"/>
                    </a:lnTo>
                    <a:lnTo>
                      <a:pt x="53" y="109"/>
                    </a:lnTo>
                    <a:lnTo>
                      <a:pt x="47" y="95"/>
                    </a:lnTo>
                    <a:lnTo>
                      <a:pt x="43" y="82"/>
                    </a:lnTo>
                    <a:lnTo>
                      <a:pt x="39" y="68"/>
                    </a:lnTo>
                    <a:lnTo>
                      <a:pt x="34" y="54"/>
                    </a:lnTo>
                    <a:lnTo>
                      <a:pt x="29" y="40"/>
                    </a:lnTo>
                    <a:lnTo>
                      <a:pt x="22" y="27"/>
                    </a:lnTo>
                    <a:lnTo>
                      <a:pt x="13" y="1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6" name="Freeform 107"/>
              <p:cNvSpPr>
                <a:spLocks/>
              </p:cNvSpPr>
              <p:nvPr/>
            </p:nvSpPr>
            <p:spPr bwMode="auto">
              <a:xfrm>
                <a:off x="2526" y="3215"/>
                <a:ext cx="253" cy="120"/>
              </a:xfrm>
              <a:custGeom>
                <a:avLst/>
                <a:gdLst>
                  <a:gd name="T0" fmla="*/ 230 w 508"/>
                  <a:gd name="T1" fmla="*/ 20 h 239"/>
                  <a:gd name="T2" fmla="*/ 235 w 508"/>
                  <a:gd name="T3" fmla="*/ 32 h 239"/>
                  <a:gd name="T4" fmla="*/ 239 w 508"/>
                  <a:gd name="T5" fmla="*/ 43 h 239"/>
                  <a:gd name="T6" fmla="*/ 243 w 508"/>
                  <a:gd name="T7" fmla="*/ 55 h 239"/>
                  <a:gd name="T8" fmla="*/ 246 w 508"/>
                  <a:gd name="T9" fmla="*/ 68 h 239"/>
                  <a:gd name="T10" fmla="*/ 249 w 508"/>
                  <a:gd name="T11" fmla="*/ 80 h 239"/>
                  <a:gd name="T12" fmla="*/ 251 w 508"/>
                  <a:gd name="T13" fmla="*/ 92 h 239"/>
                  <a:gd name="T14" fmla="*/ 252 w 508"/>
                  <a:gd name="T15" fmla="*/ 104 h 239"/>
                  <a:gd name="T16" fmla="*/ 253 w 508"/>
                  <a:gd name="T17" fmla="*/ 117 h 239"/>
                  <a:gd name="T18" fmla="*/ 250 w 508"/>
                  <a:gd name="T19" fmla="*/ 119 h 239"/>
                  <a:gd name="T20" fmla="*/ 246 w 508"/>
                  <a:gd name="T21" fmla="*/ 120 h 239"/>
                  <a:gd name="T22" fmla="*/ 243 w 508"/>
                  <a:gd name="T23" fmla="*/ 120 h 239"/>
                  <a:gd name="T24" fmla="*/ 241 w 508"/>
                  <a:gd name="T25" fmla="*/ 119 h 239"/>
                  <a:gd name="T26" fmla="*/ 238 w 508"/>
                  <a:gd name="T27" fmla="*/ 118 h 239"/>
                  <a:gd name="T28" fmla="*/ 236 w 508"/>
                  <a:gd name="T29" fmla="*/ 115 h 239"/>
                  <a:gd name="T30" fmla="*/ 234 w 508"/>
                  <a:gd name="T31" fmla="*/ 112 h 239"/>
                  <a:gd name="T32" fmla="*/ 233 w 508"/>
                  <a:gd name="T33" fmla="*/ 109 h 239"/>
                  <a:gd name="T34" fmla="*/ 231 w 508"/>
                  <a:gd name="T35" fmla="*/ 106 h 239"/>
                  <a:gd name="T36" fmla="*/ 231 w 508"/>
                  <a:gd name="T37" fmla="*/ 102 h 239"/>
                  <a:gd name="T38" fmla="*/ 230 w 508"/>
                  <a:gd name="T39" fmla="*/ 99 h 239"/>
                  <a:gd name="T40" fmla="*/ 230 w 508"/>
                  <a:gd name="T41" fmla="*/ 95 h 239"/>
                  <a:gd name="T42" fmla="*/ 223 w 508"/>
                  <a:gd name="T43" fmla="*/ 95 h 239"/>
                  <a:gd name="T44" fmla="*/ 215 w 508"/>
                  <a:gd name="T45" fmla="*/ 96 h 239"/>
                  <a:gd name="T46" fmla="*/ 207 w 508"/>
                  <a:gd name="T47" fmla="*/ 98 h 239"/>
                  <a:gd name="T48" fmla="*/ 199 w 508"/>
                  <a:gd name="T49" fmla="*/ 100 h 239"/>
                  <a:gd name="T50" fmla="*/ 190 w 508"/>
                  <a:gd name="T51" fmla="*/ 102 h 239"/>
                  <a:gd name="T52" fmla="*/ 181 w 508"/>
                  <a:gd name="T53" fmla="*/ 104 h 239"/>
                  <a:gd name="T54" fmla="*/ 172 w 508"/>
                  <a:gd name="T55" fmla="*/ 106 h 239"/>
                  <a:gd name="T56" fmla="*/ 162 w 508"/>
                  <a:gd name="T57" fmla="*/ 108 h 239"/>
                  <a:gd name="T58" fmla="*/ 0 w 508"/>
                  <a:gd name="T59" fmla="*/ 40 h 239"/>
                  <a:gd name="T60" fmla="*/ 2 w 508"/>
                  <a:gd name="T61" fmla="*/ 38 h 239"/>
                  <a:gd name="T62" fmla="*/ 3 w 508"/>
                  <a:gd name="T63" fmla="*/ 35 h 239"/>
                  <a:gd name="T64" fmla="*/ 3 w 508"/>
                  <a:gd name="T65" fmla="*/ 32 h 239"/>
                  <a:gd name="T66" fmla="*/ 2 w 508"/>
                  <a:gd name="T67" fmla="*/ 30 h 239"/>
                  <a:gd name="T68" fmla="*/ 163 w 508"/>
                  <a:gd name="T69" fmla="*/ 96 h 239"/>
                  <a:gd name="T70" fmla="*/ 172 w 508"/>
                  <a:gd name="T71" fmla="*/ 93 h 239"/>
                  <a:gd name="T72" fmla="*/ 181 w 508"/>
                  <a:gd name="T73" fmla="*/ 92 h 239"/>
                  <a:gd name="T74" fmla="*/ 189 w 508"/>
                  <a:gd name="T75" fmla="*/ 90 h 239"/>
                  <a:gd name="T76" fmla="*/ 198 w 508"/>
                  <a:gd name="T77" fmla="*/ 88 h 239"/>
                  <a:gd name="T78" fmla="*/ 206 w 508"/>
                  <a:gd name="T79" fmla="*/ 86 h 239"/>
                  <a:gd name="T80" fmla="*/ 215 w 508"/>
                  <a:gd name="T81" fmla="*/ 84 h 239"/>
                  <a:gd name="T82" fmla="*/ 223 w 508"/>
                  <a:gd name="T83" fmla="*/ 81 h 239"/>
                  <a:gd name="T84" fmla="*/ 230 w 508"/>
                  <a:gd name="T85" fmla="*/ 78 h 239"/>
                  <a:gd name="T86" fmla="*/ 230 w 508"/>
                  <a:gd name="T87" fmla="*/ 67 h 239"/>
                  <a:gd name="T88" fmla="*/ 228 w 508"/>
                  <a:gd name="T89" fmla="*/ 54 h 239"/>
                  <a:gd name="T90" fmla="*/ 225 w 508"/>
                  <a:gd name="T91" fmla="*/ 42 h 239"/>
                  <a:gd name="T92" fmla="*/ 222 w 508"/>
                  <a:gd name="T93" fmla="*/ 29 h 239"/>
                  <a:gd name="T94" fmla="*/ 218 w 508"/>
                  <a:gd name="T95" fmla="*/ 17 h 239"/>
                  <a:gd name="T96" fmla="*/ 215 w 508"/>
                  <a:gd name="T97" fmla="*/ 8 h 239"/>
                  <a:gd name="T98" fmla="*/ 212 w 508"/>
                  <a:gd name="T99" fmla="*/ 2 h 239"/>
                  <a:gd name="T100" fmla="*/ 211 w 508"/>
                  <a:gd name="T101" fmla="*/ 0 h 239"/>
                  <a:gd name="T102" fmla="*/ 215 w 508"/>
                  <a:gd name="T103" fmla="*/ 1 h 239"/>
                  <a:gd name="T104" fmla="*/ 218 w 508"/>
                  <a:gd name="T105" fmla="*/ 2 h 239"/>
                  <a:gd name="T106" fmla="*/ 221 w 508"/>
                  <a:gd name="T107" fmla="*/ 5 h 239"/>
                  <a:gd name="T108" fmla="*/ 223 w 508"/>
                  <a:gd name="T109" fmla="*/ 8 h 239"/>
                  <a:gd name="T110" fmla="*/ 225 w 508"/>
                  <a:gd name="T111" fmla="*/ 11 h 239"/>
                  <a:gd name="T112" fmla="*/ 227 w 508"/>
                  <a:gd name="T113" fmla="*/ 14 h 239"/>
                  <a:gd name="T114" fmla="*/ 228 w 508"/>
                  <a:gd name="T115" fmla="*/ 17 h 239"/>
                  <a:gd name="T116" fmla="*/ 230 w 508"/>
                  <a:gd name="T117" fmla="*/ 20 h 23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08"/>
                  <a:gd name="T178" fmla="*/ 0 h 239"/>
                  <a:gd name="T179" fmla="*/ 508 w 508"/>
                  <a:gd name="T180" fmla="*/ 239 h 23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08" h="239">
                    <a:moveTo>
                      <a:pt x="462" y="40"/>
                    </a:moveTo>
                    <a:lnTo>
                      <a:pt x="471" y="63"/>
                    </a:lnTo>
                    <a:lnTo>
                      <a:pt x="480" y="86"/>
                    </a:lnTo>
                    <a:lnTo>
                      <a:pt x="487" y="110"/>
                    </a:lnTo>
                    <a:lnTo>
                      <a:pt x="494" y="135"/>
                    </a:lnTo>
                    <a:lnTo>
                      <a:pt x="499" y="159"/>
                    </a:lnTo>
                    <a:lnTo>
                      <a:pt x="503" y="183"/>
                    </a:lnTo>
                    <a:lnTo>
                      <a:pt x="506" y="208"/>
                    </a:lnTo>
                    <a:lnTo>
                      <a:pt x="508" y="233"/>
                    </a:lnTo>
                    <a:lnTo>
                      <a:pt x="501" y="237"/>
                    </a:lnTo>
                    <a:lnTo>
                      <a:pt x="494" y="239"/>
                    </a:lnTo>
                    <a:lnTo>
                      <a:pt x="488" y="239"/>
                    </a:lnTo>
                    <a:lnTo>
                      <a:pt x="483" y="238"/>
                    </a:lnTo>
                    <a:lnTo>
                      <a:pt x="478" y="235"/>
                    </a:lnTo>
                    <a:lnTo>
                      <a:pt x="473" y="230"/>
                    </a:lnTo>
                    <a:lnTo>
                      <a:pt x="470" y="224"/>
                    </a:lnTo>
                    <a:lnTo>
                      <a:pt x="468" y="218"/>
                    </a:lnTo>
                    <a:lnTo>
                      <a:pt x="464" y="211"/>
                    </a:lnTo>
                    <a:lnTo>
                      <a:pt x="463" y="204"/>
                    </a:lnTo>
                    <a:lnTo>
                      <a:pt x="462" y="197"/>
                    </a:lnTo>
                    <a:lnTo>
                      <a:pt x="462" y="189"/>
                    </a:lnTo>
                    <a:lnTo>
                      <a:pt x="447" y="190"/>
                    </a:lnTo>
                    <a:lnTo>
                      <a:pt x="432" y="192"/>
                    </a:lnTo>
                    <a:lnTo>
                      <a:pt x="416" y="196"/>
                    </a:lnTo>
                    <a:lnTo>
                      <a:pt x="400" y="199"/>
                    </a:lnTo>
                    <a:lnTo>
                      <a:pt x="382" y="203"/>
                    </a:lnTo>
                    <a:lnTo>
                      <a:pt x="364" y="207"/>
                    </a:lnTo>
                    <a:lnTo>
                      <a:pt x="346" y="212"/>
                    </a:lnTo>
                    <a:lnTo>
                      <a:pt x="325" y="215"/>
                    </a:lnTo>
                    <a:lnTo>
                      <a:pt x="0" y="80"/>
                    </a:lnTo>
                    <a:lnTo>
                      <a:pt x="5" y="76"/>
                    </a:lnTo>
                    <a:lnTo>
                      <a:pt x="6" y="69"/>
                    </a:lnTo>
                    <a:lnTo>
                      <a:pt x="6" y="63"/>
                    </a:lnTo>
                    <a:lnTo>
                      <a:pt x="5" y="59"/>
                    </a:lnTo>
                    <a:lnTo>
                      <a:pt x="328" y="191"/>
                    </a:lnTo>
                    <a:lnTo>
                      <a:pt x="346" y="186"/>
                    </a:lnTo>
                    <a:lnTo>
                      <a:pt x="363" y="183"/>
                    </a:lnTo>
                    <a:lnTo>
                      <a:pt x="380" y="180"/>
                    </a:lnTo>
                    <a:lnTo>
                      <a:pt x="397" y="176"/>
                    </a:lnTo>
                    <a:lnTo>
                      <a:pt x="414" y="171"/>
                    </a:lnTo>
                    <a:lnTo>
                      <a:pt x="431" y="167"/>
                    </a:lnTo>
                    <a:lnTo>
                      <a:pt x="447" y="162"/>
                    </a:lnTo>
                    <a:lnTo>
                      <a:pt x="462" y="155"/>
                    </a:lnTo>
                    <a:lnTo>
                      <a:pt x="461" y="133"/>
                    </a:lnTo>
                    <a:lnTo>
                      <a:pt x="457" y="108"/>
                    </a:lnTo>
                    <a:lnTo>
                      <a:pt x="452" y="83"/>
                    </a:lnTo>
                    <a:lnTo>
                      <a:pt x="445" y="57"/>
                    </a:lnTo>
                    <a:lnTo>
                      <a:pt x="437" y="34"/>
                    </a:lnTo>
                    <a:lnTo>
                      <a:pt x="431" y="16"/>
                    </a:lnTo>
                    <a:lnTo>
                      <a:pt x="426" y="4"/>
                    </a:lnTo>
                    <a:lnTo>
                      <a:pt x="424" y="0"/>
                    </a:lnTo>
                    <a:lnTo>
                      <a:pt x="432" y="1"/>
                    </a:lnTo>
                    <a:lnTo>
                      <a:pt x="438" y="4"/>
                    </a:lnTo>
                    <a:lnTo>
                      <a:pt x="443" y="9"/>
                    </a:lnTo>
                    <a:lnTo>
                      <a:pt x="448" y="15"/>
                    </a:lnTo>
                    <a:lnTo>
                      <a:pt x="452" y="21"/>
                    </a:lnTo>
                    <a:lnTo>
                      <a:pt x="455" y="27"/>
                    </a:lnTo>
                    <a:lnTo>
                      <a:pt x="458" y="34"/>
                    </a:lnTo>
                    <a:lnTo>
                      <a:pt x="462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7" name="Freeform 108"/>
              <p:cNvSpPr>
                <a:spLocks/>
              </p:cNvSpPr>
              <p:nvPr/>
            </p:nvSpPr>
            <p:spPr bwMode="auto">
              <a:xfrm>
                <a:off x="2373" y="3225"/>
                <a:ext cx="871" cy="420"/>
              </a:xfrm>
              <a:custGeom>
                <a:avLst/>
                <a:gdLst>
                  <a:gd name="T0" fmla="*/ 741 w 1740"/>
                  <a:gd name="T1" fmla="*/ 19 h 840"/>
                  <a:gd name="T2" fmla="*/ 683 w 1740"/>
                  <a:gd name="T3" fmla="*/ 191 h 840"/>
                  <a:gd name="T4" fmla="*/ 685 w 1740"/>
                  <a:gd name="T5" fmla="*/ 225 h 840"/>
                  <a:gd name="T6" fmla="*/ 694 w 1740"/>
                  <a:gd name="T7" fmla="*/ 267 h 840"/>
                  <a:gd name="T8" fmla="*/ 676 w 1740"/>
                  <a:gd name="T9" fmla="*/ 272 h 840"/>
                  <a:gd name="T10" fmla="*/ 677 w 1740"/>
                  <a:gd name="T11" fmla="*/ 247 h 840"/>
                  <a:gd name="T12" fmla="*/ 661 w 1740"/>
                  <a:gd name="T13" fmla="*/ 239 h 840"/>
                  <a:gd name="T14" fmla="*/ 638 w 1740"/>
                  <a:gd name="T15" fmla="*/ 275 h 840"/>
                  <a:gd name="T16" fmla="*/ 652 w 1740"/>
                  <a:gd name="T17" fmla="*/ 321 h 840"/>
                  <a:gd name="T18" fmla="*/ 704 w 1740"/>
                  <a:gd name="T19" fmla="*/ 369 h 840"/>
                  <a:gd name="T20" fmla="*/ 766 w 1740"/>
                  <a:gd name="T21" fmla="*/ 399 h 840"/>
                  <a:gd name="T22" fmla="*/ 823 w 1740"/>
                  <a:gd name="T23" fmla="*/ 408 h 840"/>
                  <a:gd name="T24" fmla="*/ 863 w 1740"/>
                  <a:gd name="T25" fmla="*/ 406 h 840"/>
                  <a:gd name="T26" fmla="*/ 863 w 1740"/>
                  <a:gd name="T27" fmla="*/ 412 h 840"/>
                  <a:gd name="T28" fmla="*/ 829 w 1740"/>
                  <a:gd name="T29" fmla="*/ 419 h 840"/>
                  <a:gd name="T30" fmla="*/ 729 w 1740"/>
                  <a:gd name="T31" fmla="*/ 409 h 840"/>
                  <a:gd name="T32" fmla="*/ 658 w 1740"/>
                  <a:gd name="T33" fmla="*/ 367 h 840"/>
                  <a:gd name="T34" fmla="*/ 611 w 1740"/>
                  <a:gd name="T35" fmla="*/ 304 h 840"/>
                  <a:gd name="T36" fmla="*/ 593 w 1740"/>
                  <a:gd name="T37" fmla="*/ 303 h 840"/>
                  <a:gd name="T38" fmla="*/ 560 w 1740"/>
                  <a:gd name="T39" fmla="*/ 314 h 840"/>
                  <a:gd name="T40" fmla="*/ 520 w 1740"/>
                  <a:gd name="T41" fmla="*/ 351 h 840"/>
                  <a:gd name="T42" fmla="*/ 529 w 1740"/>
                  <a:gd name="T43" fmla="*/ 309 h 840"/>
                  <a:gd name="T44" fmla="*/ 475 w 1740"/>
                  <a:gd name="T45" fmla="*/ 274 h 840"/>
                  <a:gd name="T46" fmla="*/ 425 w 1740"/>
                  <a:gd name="T47" fmla="*/ 251 h 840"/>
                  <a:gd name="T48" fmla="*/ 376 w 1740"/>
                  <a:gd name="T49" fmla="*/ 271 h 840"/>
                  <a:gd name="T50" fmla="*/ 332 w 1740"/>
                  <a:gd name="T51" fmla="*/ 302 h 840"/>
                  <a:gd name="T52" fmla="*/ 298 w 1740"/>
                  <a:gd name="T53" fmla="*/ 342 h 840"/>
                  <a:gd name="T54" fmla="*/ 282 w 1740"/>
                  <a:gd name="T55" fmla="*/ 376 h 840"/>
                  <a:gd name="T56" fmla="*/ 270 w 1740"/>
                  <a:gd name="T57" fmla="*/ 378 h 840"/>
                  <a:gd name="T58" fmla="*/ 285 w 1740"/>
                  <a:gd name="T59" fmla="*/ 311 h 840"/>
                  <a:gd name="T60" fmla="*/ 339 w 1740"/>
                  <a:gd name="T61" fmla="*/ 263 h 840"/>
                  <a:gd name="T62" fmla="*/ 371 w 1740"/>
                  <a:gd name="T63" fmla="*/ 249 h 840"/>
                  <a:gd name="T64" fmla="*/ 403 w 1740"/>
                  <a:gd name="T65" fmla="*/ 239 h 840"/>
                  <a:gd name="T66" fmla="*/ 436 w 1740"/>
                  <a:gd name="T67" fmla="*/ 230 h 840"/>
                  <a:gd name="T68" fmla="*/ 419 w 1740"/>
                  <a:gd name="T69" fmla="*/ 197 h 840"/>
                  <a:gd name="T70" fmla="*/ 286 w 1740"/>
                  <a:gd name="T71" fmla="*/ 213 h 840"/>
                  <a:gd name="T72" fmla="*/ 196 w 1740"/>
                  <a:gd name="T73" fmla="*/ 181 h 840"/>
                  <a:gd name="T74" fmla="*/ 66 w 1740"/>
                  <a:gd name="T75" fmla="*/ 137 h 840"/>
                  <a:gd name="T76" fmla="*/ 0 w 1740"/>
                  <a:gd name="T77" fmla="*/ 114 h 840"/>
                  <a:gd name="T78" fmla="*/ 403 w 1740"/>
                  <a:gd name="T79" fmla="*/ 144 h 840"/>
                  <a:gd name="T80" fmla="*/ 276 w 1740"/>
                  <a:gd name="T81" fmla="*/ 169 h 840"/>
                  <a:gd name="T82" fmla="*/ 171 w 1740"/>
                  <a:gd name="T83" fmla="*/ 139 h 840"/>
                  <a:gd name="T84" fmla="*/ 49 w 1740"/>
                  <a:gd name="T85" fmla="*/ 101 h 840"/>
                  <a:gd name="T86" fmla="*/ 4 w 1740"/>
                  <a:gd name="T87" fmla="*/ 86 h 840"/>
                  <a:gd name="T88" fmla="*/ 285 w 1740"/>
                  <a:gd name="T89" fmla="*/ 158 h 840"/>
                  <a:gd name="T90" fmla="*/ 417 w 1740"/>
                  <a:gd name="T91" fmla="*/ 106 h 840"/>
                  <a:gd name="T92" fmla="*/ 446 w 1740"/>
                  <a:gd name="T93" fmla="*/ 97 h 840"/>
                  <a:gd name="T94" fmla="*/ 434 w 1740"/>
                  <a:gd name="T95" fmla="*/ 112 h 840"/>
                  <a:gd name="T96" fmla="*/ 421 w 1740"/>
                  <a:gd name="T97" fmla="*/ 142 h 840"/>
                  <a:gd name="T98" fmla="*/ 444 w 1740"/>
                  <a:gd name="T99" fmla="*/ 189 h 840"/>
                  <a:gd name="T100" fmla="*/ 484 w 1740"/>
                  <a:gd name="T101" fmla="*/ 245 h 840"/>
                  <a:gd name="T102" fmla="*/ 528 w 1740"/>
                  <a:gd name="T103" fmla="*/ 282 h 840"/>
                  <a:gd name="T104" fmla="*/ 566 w 1740"/>
                  <a:gd name="T105" fmla="*/ 288 h 840"/>
                  <a:gd name="T106" fmla="*/ 615 w 1740"/>
                  <a:gd name="T107" fmla="*/ 257 h 840"/>
                  <a:gd name="T108" fmla="*/ 712 w 1740"/>
                  <a:gd name="T109" fmla="*/ 17 h 840"/>
                  <a:gd name="T110" fmla="*/ 732 w 1740"/>
                  <a:gd name="T111" fmla="*/ 1 h 84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740"/>
                  <a:gd name="T169" fmla="*/ 0 h 840"/>
                  <a:gd name="T170" fmla="*/ 1740 w 1740"/>
                  <a:gd name="T171" fmla="*/ 840 h 84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740" h="840">
                    <a:moveTo>
                      <a:pt x="1494" y="6"/>
                    </a:moveTo>
                    <a:lnTo>
                      <a:pt x="1494" y="12"/>
                    </a:lnTo>
                    <a:lnTo>
                      <a:pt x="1491" y="19"/>
                    </a:lnTo>
                    <a:lnTo>
                      <a:pt x="1486" y="28"/>
                    </a:lnTo>
                    <a:lnTo>
                      <a:pt x="1480" y="37"/>
                    </a:lnTo>
                    <a:lnTo>
                      <a:pt x="1473" y="45"/>
                    </a:lnTo>
                    <a:lnTo>
                      <a:pt x="1467" y="52"/>
                    </a:lnTo>
                    <a:lnTo>
                      <a:pt x="1463" y="57"/>
                    </a:lnTo>
                    <a:lnTo>
                      <a:pt x="1462" y="59"/>
                    </a:lnTo>
                    <a:lnTo>
                      <a:pt x="1364" y="382"/>
                    </a:lnTo>
                    <a:lnTo>
                      <a:pt x="1357" y="396"/>
                    </a:lnTo>
                    <a:lnTo>
                      <a:pt x="1356" y="409"/>
                    </a:lnTo>
                    <a:lnTo>
                      <a:pt x="1358" y="422"/>
                    </a:lnTo>
                    <a:lnTo>
                      <a:pt x="1362" y="436"/>
                    </a:lnTo>
                    <a:lnTo>
                      <a:pt x="1369" y="450"/>
                    </a:lnTo>
                    <a:lnTo>
                      <a:pt x="1375" y="464"/>
                    </a:lnTo>
                    <a:lnTo>
                      <a:pt x="1381" y="477"/>
                    </a:lnTo>
                    <a:lnTo>
                      <a:pt x="1384" y="492"/>
                    </a:lnTo>
                    <a:lnTo>
                      <a:pt x="1387" y="513"/>
                    </a:lnTo>
                    <a:lnTo>
                      <a:pt x="1386" y="534"/>
                    </a:lnTo>
                    <a:lnTo>
                      <a:pt x="1377" y="552"/>
                    </a:lnTo>
                    <a:lnTo>
                      <a:pt x="1361" y="564"/>
                    </a:lnTo>
                    <a:lnTo>
                      <a:pt x="1353" y="561"/>
                    </a:lnTo>
                    <a:lnTo>
                      <a:pt x="1351" y="552"/>
                    </a:lnTo>
                    <a:lnTo>
                      <a:pt x="1351" y="544"/>
                    </a:lnTo>
                    <a:lnTo>
                      <a:pt x="1351" y="540"/>
                    </a:lnTo>
                    <a:lnTo>
                      <a:pt x="1358" y="529"/>
                    </a:lnTo>
                    <a:lnTo>
                      <a:pt x="1359" y="518"/>
                    </a:lnTo>
                    <a:lnTo>
                      <a:pt x="1358" y="506"/>
                    </a:lnTo>
                    <a:lnTo>
                      <a:pt x="1353" y="495"/>
                    </a:lnTo>
                    <a:lnTo>
                      <a:pt x="1349" y="485"/>
                    </a:lnTo>
                    <a:lnTo>
                      <a:pt x="1343" y="476"/>
                    </a:lnTo>
                    <a:lnTo>
                      <a:pt x="1336" y="469"/>
                    </a:lnTo>
                    <a:lnTo>
                      <a:pt x="1328" y="464"/>
                    </a:lnTo>
                    <a:lnTo>
                      <a:pt x="1321" y="479"/>
                    </a:lnTo>
                    <a:lnTo>
                      <a:pt x="1313" y="493"/>
                    </a:lnTo>
                    <a:lnTo>
                      <a:pt x="1304" y="507"/>
                    </a:lnTo>
                    <a:lnTo>
                      <a:pt x="1295" y="521"/>
                    </a:lnTo>
                    <a:lnTo>
                      <a:pt x="1285" y="535"/>
                    </a:lnTo>
                    <a:lnTo>
                      <a:pt x="1274" y="549"/>
                    </a:lnTo>
                    <a:lnTo>
                      <a:pt x="1263" y="561"/>
                    </a:lnTo>
                    <a:lnTo>
                      <a:pt x="1251" y="573"/>
                    </a:lnTo>
                    <a:lnTo>
                      <a:pt x="1267" y="597"/>
                    </a:lnTo>
                    <a:lnTo>
                      <a:pt x="1284" y="620"/>
                    </a:lnTo>
                    <a:lnTo>
                      <a:pt x="1303" y="642"/>
                    </a:lnTo>
                    <a:lnTo>
                      <a:pt x="1322" y="663"/>
                    </a:lnTo>
                    <a:lnTo>
                      <a:pt x="1342" y="682"/>
                    </a:lnTo>
                    <a:lnTo>
                      <a:pt x="1362" y="702"/>
                    </a:lnTo>
                    <a:lnTo>
                      <a:pt x="1384" y="719"/>
                    </a:lnTo>
                    <a:lnTo>
                      <a:pt x="1407" y="737"/>
                    </a:lnTo>
                    <a:lnTo>
                      <a:pt x="1430" y="752"/>
                    </a:lnTo>
                    <a:lnTo>
                      <a:pt x="1455" y="765"/>
                    </a:lnTo>
                    <a:lnTo>
                      <a:pt x="1480" y="777"/>
                    </a:lnTo>
                    <a:lnTo>
                      <a:pt x="1505" y="788"/>
                    </a:lnTo>
                    <a:lnTo>
                      <a:pt x="1531" y="797"/>
                    </a:lnTo>
                    <a:lnTo>
                      <a:pt x="1557" y="805"/>
                    </a:lnTo>
                    <a:lnTo>
                      <a:pt x="1585" y="810"/>
                    </a:lnTo>
                    <a:lnTo>
                      <a:pt x="1612" y="814"/>
                    </a:lnTo>
                    <a:lnTo>
                      <a:pt x="1629" y="815"/>
                    </a:lnTo>
                    <a:lnTo>
                      <a:pt x="1645" y="816"/>
                    </a:lnTo>
                    <a:lnTo>
                      <a:pt x="1661" y="816"/>
                    </a:lnTo>
                    <a:lnTo>
                      <a:pt x="1677" y="815"/>
                    </a:lnTo>
                    <a:lnTo>
                      <a:pt x="1693" y="814"/>
                    </a:lnTo>
                    <a:lnTo>
                      <a:pt x="1709" y="813"/>
                    </a:lnTo>
                    <a:lnTo>
                      <a:pt x="1725" y="811"/>
                    </a:lnTo>
                    <a:lnTo>
                      <a:pt x="1740" y="811"/>
                    </a:lnTo>
                    <a:lnTo>
                      <a:pt x="1738" y="816"/>
                    </a:lnTo>
                    <a:lnTo>
                      <a:pt x="1734" y="820"/>
                    </a:lnTo>
                    <a:lnTo>
                      <a:pt x="1730" y="822"/>
                    </a:lnTo>
                    <a:lnTo>
                      <a:pt x="1724" y="824"/>
                    </a:lnTo>
                    <a:lnTo>
                      <a:pt x="1718" y="825"/>
                    </a:lnTo>
                    <a:lnTo>
                      <a:pt x="1714" y="828"/>
                    </a:lnTo>
                    <a:lnTo>
                      <a:pt x="1708" y="830"/>
                    </a:lnTo>
                    <a:lnTo>
                      <a:pt x="1703" y="832"/>
                    </a:lnTo>
                    <a:lnTo>
                      <a:pt x="1656" y="838"/>
                    </a:lnTo>
                    <a:lnTo>
                      <a:pt x="1611" y="840"/>
                    </a:lnTo>
                    <a:lnTo>
                      <a:pt x="1569" y="839"/>
                    </a:lnTo>
                    <a:lnTo>
                      <a:pt x="1528" y="835"/>
                    </a:lnTo>
                    <a:lnTo>
                      <a:pt x="1491" y="828"/>
                    </a:lnTo>
                    <a:lnTo>
                      <a:pt x="1457" y="817"/>
                    </a:lnTo>
                    <a:lnTo>
                      <a:pt x="1425" y="806"/>
                    </a:lnTo>
                    <a:lnTo>
                      <a:pt x="1394" y="791"/>
                    </a:lnTo>
                    <a:lnTo>
                      <a:pt x="1366" y="773"/>
                    </a:lnTo>
                    <a:lnTo>
                      <a:pt x="1339" y="754"/>
                    </a:lnTo>
                    <a:lnTo>
                      <a:pt x="1315" y="733"/>
                    </a:lnTo>
                    <a:lnTo>
                      <a:pt x="1293" y="710"/>
                    </a:lnTo>
                    <a:lnTo>
                      <a:pt x="1273" y="687"/>
                    </a:lnTo>
                    <a:lnTo>
                      <a:pt x="1254" y="662"/>
                    </a:lnTo>
                    <a:lnTo>
                      <a:pt x="1237" y="635"/>
                    </a:lnTo>
                    <a:lnTo>
                      <a:pt x="1221" y="608"/>
                    </a:lnTo>
                    <a:lnTo>
                      <a:pt x="1215" y="602"/>
                    </a:lnTo>
                    <a:lnTo>
                      <a:pt x="1209" y="599"/>
                    </a:lnTo>
                    <a:lnTo>
                      <a:pt x="1201" y="599"/>
                    </a:lnTo>
                    <a:lnTo>
                      <a:pt x="1193" y="603"/>
                    </a:lnTo>
                    <a:lnTo>
                      <a:pt x="1185" y="606"/>
                    </a:lnTo>
                    <a:lnTo>
                      <a:pt x="1176" y="611"/>
                    </a:lnTo>
                    <a:lnTo>
                      <a:pt x="1168" y="614"/>
                    </a:lnTo>
                    <a:lnTo>
                      <a:pt x="1160" y="617"/>
                    </a:lnTo>
                    <a:lnTo>
                      <a:pt x="1138" y="620"/>
                    </a:lnTo>
                    <a:lnTo>
                      <a:pt x="1118" y="628"/>
                    </a:lnTo>
                    <a:lnTo>
                      <a:pt x="1099" y="639"/>
                    </a:lnTo>
                    <a:lnTo>
                      <a:pt x="1081" y="652"/>
                    </a:lnTo>
                    <a:lnTo>
                      <a:pt x="1065" y="667"/>
                    </a:lnTo>
                    <a:lnTo>
                      <a:pt x="1052" y="685"/>
                    </a:lnTo>
                    <a:lnTo>
                      <a:pt x="1039" y="702"/>
                    </a:lnTo>
                    <a:lnTo>
                      <a:pt x="1028" y="719"/>
                    </a:lnTo>
                    <a:lnTo>
                      <a:pt x="1028" y="710"/>
                    </a:lnTo>
                    <a:lnTo>
                      <a:pt x="1033" y="680"/>
                    </a:lnTo>
                    <a:lnTo>
                      <a:pt x="1042" y="646"/>
                    </a:lnTo>
                    <a:lnTo>
                      <a:pt x="1057" y="617"/>
                    </a:lnTo>
                    <a:lnTo>
                      <a:pt x="1034" y="608"/>
                    </a:lnTo>
                    <a:lnTo>
                      <a:pt x="1012" y="595"/>
                    </a:lnTo>
                    <a:lnTo>
                      <a:pt x="990" y="581"/>
                    </a:lnTo>
                    <a:lnTo>
                      <a:pt x="970" y="565"/>
                    </a:lnTo>
                    <a:lnTo>
                      <a:pt x="949" y="548"/>
                    </a:lnTo>
                    <a:lnTo>
                      <a:pt x="928" y="529"/>
                    </a:lnTo>
                    <a:lnTo>
                      <a:pt x="910" y="511"/>
                    </a:lnTo>
                    <a:lnTo>
                      <a:pt x="891" y="492"/>
                    </a:lnTo>
                    <a:lnTo>
                      <a:pt x="871" y="496"/>
                    </a:lnTo>
                    <a:lnTo>
                      <a:pt x="849" y="502"/>
                    </a:lnTo>
                    <a:lnTo>
                      <a:pt x="829" y="507"/>
                    </a:lnTo>
                    <a:lnTo>
                      <a:pt x="808" y="514"/>
                    </a:lnTo>
                    <a:lnTo>
                      <a:pt x="789" y="522"/>
                    </a:lnTo>
                    <a:lnTo>
                      <a:pt x="769" y="530"/>
                    </a:lnTo>
                    <a:lnTo>
                      <a:pt x="751" y="541"/>
                    </a:lnTo>
                    <a:lnTo>
                      <a:pt x="732" y="552"/>
                    </a:lnTo>
                    <a:lnTo>
                      <a:pt x="714" y="564"/>
                    </a:lnTo>
                    <a:lnTo>
                      <a:pt x="697" y="576"/>
                    </a:lnTo>
                    <a:lnTo>
                      <a:pt x="679" y="590"/>
                    </a:lnTo>
                    <a:lnTo>
                      <a:pt x="663" y="604"/>
                    </a:lnTo>
                    <a:lnTo>
                      <a:pt x="647" y="620"/>
                    </a:lnTo>
                    <a:lnTo>
                      <a:pt x="632" y="636"/>
                    </a:lnTo>
                    <a:lnTo>
                      <a:pt x="617" y="654"/>
                    </a:lnTo>
                    <a:lnTo>
                      <a:pt x="603" y="671"/>
                    </a:lnTo>
                    <a:lnTo>
                      <a:pt x="595" y="684"/>
                    </a:lnTo>
                    <a:lnTo>
                      <a:pt x="587" y="697"/>
                    </a:lnTo>
                    <a:lnTo>
                      <a:pt x="580" y="711"/>
                    </a:lnTo>
                    <a:lnTo>
                      <a:pt x="575" y="724"/>
                    </a:lnTo>
                    <a:lnTo>
                      <a:pt x="569" y="738"/>
                    </a:lnTo>
                    <a:lnTo>
                      <a:pt x="563" y="752"/>
                    </a:lnTo>
                    <a:lnTo>
                      <a:pt x="559" y="767"/>
                    </a:lnTo>
                    <a:lnTo>
                      <a:pt x="554" y="780"/>
                    </a:lnTo>
                    <a:lnTo>
                      <a:pt x="546" y="775"/>
                    </a:lnTo>
                    <a:lnTo>
                      <a:pt x="541" y="765"/>
                    </a:lnTo>
                    <a:lnTo>
                      <a:pt x="539" y="755"/>
                    </a:lnTo>
                    <a:lnTo>
                      <a:pt x="536" y="745"/>
                    </a:lnTo>
                    <a:lnTo>
                      <a:pt x="536" y="710"/>
                    </a:lnTo>
                    <a:lnTo>
                      <a:pt x="541" y="679"/>
                    </a:lnTo>
                    <a:lnTo>
                      <a:pt x="553" y="649"/>
                    </a:lnTo>
                    <a:lnTo>
                      <a:pt x="570" y="621"/>
                    </a:lnTo>
                    <a:lnTo>
                      <a:pt x="590" y="596"/>
                    </a:lnTo>
                    <a:lnTo>
                      <a:pt x="614" y="573"/>
                    </a:lnTo>
                    <a:lnTo>
                      <a:pt x="639" y="552"/>
                    </a:lnTo>
                    <a:lnTo>
                      <a:pt x="667" y="533"/>
                    </a:lnTo>
                    <a:lnTo>
                      <a:pt x="678" y="526"/>
                    </a:lnTo>
                    <a:lnTo>
                      <a:pt x="691" y="520"/>
                    </a:lnTo>
                    <a:lnTo>
                      <a:pt x="703" y="514"/>
                    </a:lnTo>
                    <a:lnTo>
                      <a:pt x="715" y="508"/>
                    </a:lnTo>
                    <a:lnTo>
                      <a:pt x="728" y="504"/>
                    </a:lnTo>
                    <a:lnTo>
                      <a:pt x="741" y="499"/>
                    </a:lnTo>
                    <a:lnTo>
                      <a:pt x="753" y="495"/>
                    </a:lnTo>
                    <a:lnTo>
                      <a:pt x="766" y="490"/>
                    </a:lnTo>
                    <a:lnTo>
                      <a:pt x="779" y="487"/>
                    </a:lnTo>
                    <a:lnTo>
                      <a:pt x="791" y="483"/>
                    </a:lnTo>
                    <a:lnTo>
                      <a:pt x="805" y="479"/>
                    </a:lnTo>
                    <a:lnTo>
                      <a:pt x="818" y="475"/>
                    </a:lnTo>
                    <a:lnTo>
                      <a:pt x="832" y="472"/>
                    </a:lnTo>
                    <a:lnTo>
                      <a:pt x="844" y="468"/>
                    </a:lnTo>
                    <a:lnTo>
                      <a:pt x="858" y="465"/>
                    </a:lnTo>
                    <a:lnTo>
                      <a:pt x="871" y="461"/>
                    </a:lnTo>
                    <a:lnTo>
                      <a:pt x="865" y="449"/>
                    </a:lnTo>
                    <a:lnTo>
                      <a:pt x="858" y="435"/>
                    </a:lnTo>
                    <a:lnTo>
                      <a:pt x="851" y="421"/>
                    </a:lnTo>
                    <a:lnTo>
                      <a:pt x="844" y="408"/>
                    </a:lnTo>
                    <a:lnTo>
                      <a:pt x="837" y="394"/>
                    </a:lnTo>
                    <a:lnTo>
                      <a:pt x="832" y="381"/>
                    </a:lnTo>
                    <a:lnTo>
                      <a:pt x="825" y="366"/>
                    </a:lnTo>
                    <a:lnTo>
                      <a:pt x="820" y="352"/>
                    </a:lnTo>
                    <a:lnTo>
                      <a:pt x="579" y="430"/>
                    </a:lnTo>
                    <a:lnTo>
                      <a:pt x="571" y="427"/>
                    </a:lnTo>
                    <a:lnTo>
                      <a:pt x="552" y="419"/>
                    </a:lnTo>
                    <a:lnTo>
                      <a:pt x="523" y="408"/>
                    </a:lnTo>
                    <a:lnTo>
                      <a:pt x="485" y="394"/>
                    </a:lnTo>
                    <a:lnTo>
                      <a:pt x="441" y="378"/>
                    </a:lnTo>
                    <a:lnTo>
                      <a:pt x="392" y="362"/>
                    </a:lnTo>
                    <a:lnTo>
                      <a:pt x="340" y="344"/>
                    </a:lnTo>
                    <a:lnTo>
                      <a:pt x="287" y="325"/>
                    </a:lnTo>
                    <a:lnTo>
                      <a:pt x="233" y="307"/>
                    </a:lnTo>
                    <a:lnTo>
                      <a:pt x="181" y="290"/>
                    </a:lnTo>
                    <a:lnTo>
                      <a:pt x="132" y="273"/>
                    </a:lnTo>
                    <a:lnTo>
                      <a:pt x="89" y="258"/>
                    </a:lnTo>
                    <a:lnTo>
                      <a:pt x="53" y="246"/>
                    </a:lnTo>
                    <a:lnTo>
                      <a:pt x="24" y="237"/>
                    </a:lnTo>
                    <a:lnTo>
                      <a:pt x="7" y="231"/>
                    </a:lnTo>
                    <a:lnTo>
                      <a:pt x="0" y="229"/>
                    </a:lnTo>
                    <a:lnTo>
                      <a:pt x="0" y="202"/>
                    </a:lnTo>
                    <a:lnTo>
                      <a:pt x="569" y="402"/>
                    </a:lnTo>
                    <a:lnTo>
                      <a:pt x="812" y="321"/>
                    </a:lnTo>
                    <a:lnTo>
                      <a:pt x="807" y="306"/>
                    </a:lnTo>
                    <a:lnTo>
                      <a:pt x="805" y="288"/>
                    </a:lnTo>
                    <a:lnTo>
                      <a:pt x="799" y="275"/>
                    </a:lnTo>
                    <a:lnTo>
                      <a:pt x="787" y="271"/>
                    </a:lnTo>
                    <a:lnTo>
                      <a:pt x="582" y="340"/>
                    </a:lnTo>
                    <a:lnTo>
                      <a:pt x="572" y="341"/>
                    </a:lnTo>
                    <a:lnTo>
                      <a:pt x="552" y="337"/>
                    </a:lnTo>
                    <a:lnTo>
                      <a:pt x="523" y="330"/>
                    </a:lnTo>
                    <a:lnTo>
                      <a:pt x="485" y="321"/>
                    </a:lnTo>
                    <a:lnTo>
                      <a:pt x="441" y="308"/>
                    </a:lnTo>
                    <a:lnTo>
                      <a:pt x="393" y="294"/>
                    </a:lnTo>
                    <a:lnTo>
                      <a:pt x="342" y="278"/>
                    </a:lnTo>
                    <a:lnTo>
                      <a:pt x="289" y="262"/>
                    </a:lnTo>
                    <a:lnTo>
                      <a:pt x="237" y="246"/>
                    </a:lnTo>
                    <a:lnTo>
                      <a:pt x="187" y="230"/>
                    </a:lnTo>
                    <a:lnTo>
                      <a:pt x="139" y="214"/>
                    </a:lnTo>
                    <a:lnTo>
                      <a:pt x="97" y="201"/>
                    </a:lnTo>
                    <a:lnTo>
                      <a:pt x="61" y="189"/>
                    </a:lnTo>
                    <a:lnTo>
                      <a:pt x="35" y="180"/>
                    </a:lnTo>
                    <a:lnTo>
                      <a:pt x="16" y="174"/>
                    </a:lnTo>
                    <a:lnTo>
                      <a:pt x="10" y="172"/>
                    </a:lnTo>
                    <a:lnTo>
                      <a:pt x="7" y="172"/>
                    </a:lnTo>
                    <a:lnTo>
                      <a:pt x="5" y="165"/>
                    </a:lnTo>
                    <a:lnTo>
                      <a:pt x="5" y="158"/>
                    </a:lnTo>
                    <a:lnTo>
                      <a:pt x="5" y="151"/>
                    </a:lnTo>
                    <a:lnTo>
                      <a:pt x="5" y="143"/>
                    </a:lnTo>
                    <a:lnTo>
                      <a:pt x="569" y="315"/>
                    </a:lnTo>
                    <a:lnTo>
                      <a:pt x="785" y="243"/>
                    </a:lnTo>
                    <a:lnTo>
                      <a:pt x="794" y="237"/>
                    </a:lnTo>
                    <a:lnTo>
                      <a:pt x="805" y="229"/>
                    </a:lnTo>
                    <a:lnTo>
                      <a:pt x="819" y="220"/>
                    </a:lnTo>
                    <a:lnTo>
                      <a:pt x="834" y="212"/>
                    </a:lnTo>
                    <a:lnTo>
                      <a:pt x="849" y="204"/>
                    </a:lnTo>
                    <a:lnTo>
                      <a:pt x="864" y="196"/>
                    </a:lnTo>
                    <a:lnTo>
                      <a:pt x="876" y="190"/>
                    </a:lnTo>
                    <a:lnTo>
                      <a:pt x="888" y="186"/>
                    </a:lnTo>
                    <a:lnTo>
                      <a:pt x="891" y="193"/>
                    </a:lnTo>
                    <a:lnTo>
                      <a:pt x="890" y="200"/>
                    </a:lnTo>
                    <a:lnTo>
                      <a:pt x="886" y="205"/>
                    </a:lnTo>
                    <a:lnTo>
                      <a:pt x="880" y="212"/>
                    </a:lnTo>
                    <a:lnTo>
                      <a:pt x="874" y="218"/>
                    </a:lnTo>
                    <a:lnTo>
                      <a:pt x="867" y="224"/>
                    </a:lnTo>
                    <a:lnTo>
                      <a:pt x="861" y="230"/>
                    </a:lnTo>
                    <a:lnTo>
                      <a:pt x="858" y="237"/>
                    </a:lnTo>
                    <a:lnTo>
                      <a:pt x="848" y="254"/>
                    </a:lnTo>
                    <a:lnTo>
                      <a:pt x="842" y="269"/>
                    </a:lnTo>
                    <a:lnTo>
                      <a:pt x="842" y="284"/>
                    </a:lnTo>
                    <a:lnTo>
                      <a:pt x="845" y="300"/>
                    </a:lnTo>
                    <a:lnTo>
                      <a:pt x="852" y="316"/>
                    </a:lnTo>
                    <a:lnTo>
                      <a:pt x="861" y="333"/>
                    </a:lnTo>
                    <a:lnTo>
                      <a:pt x="873" y="354"/>
                    </a:lnTo>
                    <a:lnTo>
                      <a:pt x="886" y="377"/>
                    </a:lnTo>
                    <a:lnTo>
                      <a:pt x="901" y="401"/>
                    </a:lnTo>
                    <a:lnTo>
                      <a:pt x="916" y="424"/>
                    </a:lnTo>
                    <a:lnTo>
                      <a:pt x="932" y="447"/>
                    </a:lnTo>
                    <a:lnTo>
                      <a:pt x="949" y="469"/>
                    </a:lnTo>
                    <a:lnTo>
                      <a:pt x="966" y="491"/>
                    </a:lnTo>
                    <a:lnTo>
                      <a:pt x="985" y="513"/>
                    </a:lnTo>
                    <a:lnTo>
                      <a:pt x="1005" y="533"/>
                    </a:lnTo>
                    <a:lnTo>
                      <a:pt x="1026" y="552"/>
                    </a:lnTo>
                    <a:lnTo>
                      <a:pt x="1040" y="558"/>
                    </a:lnTo>
                    <a:lnTo>
                      <a:pt x="1055" y="564"/>
                    </a:lnTo>
                    <a:lnTo>
                      <a:pt x="1069" y="568"/>
                    </a:lnTo>
                    <a:lnTo>
                      <a:pt x="1084" y="573"/>
                    </a:lnTo>
                    <a:lnTo>
                      <a:pt x="1100" y="575"/>
                    </a:lnTo>
                    <a:lnTo>
                      <a:pt x="1115" y="576"/>
                    </a:lnTo>
                    <a:lnTo>
                      <a:pt x="1131" y="575"/>
                    </a:lnTo>
                    <a:lnTo>
                      <a:pt x="1147" y="573"/>
                    </a:lnTo>
                    <a:lnTo>
                      <a:pt x="1169" y="561"/>
                    </a:lnTo>
                    <a:lnTo>
                      <a:pt x="1190" y="548"/>
                    </a:lnTo>
                    <a:lnTo>
                      <a:pt x="1209" y="533"/>
                    </a:lnTo>
                    <a:lnTo>
                      <a:pt x="1229" y="514"/>
                    </a:lnTo>
                    <a:lnTo>
                      <a:pt x="1246" y="496"/>
                    </a:lnTo>
                    <a:lnTo>
                      <a:pt x="1262" y="476"/>
                    </a:lnTo>
                    <a:lnTo>
                      <a:pt x="1276" y="454"/>
                    </a:lnTo>
                    <a:lnTo>
                      <a:pt x="1288" y="432"/>
                    </a:lnTo>
                    <a:lnTo>
                      <a:pt x="1422" y="34"/>
                    </a:lnTo>
                    <a:lnTo>
                      <a:pt x="1429" y="27"/>
                    </a:lnTo>
                    <a:lnTo>
                      <a:pt x="1437" y="19"/>
                    </a:lnTo>
                    <a:lnTo>
                      <a:pt x="1445" y="12"/>
                    </a:lnTo>
                    <a:lnTo>
                      <a:pt x="1453" y="6"/>
                    </a:lnTo>
                    <a:lnTo>
                      <a:pt x="1463" y="2"/>
                    </a:lnTo>
                    <a:lnTo>
                      <a:pt x="1473" y="0"/>
                    </a:lnTo>
                    <a:lnTo>
                      <a:pt x="1483" y="2"/>
                    </a:lnTo>
                    <a:lnTo>
                      <a:pt x="149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8" name="Freeform 109"/>
              <p:cNvSpPr>
                <a:spLocks/>
              </p:cNvSpPr>
              <p:nvPr/>
            </p:nvSpPr>
            <p:spPr bwMode="auto">
              <a:xfrm>
                <a:off x="3106" y="3227"/>
                <a:ext cx="361" cy="452"/>
              </a:xfrm>
              <a:custGeom>
                <a:avLst/>
                <a:gdLst>
                  <a:gd name="T0" fmla="*/ 171 w 722"/>
                  <a:gd name="T1" fmla="*/ 405 h 903"/>
                  <a:gd name="T2" fmla="*/ 204 w 722"/>
                  <a:gd name="T3" fmla="*/ 181 h 903"/>
                  <a:gd name="T4" fmla="*/ 242 w 722"/>
                  <a:gd name="T5" fmla="*/ 100 h 903"/>
                  <a:gd name="T6" fmla="*/ 287 w 722"/>
                  <a:gd name="T7" fmla="*/ 95 h 903"/>
                  <a:gd name="T8" fmla="*/ 288 w 722"/>
                  <a:gd name="T9" fmla="*/ 278 h 903"/>
                  <a:gd name="T10" fmla="*/ 322 w 722"/>
                  <a:gd name="T11" fmla="*/ 257 h 903"/>
                  <a:gd name="T12" fmla="*/ 340 w 722"/>
                  <a:gd name="T13" fmla="*/ 216 h 903"/>
                  <a:gd name="T14" fmla="*/ 349 w 722"/>
                  <a:gd name="T15" fmla="*/ 90 h 903"/>
                  <a:gd name="T16" fmla="*/ 339 w 722"/>
                  <a:gd name="T17" fmla="*/ 49 h 903"/>
                  <a:gd name="T18" fmla="*/ 305 w 722"/>
                  <a:gd name="T19" fmla="*/ 19 h 903"/>
                  <a:gd name="T20" fmla="*/ 249 w 722"/>
                  <a:gd name="T21" fmla="*/ 15 h 903"/>
                  <a:gd name="T22" fmla="*/ 193 w 722"/>
                  <a:gd name="T23" fmla="*/ 22 h 903"/>
                  <a:gd name="T24" fmla="*/ 141 w 722"/>
                  <a:gd name="T25" fmla="*/ 38 h 903"/>
                  <a:gd name="T26" fmla="*/ 85 w 722"/>
                  <a:gd name="T27" fmla="*/ 63 h 903"/>
                  <a:gd name="T28" fmla="*/ 49 w 722"/>
                  <a:gd name="T29" fmla="*/ 106 h 903"/>
                  <a:gd name="T30" fmla="*/ 23 w 722"/>
                  <a:gd name="T31" fmla="*/ 233 h 903"/>
                  <a:gd name="T32" fmla="*/ 28 w 722"/>
                  <a:gd name="T33" fmla="*/ 283 h 903"/>
                  <a:gd name="T34" fmla="*/ 55 w 722"/>
                  <a:gd name="T35" fmla="*/ 321 h 903"/>
                  <a:gd name="T36" fmla="*/ 87 w 722"/>
                  <a:gd name="T37" fmla="*/ 331 h 903"/>
                  <a:gd name="T38" fmla="*/ 113 w 722"/>
                  <a:gd name="T39" fmla="*/ 334 h 903"/>
                  <a:gd name="T40" fmla="*/ 138 w 722"/>
                  <a:gd name="T41" fmla="*/ 333 h 903"/>
                  <a:gd name="T42" fmla="*/ 165 w 722"/>
                  <a:gd name="T43" fmla="*/ 326 h 903"/>
                  <a:gd name="T44" fmla="*/ 165 w 722"/>
                  <a:gd name="T45" fmla="*/ 339 h 903"/>
                  <a:gd name="T46" fmla="*/ 138 w 722"/>
                  <a:gd name="T47" fmla="*/ 346 h 903"/>
                  <a:gd name="T48" fmla="*/ 113 w 722"/>
                  <a:gd name="T49" fmla="*/ 350 h 903"/>
                  <a:gd name="T50" fmla="*/ 88 w 722"/>
                  <a:gd name="T51" fmla="*/ 349 h 903"/>
                  <a:gd name="T52" fmla="*/ 61 w 722"/>
                  <a:gd name="T53" fmla="*/ 344 h 903"/>
                  <a:gd name="T54" fmla="*/ 27 w 722"/>
                  <a:gd name="T55" fmla="*/ 325 h 903"/>
                  <a:gd name="T56" fmla="*/ 5 w 722"/>
                  <a:gd name="T57" fmla="*/ 293 h 903"/>
                  <a:gd name="T58" fmla="*/ 3 w 722"/>
                  <a:gd name="T59" fmla="*/ 183 h 903"/>
                  <a:gd name="T60" fmla="*/ 31 w 722"/>
                  <a:gd name="T61" fmla="*/ 79 h 903"/>
                  <a:gd name="T62" fmla="*/ 49 w 722"/>
                  <a:gd name="T63" fmla="*/ 54 h 903"/>
                  <a:gd name="T64" fmla="*/ 72 w 722"/>
                  <a:gd name="T65" fmla="*/ 39 h 903"/>
                  <a:gd name="T66" fmla="*/ 99 w 722"/>
                  <a:gd name="T67" fmla="*/ 30 h 903"/>
                  <a:gd name="T68" fmla="*/ 137 w 722"/>
                  <a:gd name="T69" fmla="*/ 20 h 903"/>
                  <a:gd name="T70" fmla="*/ 152 w 722"/>
                  <a:gd name="T71" fmla="*/ 17 h 903"/>
                  <a:gd name="T72" fmla="*/ 187 w 722"/>
                  <a:gd name="T73" fmla="*/ 10 h 903"/>
                  <a:gd name="T74" fmla="*/ 230 w 722"/>
                  <a:gd name="T75" fmla="*/ 3 h 903"/>
                  <a:gd name="T76" fmla="*/ 266 w 722"/>
                  <a:gd name="T77" fmla="*/ 0 h 903"/>
                  <a:gd name="T78" fmla="*/ 315 w 722"/>
                  <a:gd name="T79" fmla="*/ 7 h 903"/>
                  <a:gd name="T80" fmla="*/ 350 w 722"/>
                  <a:gd name="T81" fmla="*/ 35 h 903"/>
                  <a:gd name="T82" fmla="*/ 361 w 722"/>
                  <a:gd name="T83" fmla="*/ 105 h 903"/>
                  <a:gd name="T84" fmla="*/ 360 w 722"/>
                  <a:gd name="T85" fmla="*/ 181 h 903"/>
                  <a:gd name="T86" fmla="*/ 354 w 722"/>
                  <a:gd name="T87" fmla="*/ 235 h 903"/>
                  <a:gd name="T88" fmla="*/ 325 w 722"/>
                  <a:gd name="T89" fmla="*/ 278 h 903"/>
                  <a:gd name="T90" fmla="*/ 301 w 722"/>
                  <a:gd name="T91" fmla="*/ 292 h 903"/>
                  <a:gd name="T92" fmla="*/ 277 w 722"/>
                  <a:gd name="T93" fmla="*/ 305 h 903"/>
                  <a:gd name="T94" fmla="*/ 289 w 722"/>
                  <a:gd name="T95" fmla="*/ 107 h 903"/>
                  <a:gd name="T96" fmla="*/ 250 w 722"/>
                  <a:gd name="T97" fmla="*/ 113 h 903"/>
                  <a:gd name="T98" fmla="*/ 178 w 722"/>
                  <a:gd name="T99" fmla="*/ 452 h 9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722"/>
                  <a:gd name="T151" fmla="*/ 0 h 903"/>
                  <a:gd name="T152" fmla="*/ 722 w 722"/>
                  <a:gd name="T153" fmla="*/ 903 h 9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722" h="903">
                    <a:moveTo>
                      <a:pt x="356" y="903"/>
                    </a:moveTo>
                    <a:lnTo>
                      <a:pt x="328" y="903"/>
                    </a:lnTo>
                    <a:lnTo>
                      <a:pt x="332" y="878"/>
                    </a:lnTo>
                    <a:lnTo>
                      <a:pt x="341" y="809"/>
                    </a:lnTo>
                    <a:lnTo>
                      <a:pt x="354" y="710"/>
                    </a:lnTo>
                    <a:lnTo>
                      <a:pt x="371" y="593"/>
                    </a:lnTo>
                    <a:lnTo>
                      <a:pt x="389" y="474"/>
                    </a:lnTo>
                    <a:lnTo>
                      <a:pt x="409" y="362"/>
                    </a:lnTo>
                    <a:lnTo>
                      <a:pt x="428" y="272"/>
                    </a:lnTo>
                    <a:lnTo>
                      <a:pt x="446" y="215"/>
                    </a:lnTo>
                    <a:lnTo>
                      <a:pt x="464" y="207"/>
                    </a:lnTo>
                    <a:lnTo>
                      <a:pt x="485" y="199"/>
                    </a:lnTo>
                    <a:lnTo>
                      <a:pt x="507" y="194"/>
                    </a:lnTo>
                    <a:lnTo>
                      <a:pt x="529" y="189"/>
                    </a:lnTo>
                    <a:lnTo>
                      <a:pt x="551" y="188"/>
                    </a:lnTo>
                    <a:lnTo>
                      <a:pt x="574" y="189"/>
                    </a:lnTo>
                    <a:lnTo>
                      <a:pt x="594" y="194"/>
                    </a:lnTo>
                    <a:lnTo>
                      <a:pt x="615" y="203"/>
                    </a:lnTo>
                    <a:lnTo>
                      <a:pt x="559" y="561"/>
                    </a:lnTo>
                    <a:lnTo>
                      <a:pt x="575" y="555"/>
                    </a:lnTo>
                    <a:lnTo>
                      <a:pt x="592" y="547"/>
                    </a:lnTo>
                    <a:lnTo>
                      <a:pt x="609" y="538"/>
                    </a:lnTo>
                    <a:lnTo>
                      <a:pt x="628" y="527"/>
                    </a:lnTo>
                    <a:lnTo>
                      <a:pt x="644" y="513"/>
                    </a:lnTo>
                    <a:lnTo>
                      <a:pt x="658" y="499"/>
                    </a:lnTo>
                    <a:lnTo>
                      <a:pt x="669" y="483"/>
                    </a:lnTo>
                    <a:lnTo>
                      <a:pt x="676" y="467"/>
                    </a:lnTo>
                    <a:lnTo>
                      <a:pt x="679" y="431"/>
                    </a:lnTo>
                    <a:lnTo>
                      <a:pt x="688" y="348"/>
                    </a:lnTo>
                    <a:lnTo>
                      <a:pt x="696" y="258"/>
                    </a:lnTo>
                    <a:lnTo>
                      <a:pt x="699" y="197"/>
                    </a:lnTo>
                    <a:lnTo>
                      <a:pt x="698" y="180"/>
                    </a:lnTo>
                    <a:lnTo>
                      <a:pt x="696" y="160"/>
                    </a:lnTo>
                    <a:lnTo>
                      <a:pt x="691" y="139"/>
                    </a:lnTo>
                    <a:lnTo>
                      <a:pt x="685" y="119"/>
                    </a:lnTo>
                    <a:lnTo>
                      <a:pt x="677" y="98"/>
                    </a:lnTo>
                    <a:lnTo>
                      <a:pt x="667" y="77"/>
                    </a:lnTo>
                    <a:lnTo>
                      <a:pt x="653" y="60"/>
                    </a:lnTo>
                    <a:lnTo>
                      <a:pt x="637" y="44"/>
                    </a:lnTo>
                    <a:lnTo>
                      <a:pt x="609" y="38"/>
                    </a:lnTo>
                    <a:lnTo>
                      <a:pt x="580" y="33"/>
                    </a:lnTo>
                    <a:lnTo>
                      <a:pt x="553" y="31"/>
                    </a:lnTo>
                    <a:lnTo>
                      <a:pt x="525" y="30"/>
                    </a:lnTo>
                    <a:lnTo>
                      <a:pt x="498" y="30"/>
                    </a:lnTo>
                    <a:lnTo>
                      <a:pt x="470" y="31"/>
                    </a:lnTo>
                    <a:lnTo>
                      <a:pt x="441" y="35"/>
                    </a:lnTo>
                    <a:lnTo>
                      <a:pt x="415" y="38"/>
                    </a:lnTo>
                    <a:lnTo>
                      <a:pt x="387" y="44"/>
                    </a:lnTo>
                    <a:lnTo>
                      <a:pt x="360" y="50"/>
                    </a:lnTo>
                    <a:lnTo>
                      <a:pt x="333" y="58"/>
                    </a:lnTo>
                    <a:lnTo>
                      <a:pt x="307" y="66"/>
                    </a:lnTo>
                    <a:lnTo>
                      <a:pt x="281" y="75"/>
                    </a:lnTo>
                    <a:lnTo>
                      <a:pt x="256" y="84"/>
                    </a:lnTo>
                    <a:lnTo>
                      <a:pt x="230" y="94"/>
                    </a:lnTo>
                    <a:lnTo>
                      <a:pt x="206" y="106"/>
                    </a:lnTo>
                    <a:lnTo>
                      <a:pt x="170" y="126"/>
                    </a:lnTo>
                    <a:lnTo>
                      <a:pt x="143" y="146"/>
                    </a:lnTo>
                    <a:lnTo>
                      <a:pt x="123" y="167"/>
                    </a:lnTo>
                    <a:lnTo>
                      <a:pt x="109" y="189"/>
                    </a:lnTo>
                    <a:lnTo>
                      <a:pt x="99" y="211"/>
                    </a:lnTo>
                    <a:lnTo>
                      <a:pt x="91" y="235"/>
                    </a:lnTo>
                    <a:lnTo>
                      <a:pt x="83" y="259"/>
                    </a:lnTo>
                    <a:lnTo>
                      <a:pt x="73" y="285"/>
                    </a:lnTo>
                    <a:lnTo>
                      <a:pt x="45" y="465"/>
                    </a:lnTo>
                    <a:lnTo>
                      <a:pt x="46" y="491"/>
                    </a:lnTo>
                    <a:lnTo>
                      <a:pt x="48" y="516"/>
                    </a:lnTo>
                    <a:lnTo>
                      <a:pt x="52" y="541"/>
                    </a:lnTo>
                    <a:lnTo>
                      <a:pt x="56" y="566"/>
                    </a:lnTo>
                    <a:lnTo>
                      <a:pt x="64" y="588"/>
                    </a:lnTo>
                    <a:lnTo>
                      <a:pt x="76" y="608"/>
                    </a:lnTo>
                    <a:lnTo>
                      <a:pt x="91" y="627"/>
                    </a:lnTo>
                    <a:lnTo>
                      <a:pt x="111" y="641"/>
                    </a:lnTo>
                    <a:lnTo>
                      <a:pt x="128" y="647"/>
                    </a:lnTo>
                    <a:lnTo>
                      <a:pt x="144" y="653"/>
                    </a:lnTo>
                    <a:lnTo>
                      <a:pt x="160" y="658"/>
                    </a:lnTo>
                    <a:lnTo>
                      <a:pt x="174" y="661"/>
                    </a:lnTo>
                    <a:lnTo>
                      <a:pt x="188" y="665"/>
                    </a:lnTo>
                    <a:lnTo>
                      <a:pt x="202" y="667"/>
                    </a:lnTo>
                    <a:lnTo>
                      <a:pt x="214" y="668"/>
                    </a:lnTo>
                    <a:lnTo>
                      <a:pt x="227" y="668"/>
                    </a:lnTo>
                    <a:lnTo>
                      <a:pt x="238" y="668"/>
                    </a:lnTo>
                    <a:lnTo>
                      <a:pt x="251" y="668"/>
                    </a:lnTo>
                    <a:lnTo>
                      <a:pt x="263" y="667"/>
                    </a:lnTo>
                    <a:lnTo>
                      <a:pt x="275" y="665"/>
                    </a:lnTo>
                    <a:lnTo>
                      <a:pt x="288" y="662"/>
                    </a:lnTo>
                    <a:lnTo>
                      <a:pt x="301" y="659"/>
                    </a:lnTo>
                    <a:lnTo>
                      <a:pt x="314" y="656"/>
                    </a:lnTo>
                    <a:lnTo>
                      <a:pt x="329" y="652"/>
                    </a:lnTo>
                    <a:lnTo>
                      <a:pt x="333" y="657"/>
                    </a:lnTo>
                    <a:lnTo>
                      <a:pt x="333" y="664"/>
                    </a:lnTo>
                    <a:lnTo>
                      <a:pt x="331" y="672"/>
                    </a:lnTo>
                    <a:lnTo>
                      <a:pt x="329" y="677"/>
                    </a:lnTo>
                    <a:lnTo>
                      <a:pt x="316" y="682"/>
                    </a:lnTo>
                    <a:lnTo>
                      <a:pt x="302" y="686"/>
                    </a:lnTo>
                    <a:lnTo>
                      <a:pt x="289" y="690"/>
                    </a:lnTo>
                    <a:lnTo>
                      <a:pt x="276" y="692"/>
                    </a:lnTo>
                    <a:lnTo>
                      <a:pt x="264" y="695"/>
                    </a:lnTo>
                    <a:lnTo>
                      <a:pt x="251" y="697"/>
                    </a:lnTo>
                    <a:lnTo>
                      <a:pt x="238" y="699"/>
                    </a:lnTo>
                    <a:lnTo>
                      <a:pt x="226" y="699"/>
                    </a:lnTo>
                    <a:lnTo>
                      <a:pt x="213" y="700"/>
                    </a:lnTo>
                    <a:lnTo>
                      <a:pt x="202" y="700"/>
                    </a:lnTo>
                    <a:lnTo>
                      <a:pt x="189" y="699"/>
                    </a:lnTo>
                    <a:lnTo>
                      <a:pt x="176" y="698"/>
                    </a:lnTo>
                    <a:lnTo>
                      <a:pt x="164" y="696"/>
                    </a:lnTo>
                    <a:lnTo>
                      <a:pt x="150" y="694"/>
                    </a:lnTo>
                    <a:lnTo>
                      <a:pt x="137" y="690"/>
                    </a:lnTo>
                    <a:lnTo>
                      <a:pt x="123" y="687"/>
                    </a:lnTo>
                    <a:lnTo>
                      <a:pt x="106" y="680"/>
                    </a:lnTo>
                    <a:lnTo>
                      <a:pt x="88" y="672"/>
                    </a:lnTo>
                    <a:lnTo>
                      <a:pt x="71" y="661"/>
                    </a:lnTo>
                    <a:lnTo>
                      <a:pt x="55" y="650"/>
                    </a:lnTo>
                    <a:lnTo>
                      <a:pt x="40" y="636"/>
                    </a:lnTo>
                    <a:lnTo>
                      <a:pt x="28" y="621"/>
                    </a:lnTo>
                    <a:lnTo>
                      <a:pt x="18" y="605"/>
                    </a:lnTo>
                    <a:lnTo>
                      <a:pt x="10" y="586"/>
                    </a:lnTo>
                    <a:lnTo>
                      <a:pt x="2" y="531"/>
                    </a:lnTo>
                    <a:lnTo>
                      <a:pt x="0" y="476"/>
                    </a:lnTo>
                    <a:lnTo>
                      <a:pt x="1" y="421"/>
                    </a:lnTo>
                    <a:lnTo>
                      <a:pt x="7" y="365"/>
                    </a:lnTo>
                    <a:lnTo>
                      <a:pt x="16" y="311"/>
                    </a:lnTo>
                    <a:lnTo>
                      <a:pt x="29" y="258"/>
                    </a:lnTo>
                    <a:lnTo>
                      <a:pt x="44" y="206"/>
                    </a:lnTo>
                    <a:lnTo>
                      <a:pt x="62" y="157"/>
                    </a:lnTo>
                    <a:lnTo>
                      <a:pt x="71" y="142"/>
                    </a:lnTo>
                    <a:lnTo>
                      <a:pt x="81" y="129"/>
                    </a:lnTo>
                    <a:lnTo>
                      <a:pt x="90" y="118"/>
                    </a:lnTo>
                    <a:lnTo>
                      <a:pt x="99" y="107"/>
                    </a:lnTo>
                    <a:lnTo>
                      <a:pt x="109" y="99"/>
                    </a:lnTo>
                    <a:lnTo>
                      <a:pt x="120" y="91"/>
                    </a:lnTo>
                    <a:lnTo>
                      <a:pt x="131" y="84"/>
                    </a:lnTo>
                    <a:lnTo>
                      <a:pt x="143" y="78"/>
                    </a:lnTo>
                    <a:lnTo>
                      <a:pt x="155" y="73"/>
                    </a:lnTo>
                    <a:lnTo>
                      <a:pt x="169" y="68"/>
                    </a:lnTo>
                    <a:lnTo>
                      <a:pt x="183" y="63"/>
                    </a:lnTo>
                    <a:lnTo>
                      <a:pt x="199" y="59"/>
                    </a:lnTo>
                    <a:lnTo>
                      <a:pt x="215" y="54"/>
                    </a:lnTo>
                    <a:lnTo>
                      <a:pt x="233" y="50"/>
                    </a:lnTo>
                    <a:lnTo>
                      <a:pt x="252" y="45"/>
                    </a:lnTo>
                    <a:lnTo>
                      <a:pt x="273" y="39"/>
                    </a:lnTo>
                    <a:lnTo>
                      <a:pt x="275" y="39"/>
                    </a:lnTo>
                    <a:lnTo>
                      <a:pt x="281" y="38"/>
                    </a:lnTo>
                    <a:lnTo>
                      <a:pt x="290" y="36"/>
                    </a:lnTo>
                    <a:lnTo>
                      <a:pt x="303" y="33"/>
                    </a:lnTo>
                    <a:lnTo>
                      <a:pt x="319" y="30"/>
                    </a:lnTo>
                    <a:lnTo>
                      <a:pt x="336" y="26"/>
                    </a:lnTo>
                    <a:lnTo>
                      <a:pt x="355" y="23"/>
                    </a:lnTo>
                    <a:lnTo>
                      <a:pt x="375" y="20"/>
                    </a:lnTo>
                    <a:lnTo>
                      <a:pt x="397" y="16"/>
                    </a:lnTo>
                    <a:lnTo>
                      <a:pt x="418" y="13"/>
                    </a:lnTo>
                    <a:lnTo>
                      <a:pt x="440" y="9"/>
                    </a:lnTo>
                    <a:lnTo>
                      <a:pt x="461" y="6"/>
                    </a:lnTo>
                    <a:lnTo>
                      <a:pt x="481" y="3"/>
                    </a:lnTo>
                    <a:lnTo>
                      <a:pt x="500" y="1"/>
                    </a:lnTo>
                    <a:lnTo>
                      <a:pt x="516" y="0"/>
                    </a:lnTo>
                    <a:lnTo>
                      <a:pt x="531" y="0"/>
                    </a:lnTo>
                    <a:lnTo>
                      <a:pt x="556" y="0"/>
                    </a:lnTo>
                    <a:lnTo>
                      <a:pt x="582" y="2"/>
                    </a:lnTo>
                    <a:lnTo>
                      <a:pt x="606" y="7"/>
                    </a:lnTo>
                    <a:lnTo>
                      <a:pt x="629" y="13"/>
                    </a:lnTo>
                    <a:lnTo>
                      <a:pt x="650" y="22"/>
                    </a:lnTo>
                    <a:lnTo>
                      <a:pt x="668" y="33"/>
                    </a:lnTo>
                    <a:lnTo>
                      <a:pt x="685" y="50"/>
                    </a:lnTo>
                    <a:lnTo>
                      <a:pt x="699" y="69"/>
                    </a:lnTo>
                    <a:lnTo>
                      <a:pt x="711" y="98"/>
                    </a:lnTo>
                    <a:lnTo>
                      <a:pt x="718" y="131"/>
                    </a:lnTo>
                    <a:lnTo>
                      <a:pt x="721" y="169"/>
                    </a:lnTo>
                    <a:lnTo>
                      <a:pt x="722" y="209"/>
                    </a:lnTo>
                    <a:lnTo>
                      <a:pt x="722" y="249"/>
                    </a:lnTo>
                    <a:lnTo>
                      <a:pt x="720" y="289"/>
                    </a:lnTo>
                    <a:lnTo>
                      <a:pt x="719" y="327"/>
                    </a:lnTo>
                    <a:lnTo>
                      <a:pt x="719" y="362"/>
                    </a:lnTo>
                    <a:lnTo>
                      <a:pt x="716" y="391"/>
                    </a:lnTo>
                    <a:lnTo>
                      <a:pt x="715" y="417"/>
                    </a:lnTo>
                    <a:lnTo>
                      <a:pt x="713" y="445"/>
                    </a:lnTo>
                    <a:lnTo>
                      <a:pt x="708" y="470"/>
                    </a:lnTo>
                    <a:lnTo>
                      <a:pt x="700" y="494"/>
                    </a:lnTo>
                    <a:lnTo>
                      <a:pt x="689" y="516"/>
                    </a:lnTo>
                    <a:lnTo>
                      <a:pt x="673" y="537"/>
                    </a:lnTo>
                    <a:lnTo>
                      <a:pt x="650" y="555"/>
                    </a:lnTo>
                    <a:lnTo>
                      <a:pt x="638" y="562"/>
                    </a:lnTo>
                    <a:lnTo>
                      <a:pt x="625" y="570"/>
                    </a:lnTo>
                    <a:lnTo>
                      <a:pt x="614" y="577"/>
                    </a:lnTo>
                    <a:lnTo>
                      <a:pt x="602" y="584"/>
                    </a:lnTo>
                    <a:lnTo>
                      <a:pt x="590" y="592"/>
                    </a:lnTo>
                    <a:lnTo>
                      <a:pt x="578" y="598"/>
                    </a:lnTo>
                    <a:lnTo>
                      <a:pt x="565" y="604"/>
                    </a:lnTo>
                    <a:lnTo>
                      <a:pt x="553" y="609"/>
                    </a:lnTo>
                    <a:lnTo>
                      <a:pt x="503" y="903"/>
                    </a:lnTo>
                    <a:lnTo>
                      <a:pt x="478" y="903"/>
                    </a:lnTo>
                    <a:lnTo>
                      <a:pt x="589" y="215"/>
                    </a:lnTo>
                    <a:lnTo>
                      <a:pt x="577" y="213"/>
                    </a:lnTo>
                    <a:lnTo>
                      <a:pt x="561" y="213"/>
                    </a:lnTo>
                    <a:lnTo>
                      <a:pt x="542" y="215"/>
                    </a:lnTo>
                    <a:lnTo>
                      <a:pt x="522" y="219"/>
                    </a:lnTo>
                    <a:lnTo>
                      <a:pt x="500" y="225"/>
                    </a:lnTo>
                    <a:lnTo>
                      <a:pt x="481" y="230"/>
                    </a:lnTo>
                    <a:lnTo>
                      <a:pt x="465" y="235"/>
                    </a:lnTo>
                    <a:lnTo>
                      <a:pt x="454" y="241"/>
                    </a:lnTo>
                    <a:lnTo>
                      <a:pt x="356" y="9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19" name="Freeform 110"/>
              <p:cNvSpPr>
                <a:spLocks/>
              </p:cNvSpPr>
              <p:nvPr/>
            </p:nvSpPr>
            <p:spPr bwMode="auto">
              <a:xfrm>
                <a:off x="3162" y="3260"/>
                <a:ext cx="214" cy="263"/>
              </a:xfrm>
              <a:custGeom>
                <a:avLst/>
                <a:gdLst>
                  <a:gd name="T0" fmla="*/ 204 w 428"/>
                  <a:gd name="T1" fmla="*/ 2 h 526"/>
                  <a:gd name="T2" fmla="*/ 184 w 428"/>
                  <a:gd name="T3" fmla="*/ 8 h 526"/>
                  <a:gd name="T4" fmla="*/ 165 w 428"/>
                  <a:gd name="T5" fmla="*/ 14 h 526"/>
                  <a:gd name="T6" fmla="*/ 148 w 428"/>
                  <a:gd name="T7" fmla="*/ 20 h 526"/>
                  <a:gd name="T8" fmla="*/ 130 w 428"/>
                  <a:gd name="T9" fmla="*/ 26 h 526"/>
                  <a:gd name="T10" fmla="*/ 112 w 428"/>
                  <a:gd name="T11" fmla="*/ 33 h 526"/>
                  <a:gd name="T12" fmla="*/ 96 w 428"/>
                  <a:gd name="T13" fmla="*/ 39 h 526"/>
                  <a:gd name="T14" fmla="*/ 79 w 428"/>
                  <a:gd name="T15" fmla="*/ 45 h 526"/>
                  <a:gd name="T16" fmla="*/ 57 w 428"/>
                  <a:gd name="T17" fmla="*/ 58 h 526"/>
                  <a:gd name="T18" fmla="*/ 39 w 428"/>
                  <a:gd name="T19" fmla="*/ 83 h 526"/>
                  <a:gd name="T20" fmla="*/ 28 w 428"/>
                  <a:gd name="T21" fmla="*/ 114 h 526"/>
                  <a:gd name="T22" fmla="*/ 23 w 428"/>
                  <a:gd name="T23" fmla="*/ 146 h 526"/>
                  <a:gd name="T24" fmla="*/ 18 w 428"/>
                  <a:gd name="T25" fmla="*/ 263 h 526"/>
                  <a:gd name="T26" fmla="*/ 13 w 428"/>
                  <a:gd name="T27" fmla="*/ 263 h 526"/>
                  <a:gd name="T28" fmla="*/ 8 w 428"/>
                  <a:gd name="T29" fmla="*/ 262 h 526"/>
                  <a:gd name="T30" fmla="*/ 3 w 428"/>
                  <a:gd name="T31" fmla="*/ 260 h 526"/>
                  <a:gd name="T32" fmla="*/ 1 w 428"/>
                  <a:gd name="T33" fmla="*/ 259 h 526"/>
                  <a:gd name="T34" fmla="*/ 0 w 428"/>
                  <a:gd name="T35" fmla="*/ 206 h 526"/>
                  <a:gd name="T36" fmla="*/ 3 w 428"/>
                  <a:gd name="T37" fmla="*/ 153 h 526"/>
                  <a:gd name="T38" fmla="*/ 15 w 428"/>
                  <a:gd name="T39" fmla="*/ 102 h 526"/>
                  <a:gd name="T40" fmla="*/ 38 w 428"/>
                  <a:gd name="T41" fmla="*/ 57 h 526"/>
                  <a:gd name="T42" fmla="*/ 54 w 428"/>
                  <a:gd name="T43" fmla="*/ 47 h 526"/>
                  <a:gd name="T44" fmla="*/ 72 w 428"/>
                  <a:gd name="T45" fmla="*/ 38 h 526"/>
                  <a:gd name="T46" fmla="*/ 90 w 428"/>
                  <a:gd name="T47" fmla="*/ 30 h 526"/>
                  <a:gd name="T48" fmla="*/ 108 w 428"/>
                  <a:gd name="T49" fmla="*/ 24 h 526"/>
                  <a:gd name="T50" fmla="*/ 126 w 428"/>
                  <a:gd name="T51" fmla="*/ 18 h 526"/>
                  <a:gd name="T52" fmla="*/ 146 w 428"/>
                  <a:gd name="T53" fmla="*/ 12 h 526"/>
                  <a:gd name="T54" fmla="*/ 165 w 428"/>
                  <a:gd name="T55" fmla="*/ 8 h 526"/>
                  <a:gd name="T56" fmla="*/ 184 w 428"/>
                  <a:gd name="T57" fmla="*/ 3 h 526"/>
                  <a:gd name="T58" fmla="*/ 191 w 428"/>
                  <a:gd name="T59" fmla="*/ 2 h 526"/>
                  <a:gd name="T60" fmla="*/ 199 w 428"/>
                  <a:gd name="T61" fmla="*/ 1 h 526"/>
                  <a:gd name="T62" fmla="*/ 207 w 428"/>
                  <a:gd name="T63" fmla="*/ 1 h 526"/>
                  <a:gd name="T64" fmla="*/ 214 w 428"/>
                  <a:gd name="T65" fmla="*/ 0 h 5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28"/>
                  <a:gd name="T100" fmla="*/ 0 h 526"/>
                  <a:gd name="T101" fmla="*/ 428 w 428"/>
                  <a:gd name="T102" fmla="*/ 526 h 5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28" h="526">
                    <a:moveTo>
                      <a:pt x="428" y="0"/>
                    </a:moveTo>
                    <a:lnTo>
                      <a:pt x="407" y="5"/>
                    </a:lnTo>
                    <a:lnTo>
                      <a:pt x="388" y="11"/>
                    </a:lnTo>
                    <a:lnTo>
                      <a:pt x="368" y="17"/>
                    </a:lnTo>
                    <a:lnTo>
                      <a:pt x="349" y="23"/>
                    </a:lnTo>
                    <a:lnTo>
                      <a:pt x="330" y="28"/>
                    </a:lnTo>
                    <a:lnTo>
                      <a:pt x="312" y="34"/>
                    </a:lnTo>
                    <a:lnTo>
                      <a:pt x="295" y="41"/>
                    </a:lnTo>
                    <a:lnTo>
                      <a:pt x="276" y="47"/>
                    </a:lnTo>
                    <a:lnTo>
                      <a:pt x="259" y="53"/>
                    </a:lnTo>
                    <a:lnTo>
                      <a:pt x="242" y="60"/>
                    </a:lnTo>
                    <a:lnTo>
                      <a:pt x="225" y="65"/>
                    </a:lnTo>
                    <a:lnTo>
                      <a:pt x="208" y="71"/>
                    </a:lnTo>
                    <a:lnTo>
                      <a:pt x="191" y="78"/>
                    </a:lnTo>
                    <a:lnTo>
                      <a:pt x="175" y="84"/>
                    </a:lnTo>
                    <a:lnTo>
                      <a:pt x="157" y="91"/>
                    </a:lnTo>
                    <a:lnTo>
                      <a:pt x="141" y="96"/>
                    </a:lnTo>
                    <a:lnTo>
                      <a:pt x="115" y="116"/>
                    </a:lnTo>
                    <a:lnTo>
                      <a:pt x="94" y="140"/>
                    </a:lnTo>
                    <a:lnTo>
                      <a:pt x="78" y="167"/>
                    </a:lnTo>
                    <a:lnTo>
                      <a:pt x="66" y="197"/>
                    </a:lnTo>
                    <a:lnTo>
                      <a:pt x="57" y="228"/>
                    </a:lnTo>
                    <a:lnTo>
                      <a:pt x="50" y="260"/>
                    </a:lnTo>
                    <a:lnTo>
                      <a:pt x="45" y="292"/>
                    </a:lnTo>
                    <a:lnTo>
                      <a:pt x="39" y="323"/>
                    </a:lnTo>
                    <a:lnTo>
                      <a:pt x="35" y="525"/>
                    </a:lnTo>
                    <a:lnTo>
                      <a:pt x="32" y="526"/>
                    </a:lnTo>
                    <a:lnTo>
                      <a:pt x="27" y="526"/>
                    </a:lnTo>
                    <a:lnTo>
                      <a:pt x="22" y="525"/>
                    </a:lnTo>
                    <a:lnTo>
                      <a:pt x="16" y="524"/>
                    </a:lnTo>
                    <a:lnTo>
                      <a:pt x="10" y="522"/>
                    </a:lnTo>
                    <a:lnTo>
                      <a:pt x="5" y="520"/>
                    </a:lnTo>
                    <a:lnTo>
                      <a:pt x="2" y="518"/>
                    </a:lnTo>
                    <a:lnTo>
                      <a:pt x="1" y="518"/>
                    </a:lnTo>
                    <a:lnTo>
                      <a:pt x="0" y="465"/>
                    </a:lnTo>
                    <a:lnTo>
                      <a:pt x="0" y="412"/>
                    </a:lnTo>
                    <a:lnTo>
                      <a:pt x="2" y="358"/>
                    </a:lnTo>
                    <a:lnTo>
                      <a:pt x="7" y="306"/>
                    </a:lnTo>
                    <a:lnTo>
                      <a:pt x="16" y="254"/>
                    </a:lnTo>
                    <a:lnTo>
                      <a:pt x="30" y="205"/>
                    </a:lnTo>
                    <a:lnTo>
                      <a:pt x="49" y="159"/>
                    </a:lnTo>
                    <a:lnTo>
                      <a:pt x="76" y="115"/>
                    </a:lnTo>
                    <a:lnTo>
                      <a:pt x="92" y="105"/>
                    </a:lnTo>
                    <a:lnTo>
                      <a:pt x="109" y="94"/>
                    </a:lnTo>
                    <a:lnTo>
                      <a:pt x="126" y="85"/>
                    </a:lnTo>
                    <a:lnTo>
                      <a:pt x="144" y="77"/>
                    </a:lnTo>
                    <a:lnTo>
                      <a:pt x="161" y="69"/>
                    </a:lnTo>
                    <a:lnTo>
                      <a:pt x="179" y="61"/>
                    </a:lnTo>
                    <a:lnTo>
                      <a:pt x="198" y="54"/>
                    </a:lnTo>
                    <a:lnTo>
                      <a:pt x="216" y="48"/>
                    </a:lnTo>
                    <a:lnTo>
                      <a:pt x="235" y="41"/>
                    </a:lnTo>
                    <a:lnTo>
                      <a:pt x="253" y="37"/>
                    </a:lnTo>
                    <a:lnTo>
                      <a:pt x="272" y="31"/>
                    </a:lnTo>
                    <a:lnTo>
                      <a:pt x="291" y="25"/>
                    </a:lnTo>
                    <a:lnTo>
                      <a:pt x="310" y="20"/>
                    </a:lnTo>
                    <a:lnTo>
                      <a:pt x="329" y="16"/>
                    </a:lnTo>
                    <a:lnTo>
                      <a:pt x="348" y="11"/>
                    </a:lnTo>
                    <a:lnTo>
                      <a:pt x="367" y="7"/>
                    </a:lnTo>
                    <a:lnTo>
                      <a:pt x="375" y="5"/>
                    </a:lnTo>
                    <a:lnTo>
                      <a:pt x="382" y="4"/>
                    </a:lnTo>
                    <a:lnTo>
                      <a:pt x="390" y="3"/>
                    </a:lnTo>
                    <a:lnTo>
                      <a:pt x="398" y="3"/>
                    </a:lnTo>
                    <a:lnTo>
                      <a:pt x="405" y="2"/>
                    </a:lnTo>
                    <a:lnTo>
                      <a:pt x="413" y="1"/>
                    </a:lnTo>
                    <a:lnTo>
                      <a:pt x="420" y="1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0" name="Freeform 111"/>
              <p:cNvSpPr>
                <a:spLocks/>
              </p:cNvSpPr>
              <p:nvPr/>
            </p:nvSpPr>
            <p:spPr bwMode="auto">
              <a:xfrm>
                <a:off x="3293" y="3347"/>
                <a:ext cx="64" cy="331"/>
              </a:xfrm>
              <a:custGeom>
                <a:avLst/>
                <a:gdLst>
                  <a:gd name="T0" fmla="*/ 0 w 128"/>
                  <a:gd name="T1" fmla="*/ 331 h 661"/>
                  <a:gd name="T2" fmla="*/ 37 w 128"/>
                  <a:gd name="T3" fmla="*/ 108 h 661"/>
                  <a:gd name="T4" fmla="*/ 56 w 128"/>
                  <a:gd name="T5" fmla="*/ 3 h 661"/>
                  <a:gd name="T6" fmla="*/ 57 w 128"/>
                  <a:gd name="T7" fmla="*/ 1 h 661"/>
                  <a:gd name="T8" fmla="*/ 59 w 128"/>
                  <a:gd name="T9" fmla="*/ 0 h 661"/>
                  <a:gd name="T10" fmla="*/ 62 w 128"/>
                  <a:gd name="T11" fmla="*/ 0 h 661"/>
                  <a:gd name="T12" fmla="*/ 64 w 128"/>
                  <a:gd name="T13" fmla="*/ 0 h 661"/>
                  <a:gd name="T14" fmla="*/ 46 w 128"/>
                  <a:gd name="T15" fmla="*/ 111 h 661"/>
                  <a:gd name="T16" fmla="*/ 10 w 128"/>
                  <a:gd name="T17" fmla="*/ 331 h 661"/>
                  <a:gd name="T18" fmla="*/ 0 w 128"/>
                  <a:gd name="T19" fmla="*/ 331 h 6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8"/>
                  <a:gd name="T31" fmla="*/ 0 h 661"/>
                  <a:gd name="T32" fmla="*/ 128 w 128"/>
                  <a:gd name="T33" fmla="*/ 661 h 6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8" h="661">
                    <a:moveTo>
                      <a:pt x="0" y="661"/>
                    </a:moveTo>
                    <a:lnTo>
                      <a:pt x="74" y="215"/>
                    </a:lnTo>
                    <a:lnTo>
                      <a:pt x="113" y="6"/>
                    </a:lnTo>
                    <a:lnTo>
                      <a:pt x="114" y="1"/>
                    </a:lnTo>
                    <a:lnTo>
                      <a:pt x="118" y="0"/>
                    </a:lnTo>
                    <a:lnTo>
                      <a:pt x="124" y="0"/>
                    </a:lnTo>
                    <a:lnTo>
                      <a:pt x="128" y="0"/>
                    </a:lnTo>
                    <a:lnTo>
                      <a:pt x="92" y="222"/>
                    </a:lnTo>
                    <a:lnTo>
                      <a:pt x="20" y="661"/>
                    </a:lnTo>
                    <a:lnTo>
                      <a:pt x="0" y="6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1" name="Freeform 112"/>
              <p:cNvSpPr>
                <a:spLocks/>
              </p:cNvSpPr>
              <p:nvPr/>
            </p:nvSpPr>
            <p:spPr bwMode="auto">
              <a:xfrm>
                <a:off x="2649" y="2775"/>
                <a:ext cx="44" cy="198"/>
              </a:xfrm>
              <a:custGeom>
                <a:avLst/>
                <a:gdLst>
                  <a:gd name="T0" fmla="*/ 44 w 88"/>
                  <a:gd name="T1" fmla="*/ 197 h 395"/>
                  <a:gd name="T2" fmla="*/ 40 w 88"/>
                  <a:gd name="T3" fmla="*/ 0 h 395"/>
                  <a:gd name="T4" fmla="*/ 0 w 88"/>
                  <a:gd name="T5" fmla="*/ 1 h 395"/>
                  <a:gd name="T6" fmla="*/ 5 w 88"/>
                  <a:gd name="T7" fmla="*/ 198 h 395"/>
                  <a:gd name="T8" fmla="*/ 44 w 88"/>
                  <a:gd name="T9" fmla="*/ 197 h 3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395"/>
                  <a:gd name="T17" fmla="*/ 88 w 88"/>
                  <a:gd name="T18" fmla="*/ 395 h 3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395">
                    <a:moveTo>
                      <a:pt x="88" y="394"/>
                    </a:moveTo>
                    <a:lnTo>
                      <a:pt x="79" y="0"/>
                    </a:lnTo>
                    <a:lnTo>
                      <a:pt x="0" y="1"/>
                    </a:lnTo>
                    <a:lnTo>
                      <a:pt x="9" y="395"/>
                    </a:lnTo>
                    <a:lnTo>
                      <a:pt x="88" y="394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2" name="Freeform 113"/>
              <p:cNvSpPr>
                <a:spLocks/>
              </p:cNvSpPr>
              <p:nvPr/>
            </p:nvSpPr>
            <p:spPr bwMode="auto">
              <a:xfrm>
                <a:off x="2705" y="2698"/>
                <a:ext cx="45" cy="273"/>
              </a:xfrm>
              <a:custGeom>
                <a:avLst/>
                <a:gdLst>
                  <a:gd name="T0" fmla="*/ 45 w 90"/>
                  <a:gd name="T1" fmla="*/ 272 h 545"/>
                  <a:gd name="T2" fmla="*/ 40 w 90"/>
                  <a:gd name="T3" fmla="*/ 0 h 545"/>
                  <a:gd name="T4" fmla="*/ 0 w 90"/>
                  <a:gd name="T5" fmla="*/ 1 h 545"/>
                  <a:gd name="T6" fmla="*/ 5 w 90"/>
                  <a:gd name="T7" fmla="*/ 273 h 545"/>
                  <a:gd name="T8" fmla="*/ 45 w 90"/>
                  <a:gd name="T9" fmla="*/ 272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545"/>
                  <a:gd name="T17" fmla="*/ 90 w 90"/>
                  <a:gd name="T18" fmla="*/ 545 h 5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545">
                    <a:moveTo>
                      <a:pt x="90" y="543"/>
                    </a:moveTo>
                    <a:lnTo>
                      <a:pt x="80" y="0"/>
                    </a:lnTo>
                    <a:lnTo>
                      <a:pt x="0" y="2"/>
                    </a:lnTo>
                    <a:lnTo>
                      <a:pt x="9" y="545"/>
                    </a:lnTo>
                    <a:lnTo>
                      <a:pt x="90" y="543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323" name="Freeform 114"/>
              <p:cNvSpPr>
                <a:spLocks/>
              </p:cNvSpPr>
              <p:nvPr/>
            </p:nvSpPr>
            <p:spPr bwMode="auto">
              <a:xfrm>
                <a:off x="2760" y="2743"/>
                <a:ext cx="45" cy="225"/>
              </a:xfrm>
              <a:custGeom>
                <a:avLst/>
                <a:gdLst>
                  <a:gd name="T0" fmla="*/ 45 w 90"/>
                  <a:gd name="T1" fmla="*/ 224 h 450"/>
                  <a:gd name="T2" fmla="*/ 40 w 90"/>
                  <a:gd name="T3" fmla="*/ 0 h 450"/>
                  <a:gd name="T4" fmla="*/ 0 w 90"/>
                  <a:gd name="T5" fmla="*/ 2 h 450"/>
                  <a:gd name="T6" fmla="*/ 5 w 90"/>
                  <a:gd name="T7" fmla="*/ 225 h 450"/>
                  <a:gd name="T8" fmla="*/ 45 w 90"/>
                  <a:gd name="T9" fmla="*/ 224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450"/>
                  <a:gd name="T17" fmla="*/ 90 w 90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450">
                    <a:moveTo>
                      <a:pt x="90" y="448"/>
                    </a:moveTo>
                    <a:lnTo>
                      <a:pt x="79" y="0"/>
                    </a:lnTo>
                    <a:lnTo>
                      <a:pt x="0" y="3"/>
                    </a:lnTo>
                    <a:lnTo>
                      <a:pt x="9" y="450"/>
                    </a:lnTo>
                    <a:lnTo>
                      <a:pt x="90" y="448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" name="Group 115"/>
            <p:cNvGrpSpPr>
              <a:grpSpLocks/>
            </p:cNvGrpSpPr>
            <p:nvPr/>
          </p:nvGrpSpPr>
          <p:grpSpPr bwMode="auto">
            <a:xfrm flipH="1">
              <a:off x="1367" y="1330"/>
              <a:ext cx="736" cy="737"/>
              <a:chOff x="1950" y="2534"/>
              <a:chExt cx="1547" cy="1277"/>
            </a:xfrm>
          </p:grpSpPr>
          <p:sp>
            <p:nvSpPr>
              <p:cNvPr id="8256" name="AutoShape 116"/>
              <p:cNvSpPr>
                <a:spLocks noChangeAspect="1" noChangeArrowheads="1" noTextEdit="1"/>
              </p:cNvSpPr>
              <p:nvPr/>
            </p:nvSpPr>
            <p:spPr bwMode="auto">
              <a:xfrm>
                <a:off x="1950" y="2537"/>
                <a:ext cx="1440" cy="1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7" name="AutoShape 117"/>
              <p:cNvSpPr>
                <a:spLocks noChangeAspect="1" noChangeArrowheads="1" noTextEdit="1"/>
              </p:cNvSpPr>
              <p:nvPr/>
            </p:nvSpPr>
            <p:spPr bwMode="auto">
              <a:xfrm>
                <a:off x="2366" y="2534"/>
                <a:ext cx="1131" cy="1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8" name="Freeform 118"/>
              <p:cNvSpPr>
                <a:spLocks/>
              </p:cNvSpPr>
              <p:nvPr/>
            </p:nvSpPr>
            <p:spPr bwMode="auto">
              <a:xfrm>
                <a:off x="2145" y="3062"/>
                <a:ext cx="921" cy="399"/>
              </a:xfrm>
              <a:custGeom>
                <a:avLst/>
                <a:gdLst>
                  <a:gd name="T0" fmla="*/ 0 w 921"/>
                  <a:gd name="T1" fmla="*/ 190 h 399"/>
                  <a:gd name="T2" fmla="*/ 522 w 921"/>
                  <a:gd name="T3" fmla="*/ 399 h 399"/>
                  <a:gd name="T4" fmla="*/ 913 w 921"/>
                  <a:gd name="T5" fmla="*/ 251 h 399"/>
                  <a:gd name="T6" fmla="*/ 921 w 921"/>
                  <a:gd name="T7" fmla="*/ 85 h 399"/>
                  <a:gd name="T8" fmla="*/ 680 w 921"/>
                  <a:gd name="T9" fmla="*/ 0 h 399"/>
                  <a:gd name="T10" fmla="*/ 0 w 921"/>
                  <a:gd name="T11" fmla="*/ 190 h 3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1"/>
                  <a:gd name="T19" fmla="*/ 0 h 399"/>
                  <a:gd name="T20" fmla="*/ 921 w 921"/>
                  <a:gd name="T21" fmla="*/ 399 h 3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1" h="399">
                    <a:moveTo>
                      <a:pt x="0" y="190"/>
                    </a:moveTo>
                    <a:lnTo>
                      <a:pt x="522" y="399"/>
                    </a:lnTo>
                    <a:lnTo>
                      <a:pt x="913" y="251"/>
                    </a:lnTo>
                    <a:lnTo>
                      <a:pt x="921" y="85"/>
                    </a:lnTo>
                    <a:lnTo>
                      <a:pt x="680" y="0"/>
                    </a:lnTo>
                    <a:lnTo>
                      <a:pt x="0" y="190"/>
                    </a:lnTo>
                    <a:close/>
                  </a:path>
                </a:pathLst>
              </a:custGeom>
              <a:blipFill dpi="0" rotWithShape="1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9" name="Freeform 119"/>
              <p:cNvSpPr>
                <a:spLocks/>
              </p:cNvSpPr>
              <p:nvPr/>
            </p:nvSpPr>
            <p:spPr bwMode="auto">
              <a:xfrm>
                <a:off x="3002" y="2631"/>
                <a:ext cx="338" cy="438"/>
              </a:xfrm>
              <a:custGeom>
                <a:avLst/>
                <a:gdLst>
                  <a:gd name="T0" fmla="*/ 266 w 676"/>
                  <a:gd name="T1" fmla="*/ 217 h 876"/>
                  <a:gd name="T2" fmla="*/ 271 w 676"/>
                  <a:gd name="T3" fmla="*/ 184 h 876"/>
                  <a:gd name="T4" fmla="*/ 271 w 676"/>
                  <a:gd name="T5" fmla="*/ 150 h 876"/>
                  <a:gd name="T6" fmla="*/ 265 w 676"/>
                  <a:gd name="T7" fmla="*/ 117 h 876"/>
                  <a:gd name="T8" fmla="*/ 255 w 676"/>
                  <a:gd name="T9" fmla="*/ 88 h 876"/>
                  <a:gd name="T10" fmla="*/ 240 w 676"/>
                  <a:gd name="T11" fmla="*/ 61 h 876"/>
                  <a:gd name="T12" fmla="*/ 222 w 676"/>
                  <a:gd name="T13" fmla="*/ 38 h 876"/>
                  <a:gd name="T14" fmla="*/ 200 w 676"/>
                  <a:gd name="T15" fmla="*/ 20 h 876"/>
                  <a:gd name="T16" fmla="*/ 176 w 676"/>
                  <a:gd name="T17" fmla="*/ 7 h 876"/>
                  <a:gd name="T18" fmla="*/ 150 w 676"/>
                  <a:gd name="T19" fmla="*/ 1 h 876"/>
                  <a:gd name="T20" fmla="*/ 122 w 676"/>
                  <a:gd name="T21" fmla="*/ 1 h 876"/>
                  <a:gd name="T22" fmla="*/ 95 w 676"/>
                  <a:gd name="T23" fmla="*/ 7 h 876"/>
                  <a:gd name="T24" fmla="*/ 71 w 676"/>
                  <a:gd name="T25" fmla="*/ 20 h 876"/>
                  <a:gd name="T26" fmla="*/ 49 w 676"/>
                  <a:gd name="T27" fmla="*/ 38 h 876"/>
                  <a:gd name="T28" fmla="*/ 31 w 676"/>
                  <a:gd name="T29" fmla="*/ 61 h 876"/>
                  <a:gd name="T30" fmla="*/ 17 w 676"/>
                  <a:gd name="T31" fmla="*/ 88 h 876"/>
                  <a:gd name="T32" fmla="*/ 6 w 676"/>
                  <a:gd name="T33" fmla="*/ 117 h 876"/>
                  <a:gd name="T34" fmla="*/ 1 w 676"/>
                  <a:gd name="T35" fmla="*/ 150 h 876"/>
                  <a:gd name="T36" fmla="*/ 1 w 676"/>
                  <a:gd name="T37" fmla="*/ 185 h 876"/>
                  <a:gd name="T38" fmla="*/ 5 w 676"/>
                  <a:gd name="T39" fmla="*/ 217 h 876"/>
                  <a:gd name="T40" fmla="*/ 15 w 676"/>
                  <a:gd name="T41" fmla="*/ 247 h 876"/>
                  <a:gd name="T42" fmla="*/ 28 w 676"/>
                  <a:gd name="T43" fmla="*/ 274 h 876"/>
                  <a:gd name="T44" fmla="*/ 45 w 676"/>
                  <a:gd name="T45" fmla="*/ 297 h 876"/>
                  <a:gd name="T46" fmla="*/ 66 w 676"/>
                  <a:gd name="T47" fmla="*/ 315 h 876"/>
                  <a:gd name="T48" fmla="*/ 89 w 676"/>
                  <a:gd name="T49" fmla="*/ 328 h 876"/>
                  <a:gd name="T50" fmla="*/ 115 w 676"/>
                  <a:gd name="T51" fmla="*/ 334 h 876"/>
                  <a:gd name="T52" fmla="*/ 133 w 676"/>
                  <a:gd name="T53" fmla="*/ 335 h 876"/>
                  <a:gd name="T54" fmla="*/ 139 w 676"/>
                  <a:gd name="T55" fmla="*/ 335 h 876"/>
                  <a:gd name="T56" fmla="*/ 145 w 676"/>
                  <a:gd name="T57" fmla="*/ 334 h 876"/>
                  <a:gd name="T58" fmla="*/ 151 w 676"/>
                  <a:gd name="T59" fmla="*/ 332 h 876"/>
                  <a:gd name="T60" fmla="*/ 138 w 676"/>
                  <a:gd name="T61" fmla="*/ 389 h 876"/>
                  <a:gd name="T62" fmla="*/ 143 w 676"/>
                  <a:gd name="T63" fmla="*/ 393 h 876"/>
                  <a:gd name="T64" fmla="*/ 157 w 676"/>
                  <a:gd name="T65" fmla="*/ 404 h 876"/>
                  <a:gd name="T66" fmla="*/ 178 w 676"/>
                  <a:gd name="T67" fmla="*/ 419 h 876"/>
                  <a:gd name="T68" fmla="*/ 205 w 676"/>
                  <a:gd name="T69" fmla="*/ 433 h 876"/>
                  <a:gd name="T70" fmla="*/ 220 w 676"/>
                  <a:gd name="T71" fmla="*/ 438 h 876"/>
                  <a:gd name="T72" fmla="*/ 235 w 676"/>
                  <a:gd name="T73" fmla="*/ 438 h 876"/>
                  <a:gd name="T74" fmla="*/ 251 w 676"/>
                  <a:gd name="T75" fmla="*/ 435 h 876"/>
                  <a:gd name="T76" fmla="*/ 266 w 676"/>
                  <a:gd name="T77" fmla="*/ 430 h 876"/>
                  <a:gd name="T78" fmla="*/ 279 w 676"/>
                  <a:gd name="T79" fmla="*/ 423 h 876"/>
                  <a:gd name="T80" fmla="*/ 291 w 676"/>
                  <a:gd name="T81" fmla="*/ 417 h 876"/>
                  <a:gd name="T82" fmla="*/ 301 w 676"/>
                  <a:gd name="T83" fmla="*/ 412 h 876"/>
                  <a:gd name="T84" fmla="*/ 309 w 676"/>
                  <a:gd name="T85" fmla="*/ 408 h 876"/>
                  <a:gd name="T86" fmla="*/ 320 w 676"/>
                  <a:gd name="T87" fmla="*/ 400 h 876"/>
                  <a:gd name="T88" fmla="*/ 329 w 676"/>
                  <a:gd name="T89" fmla="*/ 385 h 876"/>
                  <a:gd name="T90" fmla="*/ 336 w 676"/>
                  <a:gd name="T91" fmla="*/ 372 h 876"/>
                  <a:gd name="T92" fmla="*/ 338 w 676"/>
                  <a:gd name="T93" fmla="*/ 366 h 8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676"/>
                  <a:gd name="T142" fmla="*/ 0 h 876"/>
                  <a:gd name="T143" fmla="*/ 676 w 676"/>
                  <a:gd name="T144" fmla="*/ 876 h 87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676" h="876">
                    <a:moveTo>
                      <a:pt x="521" y="464"/>
                    </a:moveTo>
                    <a:lnTo>
                      <a:pt x="531" y="433"/>
                    </a:lnTo>
                    <a:lnTo>
                      <a:pt x="538" y="402"/>
                    </a:lnTo>
                    <a:lnTo>
                      <a:pt x="541" y="368"/>
                    </a:lnTo>
                    <a:lnTo>
                      <a:pt x="542" y="335"/>
                    </a:lnTo>
                    <a:lnTo>
                      <a:pt x="541" y="300"/>
                    </a:lnTo>
                    <a:lnTo>
                      <a:pt x="536" y="267"/>
                    </a:lnTo>
                    <a:lnTo>
                      <a:pt x="529" y="235"/>
                    </a:lnTo>
                    <a:lnTo>
                      <a:pt x="521" y="205"/>
                    </a:lnTo>
                    <a:lnTo>
                      <a:pt x="510" y="175"/>
                    </a:lnTo>
                    <a:lnTo>
                      <a:pt x="496" y="147"/>
                    </a:lnTo>
                    <a:lnTo>
                      <a:pt x="480" y="122"/>
                    </a:lnTo>
                    <a:lnTo>
                      <a:pt x="463" y="97"/>
                    </a:lnTo>
                    <a:lnTo>
                      <a:pt x="444" y="76"/>
                    </a:lnTo>
                    <a:lnTo>
                      <a:pt x="422" y="57"/>
                    </a:lnTo>
                    <a:lnTo>
                      <a:pt x="400" y="40"/>
                    </a:lnTo>
                    <a:lnTo>
                      <a:pt x="377" y="26"/>
                    </a:lnTo>
                    <a:lnTo>
                      <a:pt x="352" y="15"/>
                    </a:lnTo>
                    <a:lnTo>
                      <a:pt x="326" y="6"/>
                    </a:lnTo>
                    <a:lnTo>
                      <a:pt x="299" y="1"/>
                    </a:lnTo>
                    <a:lnTo>
                      <a:pt x="271" y="0"/>
                    </a:lnTo>
                    <a:lnTo>
                      <a:pt x="244" y="1"/>
                    </a:lnTo>
                    <a:lnTo>
                      <a:pt x="217" y="6"/>
                    </a:lnTo>
                    <a:lnTo>
                      <a:pt x="191" y="15"/>
                    </a:lnTo>
                    <a:lnTo>
                      <a:pt x="166" y="26"/>
                    </a:lnTo>
                    <a:lnTo>
                      <a:pt x="142" y="40"/>
                    </a:lnTo>
                    <a:lnTo>
                      <a:pt x="119" y="57"/>
                    </a:lnTo>
                    <a:lnTo>
                      <a:pt x="99" y="76"/>
                    </a:lnTo>
                    <a:lnTo>
                      <a:pt x="79" y="97"/>
                    </a:lnTo>
                    <a:lnTo>
                      <a:pt x="62" y="122"/>
                    </a:lnTo>
                    <a:lnTo>
                      <a:pt x="46" y="147"/>
                    </a:lnTo>
                    <a:lnTo>
                      <a:pt x="33" y="175"/>
                    </a:lnTo>
                    <a:lnTo>
                      <a:pt x="22" y="205"/>
                    </a:lnTo>
                    <a:lnTo>
                      <a:pt x="12" y="235"/>
                    </a:lnTo>
                    <a:lnTo>
                      <a:pt x="5" y="267"/>
                    </a:lnTo>
                    <a:lnTo>
                      <a:pt x="1" y="300"/>
                    </a:lnTo>
                    <a:lnTo>
                      <a:pt x="0" y="335"/>
                    </a:lnTo>
                    <a:lnTo>
                      <a:pt x="1" y="369"/>
                    </a:lnTo>
                    <a:lnTo>
                      <a:pt x="4" y="402"/>
                    </a:lnTo>
                    <a:lnTo>
                      <a:pt x="11" y="434"/>
                    </a:lnTo>
                    <a:lnTo>
                      <a:pt x="19" y="465"/>
                    </a:lnTo>
                    <a:lnTo>
                      <a:pt x="30" y="494"/>
                    </a:lnTo>
                    <a:lnTo>
                      <a:pt x="42" y="521"/>
                    </a:lnTo>
                    <a:lnTo>
                      <a:pt x="57" y="548"/>
                    </a:lnTo>
                    <a:lnTo>
                      <a:pt x="73" y="571"/>
                    </a:lnTo>
                    <a:lnTo>
                      <a:pt x="91" y="593"/>
                    </a:lnTo>
                    <a:lnTo>
                      <a:pt x="111" y="612"/>
                    </a:lnTo>
                    <a:lnTo>
                      <a:pt x="132" y="630"/>
                    </a:lnTo>
                    <a:lnTo>
                      <a:pt x="155" y="644"/>
                    </a:lnTo>
                    <a:lnTo>
                      <a:pt x="179" y="655"/>
                    </a:lnTo>
                    <a:lnTo>
                      <a:pt x="205" y="663"/>
                    </a:lnTo>
                    <a:lnTo>
                      <a:pt x="231" y="668"/>
                    </a:lnTo>
                    <a:lnTo>
                      <a:pt x="259" y="670"/>
                    </a:lnTo>
                    <a:lnTo>
                      <a:pt x="265" y="670"/>
                    </a:lnTo>
                    <a:lnTo>
                      <a:pt x="270" y="669"/>
                    </a:lnTo>
                    <a:lnTo>
                      <a:pt x="277" y="669"/>
                    </a:lnTo>
                    <a:lnTo>
                      <a:pt x="283" y="668"/>
                    </a:lnTo>
                    <a:lnTo>
                      <a:pt x="290" y="667"/>
                    </a:lnTo>
                    <a:lnTo>
                      <a:pt x="296" y="665"/>
                    </a:lnTo>
                    <a:lnTo>
                      <a:pt x="301" y="664"/>
                    </a:lnTo>
                    <a:lnTo>
                      <a:pt x="307" y="663"/>
                    </a:lnTo>
                    <a:lnTo>
                      <a:pt x="276" y="778"/>
                    </a:lnTo>
                    <a:lnTo>
                      <a:pt x="278" y="781"/>
                    </a:lnTo>
                    <a:lnTo>
                      <a:pt x="285" y="786"/>
                    </a:lnTo>
                    <a:lnTo>
                      <a:pt x="298" y="797"/>
                    </a:lnTo>
                    <a:lnTo>
                      <a:pt x="313" y="808"/>
                    </a:lnTo>
                    <a:lnTo>
                      <a:pt x="333" y="822"/>
                    </a:lnTo>
                    <a:lnTo>
                      <a:pt x="356" y="837"/>
                    </a:lnTo>
                    <a:lnTo>
                      <a:pt x="381" y="852"/>
                    </a:lnTo>
                    <a:lnTo>
                      <a:pt x="410" y="866"/>
                    </a:lnTo>
                    <a:lnTo>
                      <a:pt x="425" y="872"/>
                    </a:lnTo>
                    <a:lnTo>
                      <a:pt x="440" y="875"/>
                    </a:lnTo>
                    <a:lnTo>
                      <a:pt x="456" y="876"/>
                    </a:lnTo>
                    <a:lnTo>
                      <a:pt x="471" y="875"/>
                    </a:lnTo>
                    <a:lnTo>
                      <a:pt x="487" y="873"/>
                    </a:lnTo>
                    <a:lnTo>
                      <a:pt x="502" y="869"/>
                    </a:lnTo>
                    <a:lnTo>
                      <a:pt x="517" y="865"/>
                    </a:lnTo>
                    <a:lnTo>
                      <a:pt x="531" y="859"/>
                    </a:lnTo>
                    <a:lnTo>
                      <a:pt x="544" y="853"/>
                    </a:lnTo>
                    <a:lnTo>
                      <a:pt x="558" y="846"/>
                    </a:lnTo>
                    <a:lnTo>
                      <a:pt x="571" y="839"/>
                    </a:lnTo>
                    <a:lnTo>
                      <a:pt x="582" y="834"/>
                    </a:lnTo>
                    <a:lnTo>
                      <a:pt x="593" y="828"/>
                    </a:lnTo>
                    <a:lnTo>
                      <a:pt x="602" y="823"/>
                    </a:lnTo>
                    <a:lnTo>
                      <a:pt x="610" y="819"/>
                    </a:lnTo>
                    <a:lnTo>
                      <a:pt x="617" y="816"/>
                    </a:lnTo>
                    <a:lnTo>
                      <a:pt x="629" y="809"/>
                    </a:lnTo>
                    <a:lnTo>
                      <a:pt x="640" y="799"/>
                    </a:lnTo>
                    <a:lnTo>
                      <a:pt x="649" y="785"/>
                    </a:lnTo>
                    <a:lnTo>
                      <a:pt x="658" y="770"/>
                    </a:lnTo>
                    <a:lnTo>
                      <a:pt x="665" y="755"/>
                    </a:lnTo>
                    <a:lnTo>
                      <a:pt x="671" y="743"/>
                    </a:lnTo>
                    <a:lnTo>
                      <a:pt x="675" y="735"/>
                    </a:lnTo>
                    <a:lnTo>
                      <a:pt x="676" y="731"/>
                    </a:lnTo>
                    <a:lnTo>
                      <a:pt x="521" y="464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0" name="Freeform 120"/>
              <p:cNvSpPr>
                <a:spLocks/>
              </p:cNvSpPr>
              <p:nvPr/>
            </p:nvSpPr>
            <p:spPr bwMode="auto">
              <a:xfrm>
                <a:off x="3005" y="2536"/>
                <a:ext cx="491" cy="398"/>
              </a:xfrm>
              <a:custGeom>
                <a:avLst/>
                <a:gdLst>
                  <a:gd name="T0" fmla="*/ 488 w 983"/>
                  <a:gd name="T1" fmla="*/ 180 h 798"/>
                  <a:gd name="T2" fmla="*/ 481 w 983"/>
                  <a:gd name="T3" fmla="*/ 151 h 798"/>
                  <a:gd name="T4" fmla="*/ 470 w 983"/>
                  <a:gd name="T5" fmla="*/ 129 h 798"/>
                  <a:gd name="T6" fmla="*/ 450 w 983"/>
                  <a:gd name="T7" fmla="*/ 100 h 798"/>
                  <a:gd name="T8" fmla="*/ 425 w 983"/>
                  <a:gd name="T9" fmla="*/ 79 h 798"/>
                  <a:gd name="T10" fmla="*/ 391 w 983"/>
                  <a:gd name="T11" fmla="*/ 71 h 798"/>
                  <a:gd name="T12" fmla="*/ 360 w 983"/>
                  <a:gd name="T13" fmla="*/ 75 h 798"/>
                  <a:gd name="T14" fmla="*/ 332 w 983"/>
                  <a:gd name="T15" fmla="*/ 81 h 798"/>
                  <a:gd name="T16" fmla="*/ 311 w 983"/>
                  <a:gd name="T17" fmla="*/ 62 h 798"/>
                  <a:gd name="T18" fmla="*/ 282 w 983"/>
                  <a:gd name="T19" fmla="*/ 35 h 798"/>
                  <a:gd name="T20" fmla="*/ 243 w 983"/>
                  <a:gd name="T21" fmla="*/ 13 h 798"/>
                  <a:gd name="T22" fmla="*/ 216 w 983"/>
                  <a:gd name="T23" fmla="*/ 4 h 798"/>
                  <a:gd name="T24" fmla="*/ 188 w 983"/>
                  <a:gd name="T25" fmla="*/ 0 h 798"/>
                  <a:gd name="T26" fmla="*/ 158 w 983"/>
                  <a:gd name="T27" fmla="*/ 1 h 798"/>
                  <a:gd name="T28" fmla="*/ 132 w 983"/>
                  <a:gd name="T29" fmla="*/ 5 h 798"/>
                  <a:gd name="T30" fmla="*/ 109 w 983"/>
                  <a:gd name="T31" fmla="*/ 8 h 798"/>
                  <a:gd name="T32" fmla="*/ 87 w 983"/>
                  <a:gd name="T33" fmla="*/ 13 h 798"/>
                  <a:gd name="T34" fmla="*/ 69 w 983"/>
                  <a:gd name="T35" fmla="*/ 18 h 798"/>
                  <a:gd name="T36" fmla="*/ 53 w 983"/>
                  <a:gd name="T37" fmla="*/ 25 h 798"/>
                  <a:gd name="T38" fmla="*/ 20 w 983"/>
                  <a:gd name="T39" fmla="*/ 48 h 798"/>
                  <a:gd name="T40" fmla="*/ 3 w 983"/>
                  <a:gd name="T41" fmla="*/ 79 h 798"/>
                  <a:gd name="T42" fmla="*/ 1 w 983"/>
                  <a:gd name="T43" fmla="*/ 115 h 798"/>
                  <a:gd name="T44" fmla="*/ 11 w 983"/>
                  <a:gd name="T45" fmla="*/ 144 h 798"/>
                  <a:gd name="T46" fmla="*/ 34 w 983"/>
                  <a:gd name="T47" fmla="*/ 166 h 798"/>
                  <a:gd name="T48" fmla="*/ 67 w 983"/>
                  <a:gd name="T49" fmla="*/ 182 h 798"/>
                  <a:gd name="T50" fmla="*/ 109 w 983"/>
                  <a:gd name="T51" fmla="*/ 194 h 798"/>
                  <a:gd name="T52" fmla="*/ 159 w 983"/>
                  <a:gd name="T53" fmla="*/ 202 h 798"/>
                  <a:gd name="T54" fmla="*/ 179 w 983"/>
                  <a:gd name="T55" fmla="*/ 209 h 798"/>
                  <a:gd name="T56" fmla="*/ 199 w 983"/>
                  <a:gd name="T57" fmla="*/ 222 h 798"/>
                  <a:gd name="T58" fmla="*/ 210 w 983"/>
                  <a:gd name="T59" fmla="*/ 301 h 798"/>
                  <a:gd name="T60" fmla="*/ 216 w 983"/>
                  <a:gd name="T61" fmla="*/ 316 h 798"/>
                  <a:gd name="T62" fmla="*/ 237 w 983"/>
                  <a:gd name="T63" fmla="*/ 350 h 798"/>
                  <a:gd name="T64" fmla="*/ 269 w 983"/>
                  <a:gd name="T65" fmla="*/ 382 h 798"/>
                  <a:gd name="T66" fmla="*/ 298 w 983"/>
                  <a:gd name="T67" fmla="*/ 398 h 798"/>
                  <a:gd name="T68" fmla="*/ 324 w 983"/>
                  <a:gd name="T69" fmla="*/ 393 h 798"/>
                  <a:gd name="T70" fmla="*/ 344 w 983"/>
                  <a:gd name="T71" fmla="*/ 368 h 798"/>
                  <a:gd name="T72" fmla="*/ 347 w 983"/>
                  <a:gd name="T73" fmla="*/ 341 h 798"/>
                  <a:gd name="T74" fmla="*/ 345 w 983"/>
                  <a:gd name="T75" fmla="*/ 328 h 798"/>
                  <a:gd name="T76" fmla="*/ 355 w 983"/>
                  <a:gd name="T77" fmla="*/ 336 h 798"/>
                  <a:gd name="T78" fmla="*/ 378 w 983"/>
                  <a:gd name="T79" fmla="*/ 347 h 798"/>
                  <a:gd name="T80" fmla="*/ 405 w 983"/>
                  <a:gd name="T81" fmla="*/ 349 h 798"/>
                  <a:gd name="T82" fmla="*/ 443 w 983"/>
                  <a:gd name="T83" fmla="*/ 330 h 798"/>
                  <a:gd name="T84" fmla="*/ 477 w 983"/>
                  <a:gd name="T85" fmla="*/ 291 h 798"/>
                  <a:gd name="T86" fmla="*/ 490 w 983"/>
                  <a:gd name="T87" fmla="*/ 236 h 7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83"/>
                  <a:gd name="T133" fmla="*/ 0 h 798"/>
                  <a:gd name="T134" fmla="*/ 983 w 983"/>
                  <a:gd name="T135" fmla="*/ 798 h 7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83" h="798">
                    <a:moveTo>
                      <a:pt x="982" y="406"/>
                    </a:moveTo>
                    <a:lnTo>
                      <a:pt x="979" y="383"/>
                    </a:lnTo>
                    <a:lnTo>
                      <a:pt x="977" y="361"/>
                    </a:lnTo>
                    <a:lnTo>
                      <a:pt x="972" y="341"/>
                    </a:lnTo>
                    <a:lnTo>
                      <a:pt x="968" y="322"/>
                    </a:lnTo>
                    <a:lnTo>
                      <a:pt x="962" y="303"/>
                    </a:lnTo>
                    <a:lnTo>
                      <a:pt x="955" y="287"/>
                    </a:lnTo>
                    <a:lnTo>
                      <a:pt x="948" y="272"/>
                    </a:lnTo>
                    <a:lnTo>
                      <a:pt x="940" y="259"/>
                    </a:lnTo>
                    <a:lnTo>
                      <a:pt x="926" y="238"/>
                    </a:lnTo>
                    <a:lnTo>
                      <a:pt x="914" y="218"/>
                    </a:lnTo>
                    <a:lnTo>
                      <a:pt x="900" y="200"/>
                    </a:lnTo>
                    <a:lnTo>
                      <a:pt x="886" y="184"/>
                    </a:lnTo>
                    <a:lnTo>
                      <a:pt x="870" y="171"/>
                    </a:lnTo>
                    <a:lnTo>
                      <a:pt x="850" y="159"/>
                    </a:lnTo>
                    <a:lnTo>
                      <a:pt x="829" y="150"/>
                    </a:lnTo>
                    <a:lnTo>
                      <a:pt x="803" y="144"/>
                    </a:lnTo>
                    <a:lnTo>
                      <a:pt x="782" y="143"/>
                    </a:lnTo>
                    <a:lnTo>
                      <a:pt x="762" y="144"/>
                    </a:lnTo>
                    <a:lnTo>
                      <a:pt x="741" y="147"/>
                    </a:lnTo>
                    <a:lnTo>
                      <a:pt x="720" y="150"/>
                    </a:lnTo>
                    <a:lnTo>
                      <a:pt x="701" y="155"/>
                    </a:lnTo>
                    <a:lnTo>
                      <a:pt x="682" y="158"/>
                    </a:lnTo>
                    <a:lnTo>
                      <a:pt x="665" y="162"/>
                    </a:lnTo>
                    <a:lnTo>
                      <a:pt x="651" y="164"/>
                    </a:lnTo>
                    <a:lnTo>
                      <a:pt x="638" y="144"/>
                    </a:lnTo>
                    <a:lnTo>
                      <a:pt x="622" y="125"/>
                    </a:lnTo>
                    <a:lnTo>
                      <a:pt x="605" y="105"/>
                    </a:lnTo>
                    <a:lnTo>
                      <a:pt x="586" y="87"/>
                    </a:lnTo>
                    <a:lnTo>
                      <a:pt x="564" y="70"/>
                    </a:lnTo>
                    <a:lnTo>
                      <a:pt x="539" y="53"/>
                    </a:lnTo>
                    <a:lnTo>
                      <a:pt x="514" y="38"/>
                    </a:lnTo>
                    <a:lnTo>
                      <a:pt x="486" y="26"/>
                    </a:lnTo>
                    <a:lnTo>
                      <a:pt x="469" y="19"/>
                    </a:lnTo>
                    <a:lnTo>
                      <a:pt x="451" y="13"/>
                    </a:lnTo>
                    <a:lnTo>
                      <a:pt x="432" y="9"/>
                    </a:lnTo>
                    <a:lnTo>
                      <a:pt x="414" y="5"/>
                    </a:lnTo>
                    <a:lnTo>
                      <a:pt x="395" y="2"/>
                    </a:lnTo>
                    <a:lnTo>
                      <a:pt x="376" y="0"/>
                    </a:lnTo>
                    <a:lnTo>
                      <a:pt x="355" y="0"/>
                    </a:lnTo>
                    <a:lnTo>
                      <a:pt x="336" y="2"/>
                    </a:lnTo>
                    <a:lnTo>
                      <a:pt x="317" y="3"/>
                    </a:lnTo>
                    <a:lnTo>
                      <a:pt x="299" y="5"/>
                    </a:lnTo>
                    <a:lnTo>
                      <a:pt x="281" y="7"/>
                    </a:lnTo>
                    <a:lnTo>
                      <a:pt x="265" y="10"/>
                    </a:lnTo>
                    <a:lnTo>
                      <a:pt x="249" y="12"/>
                    </a:lnTo>
                    <a:lnTo>
                      <a:pt x="233" y="14"/>
                    </a:lnTo>
                    <a:lnTo>
                      <a:pt x="218" y="17"/>
                    </a:lnTo>
                    <a:lnTo>
                      <a:pt x="203" y="20"/>
                    </a:lnTo>
                    <a:lnTo>
                      <a:pt x="189" y="23"/>
                    </a:lnTo>
                    <a:lnTo>
                      <a:pt x="175" y="27"/>
                    </a:lnTo>
                    <a:lnTo>
                      <a:pt x="163" y="30"/>
                    </a:lnTo>
                    <a:lnTo>
                      <a:pt x="150" y="34"/>
                    </a:lnTo>
                    <a:lnTo>
                      <a:pt x="139" y="37"/>
                    </a:lnTo>
                    <a:lnTo>
                      <a:pt x="127" y="42"/>
                    </a:lnTo>
                    <a:lnTo>
                      <a:pt x="117" y="47"/>
                    </a:lnTo>
                    <a:lnTo>
                      <a:pt x="106" y="51"/>
                    </a:lnTo>
                    <a:lnTo>
                      <a:pt x="81" y="65"/>
                    </a:lnTo>
                    <a:lnTo>
                      <a:pt x="59" y="80"/>
                    </a:lnTo>
                    <a:lnTo>
                      <a:pt x="41" y="97"/>
                    </a:lnTo>
                    <a:lnTo>
                      <a:pt x="26" y="116"/>
                    </a:lnTo>
                    <a:lnTo>
                      <a:pt x="14" y="136"/>
                    </a:lnTo>
                    <a:lnTo>
                      <a:pt x="6" y="159"/>
                    </a:lnTo>
                    <a:lnTo>
                      <a:pt x="2" y="184"/>
                    </a:lnTo>
                    <a:lnTo>
                      <a:pt x="0" y="209"/>
                    </a:lnTo>
                    <a:lnTo>
                      <a:pt x="2" y="231"/>
                    </a:lnTo>
                    <a:lnTo>
                      <a:pt x="6" y="252"/>
                    </a:lnTo>
                    <a:lnTo>
                      <a:pt x="13" y="271"/>
                    </a:lnTo>
                    <a:lnTo>
                      <a:pt x="23" y="288"/>
                    </a:lnTo>
                    <a:lnTo>
                      <a:pt x="36" y="305"/>
                    </a:lnTo>
                    <a:lnTo>
                      <a:pt x="51" y="320"/>
                    </a:lnTo>
                    <a:lnTo>
                      <a:pt x="68" y="332"/>
                    </a:lnTo>
                    <a:lnTo>
                      <a:pt x="88" y="344"/>
                    </a:lnTo>
                    <a:lnTo>
                      <a:pt x="110" y="355"/>
                    </a:lnTo>
                    <a:lnTo>
                      <a:pt x="134" y="365"/>
                    </a:lnTo>
                    <a:lnTo>
                      <a:pt x="161" y="374"/>
                    </a:lnTo>
                    <a:lnTo>
                      <a:pt x="189" y="382"/>
                    </a:lnTo>
                    <a:lnTo>
                      <a:pt x="219" y="389"/>
                    </a:lnTo>
                    <a:lnTo>
                      <a:pt x="250" y="394"/>
                    </a:lnTo>
                    <a:lnTo>
                      <a:pt x="285" y="400"/>
                    </a:lnTo>
                    <a:lnTo>
                      <a:pt x="319" y="406"/>
                    </a:lnTo>
                    <a:lnTo>
                      <a:pt x="330" y="408"/>
                    </a:lnTo>
                    <a:lnTo>
                      <a:pt x="344" y="413"/>
                    </a:lnTo>
                    <a:lnTo>
                      <a:pt x="359" y="419"/>
                    </a:lnTo>
                    <a:lnTo>
                      <a:pt x="374" y="427"/>
                    </a:lnTo>
                    <a:lnTo>
                      <a:pt x="386" y="436"/>
                    </a:lnTo>
                    <a:lnTo>
                      <a:pt x="398" y="445"/>
                    </a:lnTo>
                    <a:lnTo>
                      <a:pt x="405" y="456"/>
                    </a:lnTo>
                    <a:lnTo>
                      <a:pt x="407" y="467"/>
                    </a:lnTo>
                    <a:lnTo>
                      <a:pt x="421" y="603"/>
                    </a:lnTo>
                    <a:lnTo>
                      <a:pt x="422" y="606"/>
                    </a:lnTo>
                    <a:lnTo>
                      <a:pt x="427" y="618"/>
                    </a:lnTo>
                    <a:lnTo>
                      <a:pt x="433" y="634"/>
                    </a:lnTo>
                    <a:lnTo>
                      <a:pt x="445" y="655"/>
                    </a:lnTo>
                    <a:lnTo>
                      <a:pt x="458" y="678"/>
                    </a:lnTo>
                    <a:lnTo>
                      <a:pt x="474" y="702"/>
                    </a:lnTo>
                    <a:lnTo>
                      <a:pt x="493" y="725"/>
                    </a:lnTo>
                    <a:lnTo>
                      <a:pt x="516" y="747"/>
                    </a:lnTo>
                    <a:lnTo>
                      <a:pt x="539" y="765"/>
                    </a:lnTo>
                    <a:lnTo>
                      <a:pt x="560" y="779"/>
                    </a:lnTo>
                    <a:lnTo>
                      <a:pt x="579" y="790"/>
                    </a:lnTo>
                    <a:lnTo>
                      <a:pt x="597" y="797"/>
                    </a:lnTo>
                    <a:lnTo>
                      <a:pt x="614" y="798"/>
                    </a:lnTo>
                    <a:lnTo>
                      <a:pt x="630" y="794"/>
                    </a:lnTo>
                    <a:lnTo>
                      <a:pt x="648" y="787"/>
                    </a:lnTo>
                    <a:lnTo>
                      <a:pt x="665" y="774"/>
                    </a:lnTo>
                    <a:lnTo>
                      <a:pt x="680" y="756"/>
                    </a:lnTo>
                    <a:lnTo>
                      <a:pt x="689" y="738"/>
                    </a:lnTo>
                    <a:lnTo>
                      <a:pt x="694" y="718"/>
                    </a:lnTo>
                    <a:lnTo>
                      <a:pt x="696" y="700"/>
                    </a:lnTo>
                    <a:lnTo>
                      <a:pt x="695" y="684"/>
                    </a:lnTo>
                    <a:lnTo>
                      <a:pt x="693" y="670"/>
                    </a:lnTo>
                    <a:lnTo>
                      <a:pt x="691" y="662"/>
                    </a:lnTo>
                    <a:lnTo>
                      <a:pt x="690" y="658"/>
                    </a:lnTo>
                    <a:lnTo>
                      <a:pt x="693" y="661"/>
                    </a:lnTo>
                    <a:lnTo>
                      <a:pt x="700" y="665"/>
                    </a:lnTo>
                    <a:lnTo>
                      <a:pt x="710" y="673"/>
                    </a:lnTo>
                    <a:lnTo>
                      <a:pt x="724" y="681"/>
                    </a:lnTo>
                    <a:lnTo>
                      <a:pt x="739" y="689"/>
                    </a:lnTo>
                    <a:lnTo>
                      <a:pt x="756" y="696"/>
                    </a:lnTo>
                    <a:lnTo>
                      <a:pt x="773" y="701"/>
                    </a:lnTo>
                    <a:lnTo>
                      <a:pt x="791" y="702"/>
                    </a:lnTo>
                    <a:lnTo>
                      <a:pt x="810" y="699"/>
                    </a:lnTo>
                    <a:lnTo>
                      <a:pt x="834" y="689"/>
                    </a:lnTo>
                    <a:lnTo>
                      <a:pt x="860" y="677"/>
                    </a:lnTo>
                    <a:lnTo>
                      <a:pt x="886" y="661"/>
                    </a:lnTo>
                    <a:lnTo>
                      <a:pt x="911" y="639"/>
                    </a:lnTo>
                    <a:lnTo>
                      <a:pt x="934" y="613"/>
                    </a:lnTo>
                    <a:lnTo>
                      <a:pt x="954" y="583"/>
                    </a:lnTo>
                    <a:lnTo>
                      <a:pt x="967" y="550"/>
                    </a:lnTo>
                    <a:lnTo>
                      <a:pt x="975" y="512"/>
                    </a:lnTo>
                    <a:lnTo>
                      <a:pt x="981" y="474"/>
                    </a:lnTo>
                    <a:lnTo>
                      <a:pt x="983" y="439"/>
                    </a:lnTo>
                    <a:lnTo>
                      <a:pt x="982" y="406"/>
                    </a:lnTo>
                    <a:close/>
                  </a:path>
                </a:pathLst>
              </a:custGeom>
              <a:solidFill>
                <a:srgbClr val="66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1" name="Freeform 121"/>
              <p:cNvSpPr>
                <a:spLocks/>
              </p:cNvSpPr>
              <p:nvPr/>
            </p:nvSpPr>
            <p:spPr bwMode="auto">
              <a:xfrm>
                <a:off x="2615" y="3448"/>
                <a:ext cx="675" cy="230"/>
              </a:xfrm>
              <a:custGeom>
                <a:avLst/>
                <a:gdLst>
                  <a:gd name="T0" fmla="*/ 10 w 1349"/>
                  <a:gd name="T1" fmla="*/ 230 h 461"/>
                  <a:gd name="T2" fmla="*/ 675 w 1349"/>
                  <a:gd name="T3" fmla="*/ 230 h 461"/>
                  <a:gd name="T4" fmla="*/ 529 w 1349"/>
                  <a:gd name="T5" fmla="*/ 41 h 461"/>
                  <a:gd name="T6" fmla="*/ 528 w 1349"/>
                  <a:gd name="T7" fmla="*/ 41 h 461"/>
                  <a:gd name="T8" fmla="*/ 525 w 1349"/>
                  <a:gd name="T9" fmla="*/ 41 h 461"/>
                  <a:gd name="T10" fmla="*/ 521 w 1349"/>
                  <a:gd name="T11" fmla="*/ 40 h 461"/>
                  <a:gd name="T12" fmla="*/ 516 w 1349"/>
                  <a:gd name="T13" fmla="*/ 39 h 461"/>
                  <a:gd name="T14" fmla="*/ 509 w 1349"/>
                  <a:gd name="T15" fmla="*/ 37 h 461"/>
                  <a:gd name="T16" fmla="*/ 501 w 1349"/>
                  <a:gd name="T17" fmla="*/ 36 h 461"/>
                  <a:gd name="T18" fmla="*/ 492 w 1349"/>
                  <a:gd name="T19" fmla="*/ 34 h 461"/>
                  <a:gd name="T20" fmla="*/ 482 w 1349"/>
                  <a:gd name="T21" fmla="*/ 32 h 461"/>
                  <a:gd name="T22" fmla="*/ 471 w 1349"/>
                  <a:gd name="T23" fmla="*/ 30 h 461"/>
                  <a:gd name="T24" fmla="*/ 458 w 1349"/>
                  <a:gd name="T25" fmla="*/ 28 h 461"/>
                  <a:gd name="T26" fmla="*/ 446 w 1349"/>
                  <a:gd name="T27" fmla="*/ 26 h 461"/>
                  <a:gd name="T28" fmla="*/ 432 w 1349"/>
                  <a:gd name="T29" fmla="*/ 23 h 461"/>
                  <a:gd name="T30" fmla="*/ 418 w 1349"/>
                  <a:gd name="T31" fmla="*/ 21 h 461"/>
                  <a:gd name="T32" fmla="*/ 403 w 1349"/>
                  <a:gd name="T33" fmla="*/ 19 h 461"/>
                  <a:gd name="T34" fmla="*/ 388 w 1349"/>
                  <a:gd name="T35" fmla="*/ 17 h 461"/>
                  <a:gd name="T36" fmla="*/ 372 w 1349"/>
                  <a:gd name="T37" fmla="*/ 14 h 461"/>
                  <a:gd name="T38" fmla="*/ 356 w 1349"/>
                  <a:gd name="T39" fmla="*/ 12 h 461"/>
                  <a:gd name="T40" fmla="*/ 340 w 1349"/>
                  <a:gd name="T41" fmla="*/ 10 h 461"/>
                  <a:gd name="T42" fmla="*/ 324 w 1349"/>
                  <a:gd name="T43" fmla="*/ 8 h 461"/>
                  <a:gd name="T44" fmla="*/ 308 w 1349"/>
                  <a:gd name="T45" fmla="*/ 6 h 461"/>
                  <a:gd name="T46" fmla="*/ 291 w 1349"/>
                  <a:gd name="T47" fmla="*/ 4 h 461"/>
                  <a:gd name="T48" fmla="*/ 275 w 1349"/>
                  <a:gd name="T49" fmla="*/ 3 h 461"/>
                  <a:gd name="T50" fmla="*/ 260 w 1349"/>
                  <a:gd name="T51" fmla="*/ 2 h 461"/>
                  <a:gd name="T52" fmla="*/ 244 w 1349"/>
                  <a:gd name="T53" fmla="*/ 1 h 461"/>
                  <a:gd name="T54" fmla="*/ 230 w 1349"/>
                  <a:gd name="T55" fmla="*/ 0 h 461"/>
                  <a:gd name="T56" fmla="*/ 215 w 1349"/>
                  <a:gd name="T57" fmla="*/ 0 h 461"/>
                  <a:gd name="T58" fmla="*/ 202 w 1349"/>
                  <a:gd name="T59" fmla="*/ 0 h 461"/>
                  <a:gd name="T60" fmla="*/ 188 w 1349"/>
                  <a:gd name="T61" fmla="*/ 0 h 461"/>
                  <a:gd name="T62" fmla="*/ 176 w 1349"/>
                  <a:gd name="T63" fmla="*/ 2 h 461"/>
                  <a:gd name="T64" fmla="*/ 165 w 1349"/>
                  <a:gd name="T65" fmla="*/ 3 h 461"/>
                  <a:gd name="T66" fmla="*/ 154 w 1349"/>
                  <a:gd name="T67" fmla="*/ 4 h 461"/>
                  <a:gd name="T68" fmla="*/ 145 w 1349"/>
                  <a:gd name="T69" fmla="*/ 7 h 461"/>
                  <a:gd name="T70" fmla="*/ 138 w 1349"/>
                  <a:gd name="T71" fmla="*/ 9 h 461"/>
                  <a:gd name="T72" fmla="*/ 131 w 1349"/>
                  <a:gd name="T73" fmla="*/ 11 h 461"/>
                  <a:gd name="T74" fmla="*/ 124 w 1349"/>
                  <a:gd name="T75" fmla="*/ 14 h 461"/>
                  <a:gd name="T76" fmla="*/ 116 w 1349"/>
                  <a:gd name="T77" fmla="*/ 17 h 461"/>
                  <a:gd name="T78" fmla="*/ 108 w 1349"/>
                  <a:gd name="T79" fmla="*/ 21 h 461"/>
                  <a:gd name="T80" fmla="*/ 99 w 1349"/>
                  <a:gd name="T81" fmla="*/ 25 h 461"/>
                  <a:gd name="T82" fmla="*/ 91 w 1349"/>
                  <a:gd name="T83" fmla="*/ 30 h 461"/>
                  <a:gd name="T84" fmla="*/ 82 w 1349"/>
                  <a:gd name="T85" fmla="*/ 34 h 461"/>
                  <a:gd name="T86" fmla="*/ 74 w 1349"/>
                  <a:gd name="T87" fmla="*/ 40 h 461"/>
                  <a:gd name="T88" fmla="*/ 66 w 1349"/>
                  <a:gd name="T89" fmla="*/ 45 h 461"/>
                  <a:gd name="T90" fmla="*/ 58 w 1349"/>
                  <a:gd name="T91" fmla="*/ 51 h 461"/>
                  <a:gd name="T92" fmla="*/ 50 w 1349"/>
                  <a:gd name="T93" fmla="*/ 57 h 461"/>
                  <a:gd name="T94" fmla="*/ 42 w 1349"/>
                  <a:gd name="T95" fmla="*/ 64 h 461"/>
                  <a:gd name="T96" fmla="*/ 35 w 1349"/>
                  <a:gd name="T97" fmla="*/ 71 h 461"/>
                  <a:gd name="T98" fmla="*/ 29 w 1349"/>
                  <a:gd name="T99" fmla="*/ 79 h 461"/>
                  <a:gd name="T100" fmla="*/ 23 w 1349"/>
                  <a:gd name="T101" fmla="*/ 87 h 461"/>
                  <a:gd name="T102" fmla="*/ 10 w 1349"/>
                  <a:gd name="T103" fmla="*/ 111 h 461"/>
                  <a:gd name="T104" fmla="*/ 3 w 1349"/>
                  <a:gd name="T105" fmla="*/ 135 h 461"/>
                  <a:gd name="T106" fmla="*/ 0 w 1349"/>
                  <a:gd name="T107" fmla="*/ 159 h 461"/>
                  <a:gd name="T108" fmla="*/ 0 w 1349"/>
                  <a:gd name="T109" fmla="*/ 182 h 461"/>
                  <a:gd name="T110" fmla="*/ 3 w 1349"/>
                  <a:gd name="T111" fmla="*/ 202 h 461"/>
                  <a:gd name="T112" fmla="*/ 6 w 1349"/>
                  <a:gd name="T113" fmla="*/ 216 h 461"/>
                  <a:gd name="T114" fmla="*/ 9 w 1349"/>
                  <a:gd name="T115" fmla="*/ 227 h 461"/>
                  <a:gd name="T116" fmla="*/ 10 w 1349"/>
                  <a:gd name="T117" fmla="*/ 230 h 46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49"/>
                  <a:gd name="T178" fmla="*/ 0 h 461"/>
                  <a:gd name="T179" fmla="*/ 1349 w 1349"/>
                  <a:gd name="T180" fmla="*/ 461 h 46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49" h="461">
                    <a:moveTo>
                      <a:pt x="19" y="461"/>
                    </a:moveTo>
                    <a:lnTo>
                      <a:pt x="1349" y="461"/>
                    </a:lnTo>
                    <a:lnTo>
                      <a:pt x="1057" y="83"/>
                    </a:lnTo>
                    <a:lnTo>
                      <a:pt x="1056" y="83"/>
                    </a:lnTo>
                    <a:lnTo>
                      <a:pt x="1050" y="82"/>
                    </a:lnTo>
                    <a:lnTo>
                      <a:pt x="1042" y="80"/>
                    </a:lnTo>
                    <a:lnTo>
                      <a:pt x="1031" y="79"/>
                    </a:lnTo>
                    <a:lnTo>
                      <a:pt x="1018" y="75"/>
                    </a:lnTo>
                    <a:lnTo>
                      <a:pt x="1002" y="73"/>
                    </a:lnTo>
                    <a:lnTo>
                      <a:pt x="984" y="68"/>
                    </a:lnTo>
                    <a:lnTo>
                      <a:pt x="964" y="65"/>
                    </a:lnTo>
                    <a:lnTo>
                      <a:pt x="941" y="61"/>
                    </a:lnTo>
                    <a:lnTo>
                      <a:pt x="916" y="57"/>
                    </a:lnTo>
                    <a:lnTo>
                      <a:pt x="891" y="52"/>
                    </a:lnTo>
                    <a:lnTo>
                      <a:pt x="863" y="47"/>
                    </a:lnTo>
                    <a:lnTo>
                      <a:pt x="835" y="43"/>
                    </a:lnTo>
                    <a:lnTo>
                      <a:pt x="805" y="38"/>
                    </a:lnTo>
                    <a:lnTo>
                      <a:pt x="775" y="34"/>
                    </a:lnTo>
                    <a:lnTo>
                      <a:pt x="744" y="29"/>
                    </a:lnTo>
                    <a:lnTo>
                      <a:pt x="711" y="24"/>
                    </a:lnTo>
                    <a:lnTo>
                      <a:pt x="679" y="20"/>
                    </a:lnTo>
                    <a:lnTo>
                      <a:pt x="647" y="16"/>
                    </a:lnTo>
                    <a:lnTo>
                      <a:pt x="615" y="13"/>
                    </a:lnTo>
                    <a:lnTo>
                      <a:pt x="582" y="9"/>
                    </a:lnTo>
                    <a:lnTo>
                      <a:pt x="550" y="7"/>
                    </a:lnTo>
                    <a:lnTo>
                      <a:pt x="519" y="5"/>
                    </a:lnTo>
                    <a:lnTo>
                      <a:pt x="488" y="3"/>
                    </a:lnTo>
                    <a:lnTo>
                      <a:pt x="459" y="1"/>
                    </a:lnTo>
                    <a:lnTo>
                      <a:pt x="430" y="0"/>
                    </a:lnTo>
                    <a:lnTo>
                      <a:pt x="403" y="1"/>
                    </a:lnTo>
                    <a:lnTo>
                      <a:pt x="376" y="1"/>
                    </a:lnTo>
                    <a:lnTo>
                      <a:pt x="352" y="4"/>
                    </a:lnTo>
                    <a:lnTo>
                      <a:pt x="329" y="6"/>
                    </a:lnTo>
                    <a:lnTo>
                      <a:pt x="308" y="9"/>
                    </a:lnTo>
                    <a:lnTo>
                      <a:pt x="290" y="14"/>
                    </a:lnTo>
                    <a:lnTo>
                      <a:pt x="276" y="19"/>
                    </a:lnTo>
                    <a:lnTo>
                      <a:pt x="262" y="23"/>
                    </a:lnTo>
                    <a:lnTo>
                      <a:pt x="247" y="29"/>
                    </a:lnTo>
                    <a:lnTo>
                      <a:pt x="231" y="35"/>
                    </a:lnTo>
                    <a:lnTo>
                      <a:pt x="215" y="43"/>
                    </a:lnTo>
                    <a:lnTo>
                      <a:pt x="198" y="51"/>
                    </a:lnTo>
                    <a:lnTo>
                      <a:pt x="182" y="60"/>
                    </a:lnTo>
                    <a:lnTo>
                      <a:pt x="164" y="69"/>
                    </a:lnTo>
                    <a:lnTo>
                      <a:pt x="147" y="80"/>
                    </a:lnTo>
                    <a:lnTo>
                      <a:pt x="131" y="91"/>
                    </a:lnTo>
                    <a:lnTo>
                      <a:pt x="115" y="103"/>
                    </a:lnTo>
                    <a:lnTo>
                      <a:pt x="99" y="115"/>
                    </a:lnTo>
                    <a:lnTo>
                      <a:pt x="84" y="129"/>
                    </a:lnTo>
                    <a:lnTo>
                      <a:pt x="70" y="143"/>
                    </a:lnTo>
                    <a:lnTo>
                      <a:pt x="57" y="158"/>
                    </a:lnTo>
                    <a:lnTo>
                      <a:pt x="46" y="174"/>
                    </a:lnTo>
                    <a:lnTo>
                      <a:pt x="19" y="223"/>
                    </a:lnTo>
                    <a:lnTo>
                      <a:pt x="5" y="271"/>
                    </a:lnTo>
                    <a:lnTo>
                      <a:pt x="0" y="319"/>
                    </a:lnTo>
                    <a:lnTo>
                      <a:pt x="0" y="364"/>
                    </a:lnTo>
                    <a:lnTo>
                      <a:pt x="5" y="404"/>
                    </a:lnTo>
                    <a:lnTo>
                      <a:pt x="11" y="433"/>
                    </a:lnTo>
                    <a:lnTo>
                      <a:pt x="17" y="454"/>
                    </a:lnTo>
                    <a:lnTo>
                      <a:pt x="19" y="461"/>
                    </a:lnTo>
                    <a:close/>
                  </a:path>
                </a:pathLst>
              </a:custGeom>
              <a:solidFill>
                <a:srgbClr val="0035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2" name="Freeform 122"/>
              <p:cNvSpPr>
                <a:spLocks/>
              </p:cNvSpPr>
              <p:nvPr/>
            </p:nvSpPr>
            <p:spPr bwMode="auto">
              <a:xfrm>
                <a:off x="2759" y="2982"/>
                <a:ext cx="688" cy="680"/>
              </a:xfrm>
              <a:custGeom>
                <a:avLst/>
                <a:gdLst>
                  <a:gd name="T0" fmla="*/ 381 w 1375"/>
                  <a:gd name="T1" fmla="*/ 22 h 1360"/>
                  <a:gd name="T2" fmla="*/ 361 w 1375"/>
                  <a:gd name="T3" fmla="*/ 28 h 1360"/>
                  <a:gd name="T4" fmla="*/ 330 w 1375"/>
                  <a:gd name="T5" fmla="*/ 38 h 1360"/>
                  <a:gd name="T6" fmla="*/ 295 w 1375"/>
                  <a:gd name="T7" fmla="*/ 55 h 1360"/>
                  <a:gd name="T8" fmla="*/ 263 w 1375"/>
                  <a:gd name="T9" fmla="*/ 81 h 1360"/>
                  <a:gd name="T10" fmla="*/ 236 w 1375"/>
                  <a:gd name="T11" fmla="*/ 120 h 1360"/>
                  <a:gd name="T12" fmla="*/ 217 w 1375"/>
                  <a:gd name="T13" fmla="*/ 169 h 1360"/>
                  <a:gd name="T14" fmla="*/ 204 w 1375"/>
                  <a:gd name="T15" fmla="*/ 230 h 1360"/>
                  <a:gd name="T16" fmla="*/ 195 w 1375"/>
                  <a:gd name="T17" fmla="*/ 313 h 1360"/>
                  <a:gd name="T18" fmla="*/ 185 w 1375"/>
                  <a:gd name="T19" fmla="*/ 380 h 1360"/>
                  <a:gd name="T20" fmla="*/ 158 w 1375"/>
                  <a:gd name="T21" fmla="*/ 411 h 1360"/>
                  <a:gd name="T22" fmla="*/ 116 w 1375"/>
                  <a:gd name="T23" fmla="*/ 388 h 1360"/>
                  <a:gd name="T24" fmla="*/ 91 w 1375"/>
                  <a:gd name="T25" fmla="*/ 342 h 1360"/>
                  <a:gd name="T26" fmla="*/ 0 w 1375"/>
                  <a:gd name="T27" fmla="*/ 373 h 1360"/>
                  <a:gd name="T28" fmla="*/ 4 w 1375"/>
                  <a:gd name="T29" fmla="*/ 388 h 1360"/>
                  <a:gd name="T30" fmla="*/ 16 w 1375"/>
                  <a:gd name="T31" fmla="*/ 426 h 1360"/>
                  <a:gd name="T32" fmla="*/ 32 w 1375"/>
                  <a:gd name="T33" fmla="*/ 468 h 1360"/>
                  <a:gd name="T34" fmla="*/ 49 w 1375"/>
                  <a:gd name="T35" fmla="*/ 496 h 1360"/>
                  <a:gd name="T36" fmla="*/ 71 w 1375"/>
                  <a:gd name="T37" fmla="*/ 523 h 1360"/>
                  <a:gd name="T38" fmla="*/ 97 w 1375"/>
                  <a:gd name="T39" fmla="*/ 547 h 1360"/>
                  <a:gd name="T40" fmla="*/ 121 w 1375"/>
                  <a:gd name="T41" fmla="*/ 563 h 1360"/>
                  <a:gd name="T42" fmla="*/ 142 w 1375"/>
                  <a:gd name="T43" fmla="*/ 571 h 1360"/>
                  <a:gd name="T44" fmla="*/ 164 w 1375"/>
                  <a:gd name="T45" fmla="*/ 574 h 1360"/>
                  <a:gd name="T46" fmla="*/ 180 w 1375"/>
                  <a:gd name="T47" fmla="*/ 571 h 1360"/>
                  <a:gd name="T48" fmla="*/ 209 w 1375"/>
                  <a:gd name="T49" fmla="*/ 566 h 1360"/>
                  <a:gd name="T50" fmla="*/ 219 w 1375"/>
                  <a:gd name="T51" fmla="*/ 572 h 1360"/>
                  <a:gd name="T52" fmla="*/ 227 w 1375"/>
                  <a:gd name="T53" fmla="*/ 587 h 1360"/>
                  <a:gd name="T54" fmla="*/ 238 w 1375"/>
                  <a:gd name="T55" fmla="*/ 609 h 1360"/>
                  <a:gd name="T56" fmla="*/ 261 w 1375"/>
                  <a:gd name="T57" fmla="*/ 633 h 1360"/>
                  <a:gd name="T58" fmla="*/ 302 w 1375"/>
                  <a:gd name="T59" fmla="*/ 657 h 1360"/>
                  <a:gd name="T60" fmla="*/ 367 w 1375"/>
                  <a:gd name="T61" fmla="*/ 676 h 1360"/>
                  <a:gd name="T62" fmla="*/ 427 w 1375"/>
                  <a:gd name="T63" fmla="*/ 680 h 1360"/>
                  <a:gd name="T64" fmla="*/ 478 w 1375"/>
                  <a:gd name="T65" fmla="*/ 675 h 1360"/>
                  <a:gd name="T66" fmla="*/ 515 w 1375"/>
                  <a:gd name="T67" fmla="*/ 666 h 1360"/>
                  <a:gd name="T68" fmla="*/ 536 w 1375"/>
                  <a:gd name="T69" fmla="*/ 658 h 1360"/>
                  <a:gd name="T70" fmla="*/ 547 w 1375"/>
                  <a:gd name="T71" fmla="*/ 638 h 1360"/>
                  <a:gd name="T72" fmla="*/ 576 w 1375"/>
                  <a:gd name="T73" fmla="*/ 563 h 1360"/>
                  <a:gd name="T74" fmla="*/ 615 w 1375"/>
                  <a:gd name="T75" fmla="*/ 455 h 1360"/>
                  <a:gd name="T76" fmla="*/ 654 w 1375"/>
                  <a:gd name="T77" fmla="*/ 343 h 1360"/>
                  <a:gd name="T78" fmla="*/ 681 w 1375"/>
                  <a:gd name="T79" fmla="*/ 255 h 1360"/>
                  <a:gd name="T80" fmla="*/ 688 w 1375"/>
                  <a:gd name="T81" fmla="*/ 204 h 1360"/>
                  <a:gd name="T82" fmla="*/ 682 w 1375"/>
                  <a:gd name="T83" fmla="*/ 146 h 1360"/>
                  <a:gd name="T84" fmla="*/ 667 w 1375"/>
                  <a:gd name="T85" fmla="*/ 94 h 1360"/>
                  <a:gd name="T86" fmla="*/ 644 w 1375"/>
                  <a:gd name="T87" fmla="*/ 59 h 1360"/>
                  <a:gd name="T88" fmla="*/ 601 w 1375"/>
                  <a:gd name="T89" fmla="*/ 15 h 1360"/>
                  <a:gd name="T90" fmla="*/ 572 w 1375"/>
                  <a:gd name="T91" fmla="*/ 1 h 1360"/>
                  <a:gd name="T92" fmla="*/ 527 w 1375"/>
                  <a:gd name="T93" fmla="*/ 48 h 1360"/>
                  <a:gd name="T94" fmla="*/ 480 w 1375"/>
                  <a:gd name="T95" fmla="*/ 62 h 1360"/>
                  <a:gd name="T96" fmla="*/ 437 w 1375"/>
                  <a:gd name="T97" fmla="*/ 53 h 1360"/>
                  <a:gd name="T98" fmla="*/ 404 w 1375"/>
                  <a:gd name="T99" fmla="*/ 36 h 1360"/>
                  <a:gd name="T100" fmla="*/ 387 w 1375"/>
                  <a:gd name="T101" fmla="*/ 23 h 136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75"/>
                  <a:gd name="T154" fmla="*/ 0 h 1360"/>
                  <a:gd name="T155" fmla="*/ 1375 w 1375"/>
                  <a:gd name="T156" fmla="*/ 1360 h 136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75" h="1360">
                    <a:moveTo>
                      <a:pt x="771" y="44"/>
                    </a:moveTo>
                    <a:lnTo>
                      <a:pt x="769" y="44"/>
                    </a:lnTo>
                    <a:lnTo>
                      <a:pt x="762" y="45"/>
                    </a:lnTo>
                    <a:lnTo>
                      <a:pt x="752" y="48"/>
                    </a:lnTo>
                    <a:lnTo>
                      <a:pt x="738" y="51"/>
                    </a:lnTo>
                    <a:lnTo>
                      <a:pt x="722" y="56"/>
                    </a:lnTo>
                    <a:lnTo>
                      <a:pt x="702" y="61"/>
                    </a:lnTo>
                    <a:lnTo>
                      <a:pt x="681" y="68"/>
                    </a:lnTo>
                    <a:lnTo>
                      <a:pt x="660" y="76"/>
                    </a:lnTo>
                    <a:lnTo>
                      <a:pt x="635" y="87"/>
                    </a:lnTo>
                    <a:lnTo>
                      <a:pt x="612" y="98"/>
                    </a:lnTo>
                    <a:lnTo>
                      <a:pt x="589" y="111"/>
                    </a:lnTo>
                    <a:lnTo>
                      <a:pt x="566" y="126"/>
                    </a:lnTo>
                    <a:lnTo>
                      <a:pt x="544" y="143"/>
                    </a:lnTo>
                    <a:lnTo>
                      <a:pt x="525" y="162"/>
                    </a:lnTo>
                    <a:lnTo>
                      <a:pt x="506" y="182"/>
                    </a:lnTo>
                    <a:lnTo>
                      <a:pt x="491" y="205"/>
                    </a:lnTo>
                    <a:lnTo>
                      <a:pt x="472" y="240"/>
                    </a:lnTo>
                    <a:lnTo>
                      <a:pt x="456" y="272"/>
                    </a:lnTo>
                    <a:lnTo>
                      <a:pt x="443" y="305"/>
                    </a:lnTo>
                    <a:lnTo>
                      <a:pt x="433" y="338"/>
                    </a:lnTo>
                    <a:lnTo>
                      <a:pt x="423" y="374"/>
                    </a:lnTo>
                    <a:lnTo>
                      <a:pt x="415" y="414"/>
                    </a:lnTo>
                    <a:lnTo>
                      <a:pt x="408" y="460"/>
                    </a:lnTo>
                    <a:lnTo>
                      <a:pt x="400" y="514"/>
                    </a:lnTo>
                    <a:lnTo>
                      <a:pt x="394" y="571"/>
                    </a:lnTo>
                    <a:lnTo>
                      <a:pt x="389" y="626"/>
                    </a:lnTo>
                    <a:lnTo>
                      <a:pt x="384" y="677"/>
                    </a:lnTo>
                    <a:lnTo>
                      <a:pt x="379" y="722"/>
                    </a:lnTo>
                    <a:lnTo>
                      <a:pt x="369" y="760"/>
                    </a:lnTo>
                    <a:lnTo>
                      <a:pt x="357" y="791"/>
                    </a:lnTo>
                    <a:lnTo>
                      <a:pt x="339" y="813"/>
                    </a:lnTo>
                    <a:lnTo>
                      <a:pt x="315" y="823"/>
                    </a:lnTo>
                    <a:lnTo>
                      <a:pt x="285" y="821"/>
                    </a:lnTo>
                    <a:lnTo>
                      <a:pt x="258" y="803"/>
                    </a:lnTo>
                    <a:lnTo>
                      <a:pt x="232" y="777"/>
                    </a:lnTo>
                    <a:lnTo>
                      <a:pt x="212" y="746"/>
                    </a:lnTo>
                    <a:lnTo>
                      <a:pt x="194" y="714"/>
                    </a:lnTo>
                    <a:lnTo>
                      <a:pt x="182" y="685"/>
                    </a:lnTo>
                    <a:lnTo>
                      <a:pt x="174" y="665"/>
                    </a:lnTo>
                    <a:lnTo>
                      <a:pt x="171" y="657"/>
                    </a:lnTo>
                    <a:lnTo>
                      <a:pt x="0" y="747"/>
                    </a:lnTo>
                    <a:lnTo>
                      <a:pt x="1" y="750"/>
                    </a:lnTo>
                    <a:lnTo>
                      <a:pt x="3" y="761"/>
                    </a:lnTo>
                    <a:lnTo>
                      <a:pt x="7" y="776"/>
                    </a:lnTo>
                    <a:lnTo>
                      <a:pt x="13" y="796"/>
                    </a:lnTo>
                    <a:lnTo>
                      <a:pt x="20" y="822"/>
                    </a:lnTo>
                    <a:lnTo>
                      <a:pt x="31" y="852"/>
                    </a:lnTo>
                    <a:lnTo>
                      <a:pt x="41" y="884"/>
                    </a:lnTo>
                    <a:lnTo>
                      <a:pt x="55" y="919"/>
                    </a:lnTo>
                    <a:lnTo>
                      <a:pt x="63" y="937"/>
                    </a:lnTo>
                    <a:lnTo>
                      <a:pt x="72" y="955"/>
                    </a:lnTo>
                    <a:lnTo>
                      <a:pt x="84" y="974"/>
                    </a:lnTo>
                    <a:lnTo>
                      <a:pt x="98" y="992"/>
                    </a:lnTo>
                    <a:lnTo>
                      <a:pt x="111" y="1011"/>
                    </a:lnTo>
                    <a:lnTo>
                      <a:pt x="126" y="1028"/>
                    </a:lnTo>
                    <a:lnTo>
                      <a:pt x="142" y="1045"/>
                    </a:lnTo>
                    <a:lnTo>
                      <a:pt x="159" y="1063"/>
                    </a:lnTo>
                    <a:lnTo>
                      <a:pt x="176" y="1078"/>
                    </a:lnTo>
                    <a:lnTo>
                      <a:pt x="193" y="1093"/>
                    </a:lnTo>
                    <a:lnTo>
                      <a:pt x="209" y="1105"/>
                    </a:lnTo>
                    <a:lnTo>
                      <a:pt x="225" y="1117"/>
                    </a:lnTo>
                    <a:lnTo>
                      <a:pt x="241" y="1126"/>
                    </a:lnTo>
                    <a:lnTo>
                      <a:pt x="256" y="1133"/>
                    </a:lnTo>
                    <a:lnTo>
                      <a:pt x="270" y="1139"/>
                    </a:lnTo>
                    <a:lnTo>
                      <a:pt x="283" y="1142"/>
                    </a:lnTo>
                    <a:lnTo>
                      <a:pt x="304" y="1146"/>
                    </a:lnTo>
                    <a:lnTo>
                      <a:pt x="318" y="1147"/>
                    </a:lnTo>
                    <a:lnTo>
                      <a:pt x="328" y="1148"/>
                    </a:lnTo>
                    <a:lnTo>
                      <a:pt x="337" y="1147"/>
                    </a:lnTo>
                    <a:lnTo>
                      <a:pt x="346" y="1144"/>
                    </a:lnTo>
                    <a:lnTo>
                      <a:pt x="360" y="1142"/>
                    </a:lnTo>
                    <a:lnTo>
                      <a:pt x="379" y="1137"/>
                    </a:lnTo>
                    <a:lnTo>
                      <a:pt x="406" y="1132"/>
                    </a:lnTo>
                    <a:lnTo>
                      <a:pt x="418" y="1131"/>
                    </a:lnTo>
                    <a:lnTo>
                      <a:pt x="426" y="1133"/>
                    </a:lnTo>
                    <a:lnTo>
                      <a:pt x="433" y="1137"/>
                    </a:lnTo>
                    <a:lnTo>
                      <a:pt x="438" y="1143"/>
                    </a:lnTo>
                    <a:lnTo>
                      <a:pt x="443" y="1152"/>
                    </a:lnTo>
                    <a:lnTo>
                      <a:pt x="448" y="1163"/>
                    </a:lnTo>
                    <a:lnTo>
                      <a:pt x="453" y="1174"/>
                    </a:lnTo>
                    <a:lnTo>
                      <a:pt x="459" y="1188"/>
                    </a:lnTo>
                    <a:lnTo>
                      <a:pt x="467" y="1202"/>
                    </a:lnTo>
                    <a:lnTo>
                      <a:pt x="476" y="1218"/>
                    </a:lnTo>
                    <a:lnTo>
                      <a:pt x="488" y="1233"/>
                    </a:lnTo>
                    <a:lnTo>
                      <a:pt x="503" y="1249"/>
                    </a:lnTo>
                    <a:lnTo>
                      <a:pt x="521" y="1265"/>
                    </a:lnTo>
                    <a:lnTo>
                      <a:pt x="543" y="1282"/>
                    </a:lnTo>
                    <a:lnTo>
                      <a:pt x="571" y="1298"/>
                    </a:lnTo>
                    <a:lnTo>
                      <a:pt x="603" y="1313"/>
                    </a:lnTo>
                    <a:lnTo>
                      <a:pt x="648" y="1330"/>
                    </a:lnTo>
                    <a:lnTo>
                      <a:pt x="692" y="1343"/>
                    </a:lnTo>
                    <a:lnTo>
                      <a:pt x="734" y="1351"/>
                    </a:lnTo>
                    <a:lnTo>
                      <a:pt x="776" y="1356"/>
                    </a:lnTo>
                    <a:lnTo>
                      <a:pt x="816" y="1360"/>
                    </a:lnTo>
                    <a:lnTo>
                      <a:pt x="854" y="1360"/>
                    </a:lnTo>
                    <a:lnTo>
                      <a:pt x="890" y="1358"/>
                    </a:lnTo>
                    <a:lnTo>
                      <a:pt x="924" y="1354"/>
                    </a:lnTo>
                    <a:lnTo>
                      <a:pt x="956" y="1349"/>
                    </a:lnTo>
                    <a:lnTo>
                      <a:pt x="983" y="1344"/>
                    </a:lnTo>
                    <a:lnTo>
                      <a:pt x="1009" y="1338"/>
                    </a:lnTo>
                    <a:lnTo>
                      <a:pt x="1029" y="1331"/>
                    </a:lnTo>
                    <a:lnTo>
                      <a:pt x="1048" y="1325"/>
                    </a:lnTo>
                    <a:lnTo>
                      <a:pt x="1062" y="1320"/>
                    </a:lnTo>
                    <a:lnTo>
                      <a:pt x="1071" y="1315"/>
                    </a:lnTo>
                    <a:lnTo>
                      <a:pt x="1077" y="1313"/>
                    </a:lnTo>
                    <a:lnTo>
                      <a:pt x="1082" y="1302"/>
                    </a:lnTo>
                    <a:lnTo>
                      <a:pt x="1094" y="1276"/>
                    </a:lnTo>
                    <a:lnTo>
                      <a:pt x="1110" y="1237"/>
                    </a:lnTo>
                    <a:lnTo>
                      <a:pt x="1129" y="1186"/>
                    </a:lnTo>
                    <a:lnTo>
                      <a:pt x="1151" y="1126"/>
                    </a:lnTo>
                    <a:lnTo>
                      <a:pt x="1177" y="1059"/>
                    </a:lnTo>
                    <a:lnTo>
                      <a:pt x="1203" y="987"/>
                    </a:lnTo>
                    <a:lnTo>
                      <a:pt x="1230" y="911"/>
                    </a:lnTo>
                    <a:lnTo>
                      <a:pt x="1256" y="834"/>
                    </a:lnTo>
                    <a:lnTo>
                      <a:pt x="1283" y="758"/>
                    </a:lnTo>
                    <a:lnTo>
                      <a:pt x="1307" y="687"/>
                    </a:lnTo>
                    <a:lnTo>
                      <a:pt x="1328" y="619"/>
                    </a:lnTo>
                    <a:lnTo>
                      <a:pt x="1346" y="560"/>
                    </a:lnTo>
                    <a:lnTo>
                      <a:pt x="1361" y="510"/>
                    </a:lnTo>
                    <a:lnTo>
                      <a:pt x="1370" y="470"/>
                    </a:lnTo>
                    <a:lnTo>
                      <a:pt x="1375" y="445"/>
                    </a:lnTo>
                    <a:lnTo>
                      <a:pt x="1375" y="408"/>
                    </a:lnTo>
                    <a:lnTo>
                      <a:pt x="1374" y="369"/>
                    </a:lnTo>
                    <a:lnTo>
                      <a:pt x="1370" y="330"/>
                    </a:lnTo>
                    <a:lnTo>
                      <a:pt x="1364" y="292"/>
                    </a:lnTo>
                    <a:lnTo>
                      <a:pt x="1356" y="255"/>
                    </a:lnTo>
                    <a:lnTo>
                      <a:pt x="1346" y="220"/>
                    </a:lnTo>
                    <a:lnTo>
                      <a:pt x="1334" y="189"/>
                    </a:lnTo>
                    <a:lnTo>
                      <a:pt x="1322" y="163"/>
                    </a:lnTo>
                    <a:lnTo>
                      <a:pt x="1308" y="144"/>
                    </a:lnTo>
                    <a:lnTo>
                      <a:pt x="1287" y="118"/>
                    </a:lnTo>
                    <a:lnTo>
                      <a:pt x="1260" y="88"/>
                    </a:lnTo>
                    <a:lnTo>
                      <a:pt x="1231" y="58"/>
                    </a:lnTo>
                    <a:lnTo>
                      <a:pt x="1201" y="31"/>
                    </a:lnTo>
                    <a:lnTo>
                      <a:pt x="1174" y="11"/>
                    </a:lnTo>
                    <a:lnTo>
                      <a:pt x="1155" y="0"/>
                    </a:lnTo>
                    <a:lnTo>
                      <a:pt x="1143" y="3"/>
                    </a:lnTo>
                    <a:lnTo>
                      <a:pt x="1115" y="43"/>
                    </a:lnTo>
                    <a:lnTo>
                      <a:pt x="1085" y="74"/>
                    </a:lnTo>
                    <a:lnTo>
                      <a:pt x="1053" y="97"/>
                    </a:lnTo>
                    <a:lnTo>
                      <a:pt x="1022" y="112"/>
                    </a:lnTo>
                    <a:lnTo>
                      <a:pt x="990" y="120"/>
                    </a:lnTo>
                    <a:lnTo>
                      <a:pt x="960" y="124"/>
                    </a:lnTo>
                    <a:lnTo>
                      <a:pt x="930" y="121"/>
                    </a:lnTo>
                    <a:lnTo>
                      <a:pt x="901" y="114"/>
                    </a:lnTo>
                    <a:lnTo>
                      <a:pt x="874" y="106"/>
                    </a:lnTo>
                    <a:lnTo>
                      <a:pt x="850" y="96"/>
                    </a:lnTo>
                    <a:lnTo>
                      <a:pt x="828" y="83"/>
                    </a:lnTo>
                    <a:lnTo>
                      <a:pt x="808" y="72"/>
                    </a:lnTo>
                    <a:lnTo>
                      <a:pt x="793" y="61"/>
                    </a:lnTo>
                    <a:lnTo>
                      <a:pt x="782" y="52"/>
                    </a:lnTo>
                    <a:lnTo>
                      <a:pt x="774" y="46"/>
                    </a:lnTo>
                    <a:lnTo>
                      <a:pt x="771" y="4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3" name="Freeform 123"/>
              <p:cNvSpPr>
                <a:spLocks/>
              </p:cNvSpPr>
              <p:nvPr/>
            </p:nvSpPr>
            <p:spPr bwMode="auto">
              <a:xfrm>
                <a:off x="2430" y="2576"/>
                <a:ext cx="541" cy="663"/>
              </a:xfrm>
              <a:custGeom>
                <a:avLst/>
                <a:gdLst>
                  <a:gd name="T0" fmla="*/ 11 w 1081"/>
                  <a:gd name="T1" fmla="*/ 93 h 1326"/>
                  <a:gd name="T2" fmla="*/ 35 w 1081"/>
                  <a:gd name="T3" fmla="*/ 530 h 1326"/>
                  <a:gd name="T4" fmla="*/ 165 w 1081"/>
                  <a:gd name="T5" fmla="*/ 533 h 1326"/>
                  <a:gd name="T6" fmla="*/ 165 w 1081"/>
                  <a:gd name="T7" fmla="*/ 546 h 1326"/>
                  <a:gd name="T8" fmla="*/ 0 w 1081"/>
                  <a:gd name="T9" fmla="*/ 562 h 1326"/>
                  <a:gd name="T10" fmla="*/ 0 w 1081"/>
                  <a:gd name="T11" fmla="*/ 610 h 1326"/>
                  <a:gd name="T12" fmla="*/ 136 w 1081"/>
                  <a:gd name="T13" fmla="*/ 663 h 1326"/>
                  <a:gd name="T14" fmla="*/ 509 w 1081"/>
                  <a:gd name="T15" fmla="*/ 583 h 1326"/>
                  <a:gd name="T16" fmla="*/ 509 w 1081"/>
                  <a:gd name="T17" fmla="*/ 554 h 1326"/>
                  <a:gd name="T18" fmla="*/ 392 w 1081"/>
                  <a:gd name="T19" fmla="*/ 533 h 1326"/>
                  <a:gd name="T20" fmla="*/ 392 w 1081"/>
                  <a:gd name="T21" fmla="*/ 508 h 1326"/>
                  <a:gd name="T22" fmla="*/ 527 w 1081"/>
                  <a:gd name="T23" fmla="*/ 460 h 1326"/>
                  <a:gd name="T24" fmla="*/ 541 w 1081"/>
                  <a:gd name="T25" fmla="*/ 10 h 1326"/>
                  <a:gd name="T26" fmla="*/ 96 w 1081"/>
                  <a:gd name="T27" fmla="*/ 0 h 1326"/>
                  <a:gd name="T28" fmla="*/ 11 w 1081"/>
                  <a:gd name="T29" fmla="*/ 93 h 13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1"/>
                  <a:gd name="T46" fmla="*/ 0 h 1326"/>
                  <a:gd name="T47" fmla="*/ 1081 w 1081"/>
                  <a:gd name="T48" fmla="*/ 1326 h 13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1" h="1326">
                    <a:moveTo>
                      <a:pt x="22" y="187"/>
                    </a:moveTo>
                    <a:lnTo>
                      <a:pt x="69" y="1060"/>
                    </a:lnTo>
                    <a:lnTo>
                      <a:pt x="330" y="1065"/>
                    </a:lnTo>
                    <a:lnTo>
                      <a:pt x="330" y="1091"/>
                    </a:lnTo>
                    <a:lnTo>
                      <a:pt x="0" y="1123"/>
                    </a:lnTo>
                    <a:lnTo>
                      <a:pt x="0" y="1219"/>
                    </a:lnTo>
                    <a:lnTo>
                      <a:pt x="272" y="1326"/>
                    </a:lnTo>
                    <a:lnTo>
                      <a:pt x="1017" y="1166"/>
                    </a:lnTo>
                    <a:lnTo>
                      <a:pt x="1017" y="1107"/>
                    </a:lnTo>
                    <a:lnTo>
                      <a:pt x="783" y="1065"/>
                    </a:lnTo>
                    <a:lnTo>
                      <a:pt x="783" y="1017"/>
                    </a:lnTo>
                    <a:lnTo>
                      <a:pt x="1054" y="921"/>
                    </a:lnTo>
                    <a:lnTo>
                      <a:pt x="1081" y="21"/>
                    </a:lnTo>
                    <a:lnTo>
                      <a:pt x="192" y="0"/>
                    </a:lnTo>
                    <a:lnTo>
                      <a:pt x="22" y="18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4" name="Freeform 124"/>
              <p:cNvSpPr>
                <a:spLocks/>
              </p:cNvSpPr>
              <p:nvPr/>
            </p:nvSpPr>
            <p:spPr bwMode="auto">
              <a:xfrm>
                <a:off x="2513" y="3149"/>
                <a:ext cx="476" cy="189"/>
              </a:xfrm>
              <a:custGeom>
                <a:avLst/>
                <a:gdLst>
                  <a:gd name="T0" fmla="*/ 2 w 952"/>
                  <a:gd name="T1" fmla="*/ 75 h 378"/>
                  <a:gd name="T2" fmla="*/ 0 w 952"/>
                  <a:gd name="T3" fmla="*/ 112 h 378"/>
                  <a:gd name="T4" fmla="*/ 184 w 952"/>
                  <a:gd name="T5" fmla="*/ 189 h 378"/>
                  <a:gd name="T6" fmla="*/ 465 w 952"/>
                  <a:gd name="T7" fmla="*/ 106 h 378"/>
                  <a:gd name="T8" fmla="*/ 476 w 952"/>
                  <a:gd name="T9" fmla="*/ 22 h 378"/>
                  <a:gd name="T10" fmla="*/ 412 w 952"/>
                  <a:gd name="T11" fmla="*/ 0 h 378"/>
                  <a:gd name="T12" fmla="*/ 2 w 952"/>
                  <a:gd name="T13" fmla="*/ 75 h 3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2"/>
                  <a:gd name="T22" fmla="*/ 0 h 378"/>
                  <a:gd name="T23" fmla="*/ 952 w 952"/>
                  <a:gd name="T24" fmla="*/ 378 h 3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2" h="378">
                    <a:moveTo>
                      <a:pt x="4" y="149"/>
                    </a:moveTo>
                    <a:lnTo>
                      <a:pt x="0" y="224"/>
                    </a:lnTo>
                    <a:lnTo>
                      <a:pt x="367" y="378"/>
                    </a:lnTo>
                    <a:lnTo>
                      <a:pt x="930" y="212"/>
                    </a:lnTo>
                    <a:lnTo>
                      <a:pt x="952" y="43"/>
                    </a:lnTo>
                    <a:lnTo>
                      <a:pt x="824" y="0"/>
                    </a:lnTo>
                    <a:lnTo>
                      <a:pt x="4" y="149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5" name="Freeform 125"/>
              <p:cNvSpPr>
                <a:spLocks/>
              </p:cNvSpPr>
              <p:nvPr/>
            </p:nvSpPr>
            <p:spPr bwMode="auto">
              <a:xfrm>
                <a:off x="2897" y="3162"/>
                <a:ext cx="92" cy="125"/>
              </a:xfrm>
              <a:custGeom>
                <a:avLst/>
                <a:gdLst>
                  <a:gd name="T0" fmla="*/ 3 w 184"/>
                  <a:gd name="T1" fmla="*/ 35 h 250"/>
                  <a:gd name="T2" fmla="*/ 3 w 184"/>
                  <a:gd name="T3" fmla="*/ 38 h 250"/>
                  <a:gd name="T4" fmla="*/ 3 w 184"/>
                  <a:gd name="T5" fmla="*/ 42 h 250"/>
                  <a:gd name="T6" fmla="*/ 1 w 184"/>
                  <a:gd name="T7" fmla="*/ 47 h 250"/>
                  <a:gd name="T8" fmla="*/ 3 w 184"/>
                  <a:gd name="T9" fmla="*/ 51 h 250"/>
                  <a:gd name="T10" fmla="*/ 9 w 184"/>
                  <a:gd name="T11" fmla="*/ 58 h 250"/>
                  <a:gd name="T12" fmla="*/ 15 w 184"/>
                  <a:gd name="T13" fmla="*/ 63 h 250"/>
                  <a:gd name="T14" fmla="*/ 22 w 184"/>
                  <a:gd name="T15" fmla="*/ 69 h 250"/>
                  <a:gd name="T16" fmla="*/ 28 w 184"/>
                  <a:gd name="T17" fmla="*/ 74 h 250"/>
                  <a:gd name="T18" fmla="*/ 35 w 184"/>
                  <a:gd name="T19" fmla="*/ 79 h 250"/>
                  <a:gd name="T20" fmla="*/ 39 w 184"/>
                  <a:gd name="T21" fmla="*/ 83 h 250"/>
                  <a:gd name="T22" fmla="*/ 43 w 184"/>
                  <a:gd name="T23" fmla="*/ 85 h 250"/>
                  <a:gd name="T24" fmla="*/ 44 w 184"/>
                  <a:gd name="T25" fmla="*/ 85 h 250"/>
                  <a:gd name="T26" fmla="*/ 71 w 184"/>
                  <a:gd name="T27" fmla="*/ 125 h 250"/>
                  <a:gd name="T28" fmla="*/ 92 w 184"/>
                  <a:gd name="T29" fmla="*/ 21 h 250"/>
                  <a:gd name="T30" fmla="*/ 36 w 184"/>
                  <a:gd name="T31" fmla="*/ 0 h 250"/>
                  <a:gd name="T32" fmla="*/ 34 w 184"/>
                  <a:gd name="T33" fmla="*/ 1 h 250"/>
                  <a:gd name="T34" fmla="*/ 28 w 184"/>
                  <a:gd name="T35" fmla="*/ 2 h 250"/>
                  <a:gd name="T36" fmla="*/ 22 w 184"/>
                  <a:gd name="T37" fmla="*/ 6 h 250"/>
                  <a:gd name="T38" fmla="*/ 14 w 184"/>
                  <a:gd name="T39" fmla="*/ 10 h 250"/>
                  <a:gd name="T40" fmla="*/ 7 w 184"/>
                  <a:gd name="T41" fmla="*/ 15 h 250"/>
                  <a:gd name="T42" fmla="*/ 3 w 184"/>
                  <a:gd name="T43" fmla="*/ 21 h 250"/>
                  <a:gd name="T44" fmla="*/ 0 w 184"/>
                  <a:gd name="T45" fmla="*/ 28 h 250"/>
                  <a:gd name="T46" fmla="*/ 3 w 184"/>
                  <a:gd name="T47" fmla="*/ 35 h 25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4"/>
                  <a:gd name="T73" fmla="*/ 0 h 250"/>
                  <a:gd name="T74" fmla="*/ 184 w 184"/>
                  <a:gd name="T75" fmla="*/ 250 h 25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4" h="250">
                    <a:moveTo>
                      <a:pt x="6" y="70"/>
                    </a:moveTo>
                    <a:lnTo>
                      <a:pt x="7" y="76"/>
                    </a:lnTo>
                    <a:lnTo>
                      <a:pt x="5" y="84"/>
                    </a:lnTo>
                    <a:lnTo>
                      <a:pt x="3" y="93"/>
                    </a:lnTo>
                    <a:lnTo>
                      <a:pt x="7" y="102"/>
                    </a:lnTo>
                    <a:lnTo>
                      <a:pt x="18" y="115"/>
                    </a:lnTo>
                    <a:lnTo>
                      <a:pt x="31" y="127"/>
                    </a:lnTo>
                    <a:lnTo>
                      <a:pt x="44" y="138"/>
                    </a:lnTo>
                    <a:lnTo>
                      <a:pt x="57" y="148"/>
                    </a:lnTo>
                    <a:lnTo>
                      <a:pt x="69" y="158"/>
                    </a:lnTo>
                    <a:lnTo>
                      <a:pt x="78" y="165"/>
                    </a:lnTo>
                    <a:lnTo>
                      <a:pt x="85" y="169"/>
                    </a:lnTo>
                    <a:lnTo>
                      <a:pt x="87" y="170"/>
                    </a:lnTo>
                    <a:lnTo>
                      <a:pt x="142" y="250"/>
                    </a:lnTo>
                    <a:lnTo>
                      <a:pt x="184" y="42"/>
                    </a:lnTo>
                    <a:lnTo>
                      <a:pt x="72" y="0"/>
                    </a:lnTo>
                    <a:lnTo>
                      <a:pt x="68" y="1"/>
                    </a:lnTo>
                    <a:lnTo>
                      <a:pt x="57" y="4"/>
                    </a:lnTo>
                    <a:lnTo>
                      <a:pt x="44" y="11"/>
                    </a:lnTo>
                    <a:lnTo>
                      <a:pt x="29" y="19"/>
                    </a:lnTo>
                    <a:lnTo>
                      <a:pt x="14" y="30"/>
                    </a:lnTo>
                    <a:lnTo>
                      <a:pt x="5" y="41"/>
                    </a:lnTo>
                    <a:lnTo>
                      <a:pt x="0" y="55"/>
                    </a:lnTo>
                    <a:lnTo>
                      <a:pt x="6" y="70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6" name="Freeform 126"/>
              <p:cNvSpPr>
                <a:spLocks/>
              </p:cNvSpPr>
              <p:nvPr/>
            </p:nvSpPr>
            <p:spPr bwMode="auto">
              <a:xfrm>
                <a:off x="2728" y="3190"/>
                <a:ext cx="144" cy="160"/>
              </a:xfrm>
              <a:custGeom>
                <a:avLst/>
                <a:gdLst>
                  <a:gd name="T0" fmla="*/ 6 w 288"/>
                  <a:gd name="T1" fmla="*/ 38 h 322"/>
                  <a:gd name="T2" fmla="*/ 14 w 288"/>
                  <a:gd name="T3" fmla="*/ 61 h 322"/>
                  <a:gd name="T4" fmla="*/ 16 w 288"/>
                  <a:gd name="T5" fmla="*/ 85 h 322"/>
                  <a:gd name="T6" fmla="*/ 15 w 288"/>
                  <a:gd name="T7" fmla="*/ 107 h 322"/>
                  <a:gd name="T8" fmla="*/ 17 w 288"/>
                  <a:gd name="T9" fmla="*/ 131 h 322"/>
                  <a:gd name="T10" fmla="*/ 24 w 288"/>
                  <a:gd name="T11" fmla="*/ 151 h 322"/>
                  <a:gd name="T12" fmla="*/ 42 w 288"/>
                  <a:gd name="T13" fmla="*/ 160 h 322"/>
                  <a:gd name="T14" fmla="*/ 69 w 288"/>
                  <a:gd name="T15" fmla="*/ 151 h 322"/>
                  <a:gd name="T16" fmla="*/ 95 w 288"/>
                  <a:gd name="T17" fmla="*/ 134 h 322"/>
                  <a:gd name="T18" fmla="*/ 112 w 288"/>
                  <a:gd name="T19" fmla="*/ 120 h 322"/>
                  <a:gd name="T20" fmla="*/ 116 w 288"/>
                  <a:gd name="T21" fmla="*/ 116 h 322"/>
                  <a:gd name="T22" fmla="*/ 124 w 288"/>
                  <a:gd name="T23" fmla="*/ 104 h 322"/>
                  <a:gd name="T24" fmla="*/ 135 w 288"/>
                  <a:gd name="T25" fmla="*/ 85 h 322"/>
                  <a:gd name="T26" fmla="*/ 143 w 288"/>
                  <a:gd name="T27" fmla="*/ 70 h 322"/>
                  <a:gd name="T28" fmla="*/ 144 w 288"/>
                  <a:gd name="T29" fmla="*/ 52 h 322"/>
                  <a:gd name="T30" fmla="*/ 138 w 288"/>
                  <a:gd name="T31" fmla="*/ 11 h 322"/>
                  <a:gd name="T32" fmla="*/ 123 w 288"/>
                  <a:gd name="T33" fmla="*/ 2 h 322"/>
                  <a:gd name="T34" fmla="*/ 115 w 288"/>
                  <a:gd name="T35" fmla="*/ 10 h 322"/>
                  <a:gd name="T36" fmla="*/ 111 w 288"/>
                  <a:gd name="T37" fmla="*/ 22 h 322"/>
                  <a:gd name="T38" fmla="*/ 109 w 288"/>
                  <a:gd name="T39" fmla="*/ 31 h 322"/>
                  <a:gd name="T40" fmla="*/ 108 w 288"/>
                  <a:gd name="T41" fmla="*/ 32 h 322"/>
                  <a:gd name="T42" fmla="*/ 104 w 288"/>
                  <a:gd name="T43" fmla="*/ 25 h 322"/>
                  <a:gd name="T44" fmla="*/ 98 w 288"/>
                  <a:gd name="T45" fmla="*/ 14 h 322"/>
                  <a:gd name="T46" fmla="*/ 93 w 288"/>
                  <a:gd name="T47" fmla="*/ 4 h 322"/>
                  <a:gd name="T48" fmla="*/ 89 w 288"/>
                  <a:gd name="T49" fmla="*/ 0 h 322"/>
                  <a:gd name="T50" fmla="*/ 79 w 288"/>
                  <a:gd name="T51" fmla="*/ 0 h 322"/>
                  <a:gd name="T52" fmla="*/ 66 w 288"/>
                  <a:gd name="T53" fmla="*/ 2 h 322"/>
                  <a:gd name="T54" fmla="*/ 49 w 288"/>
                  <a:gd name="T55" fmla="*/ 6 h 322"/>
                  <a:gd name="T56" fmla="*/ 33 w 288"/>
                  <a:gd name="T57" fmla="*/ 10 h 322"/>
                  <a:gd name="T58" fmla="*/ 17 w 288"/>
                  <a:gd name="T59" fmla="*/ 15 h 322"/>
                  <a:gd name="T60" fmla="*/ 5 w 288"/>
                  <a:gd name="T61" fmla="*/ 20 h 322"/>
                  <a:gd name="T62" fmla="*/ 0 w 288"/>
                  <a:gd name="T63" fmla="*/ 26 h 32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88"/>
                  <a:gd name="T97" fmla="*/ 0 h 322"/>
                  <a:gd name="T98" fmla="*/ 288 w 288"/>
                  <a:gd name="T99" fmla="*/ 322 h 32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88" h="322">
                    <a:moveTo>
                      <a:pt x="0" y="57"/>
                    </a:moveTo>
                    <a:lnTo>
                      <a:pt x="12" y="76"/>
                    </a:lnTo>
                    <a:lnTo>
                      <a:pt x="22" y="98"/>
                    </a:lnTo>
                    <a:lnTo>
                      <a:pt x="29" y="123"/>
                    </a:lnTo>
                    <a:lnTo>
                      <a:pt x="33" y="152"/>
                    </a:lnTo>
                    <a:lnTo>
                      <a:pt x="32" y="171"/>
                    </a:lnTo>
                    <a:lnTo>
                      <a:pt x="30" y="193"/>
                    </a:lnTo>
                    <a:lnTo>
                      <a:pt x="30" y="216"/>
                    </a:lnTo>
                    <a:lnTo>
                      <a:pt x="30" y="241"/>
                    </a:lnTo>
                    <a:lnTo>
                      <a:pt x="33" y="264"/>
                    </a:lnTo>
                    <a:lnTo>
                      <a:pt x="38" y="286"/>
                    </a:lnTo>
                    <a:lnTo>
                      <a:pt x="49" y="304"/>
                    </a:lnTo>
                    <a:lnTo>
                      <a:pt x="64" y="317"/>
                    </a:lnTo>
                    <a:lnTo>
                      <a:pt x="85" y="322"/>
                    </a:lnTo>
                    <a:lnTo>
                      <a:pt x="110" y="316"/>
                    </a:lnTo>
                    <a:lnTo>
                      <a:pt x="137" y="303"/>
                    </a:lnTo>
                    <a:lnTo>
                      <a:pt x="165" y="287"/>
                    </a:lnTo>
                    <a:lnTo>
                      <a:pt x="190" y="270"/>
                    </a:lnTo>
                    <a:lnTo>
                      <a:pt x="210" y="254"/>
                    </a:lnTo>
                    <a:lnTo>
                      <a:pt x="225" y="242"/>
                    </a:lnTo>
                    <a:lnTo>
                      <a:pt x="230" y="237"/>
                    </a:lnTo>
                    <a:lnTo>
                      <a:pt x="232" y="234"/>
                    </a:lnTo>
                    <a:lnTo>
                      <a:pt x="239" y="224"/>
                    </a:lnTo>
                    <a:lnTo>
                      <a:pt x="248" y="209"/>
                    </a:lnTo>
                    <a:lnTo>
                      <a:pt x="258" y="190"/>
                    </a:lnTo>
                    <a:lnTo>
                      <a:pt x="269" y="172"/>
                    </a:lnTo>
                    <a:lnTo>
                      <a:pt x="279" y="154"/>
                    </a:lnTo>
                    <a:lnTo>
                      <a:pt x="286" y="140"/>
                    </a:lnTo>
                    <a:lnTo>
                      <a:pt x="288" y="130"/>
                    </a:lnTo>
                    <a:lnTo>
                      <a:pt x="288" y="104"/>
                    </a:lnTo>
                    <a:lnTo>
                      <a:pt x="285" y="62"/>
                    </a:lnTo>
                    <a:lnTo>
                      <a:pt x="275" y="22"/>
                    </a:lnTo>
                    <a:lnTo>
                      <a:pt x="256" y="2"/>
                    </a:lnTo>
                    <a:lnTo>
                      <a:pt x="246" y="4"/>
                    </a:lnTo>
                    <a:lnTo>
                      <a:pt x="237" y="10"/>
                    </a:lnTo>
                    <a:lnTo>
                      <a:pt x="231" y="21"/>
                    </a:lnTo>
                    <a:lnTo>
                      <a:pt x="225" y="32"/>
                    </a:lnTo>
                    <a:lnTo>
                      <a:pt x="222" y="45"/>
                    </a:lnTo>
                    <a:lnTo>
                      <a:pt x="219" y="57"/>
                    </a:lnTo>
                    <a:lnTo>
                      <a:pt x="218" y="63"/>
                    </a:lnTo>
                    <a:lnTo>
                      <a:pt x="218" y="67"/>
                    </a:lnTo>
                    <a:lnTo>
                      <a:pt x="217" y="65"/>
                    </a:lnTo>
                    <a:lnTo>
                      <a:pt x="214" y="59"/>
                    </a:lnTo>
                    <a:lnTo>
                      <a:pt x="209" y="50"/>
                    </a:lnTo>
                    <a:lnTo>
                      <a:pt x="203" y="39"/>
                    </a:lnTo>
                    <a:lnTo>
                      <a:pt x="197" y="28"/>
                    </a:lnTo>
                    <a:lnTo>
                      <a:pt x="192" y="17"/>
                    </a:lnTo>
                    <a:lnTo>
                      <a:pt x="186" y="8"/>
                    </a:lnTo>
                    <a:lnTo>
                      <a:pt x="181" y="2"/>
                    </a:lnTo>
                    <a:lnTo>
                      <a:pt x="178" y="1"/>
                    </a:lnTo>
                    <a:lnTo>
                      <a:pt x="170" y="0"/>
                    </a:lnTo>
                    <a:lnTo>
                      <a:pt x="159" y="1"/>
                    </a:lnTo>
                    <a:lnTo>
                      <a:pt x="147" y="2"/>
                    </a:lnTo>
                    <a:lnTo>
                      <a:pt x="132" y="5"/>
                    </a:lnTo>
                    <a:lnTo>
                      <a:pt x="116" y="8"/>
                    </a:lnTo>
                    <a:lnTo>
                      <a:pt x="99" y="12"/>
                    </a:lnTo>
                    <a:lnTo>
                      <a:pt x="82" y="15"/>
                    </a:lnTo>
                    <a:lnTo>
                      <a:pt x="65" y="20"/>
                    </a:lnTo>
                    <a:lnTo>
                      <a:pt x="49" y="25"/>
                    </a:lnTo>
                    <a:lnTo>
                      <a:pt x="34" y="30"/>
                    </a:lnTo>
                    <a:lnTo>
                      <a:pt x="21" y="36"/>
                    </a:lnTo>
                    <a:lnTo>
                      <a:pt x="11" y="40"/>
                    </a:lnTo>
                    <a:lnTo>
                      <a:pt x="4" y="46"/>
                    </a:lnTo>
                    <a:lnTo>
                      <a:pt x="0" y="52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7" name="Freeform 127"/>
              <p:cNvSpPr>
                <a:spLocks/>
              </p:cNvSpPr>
              <p:nvPr/>
            </p:nvSpPr>
            <p:spPr bwMode="auto">
              <a:xfrm>
                <a:off x="3089" y="3216"/>
                <a:ext cx="394" cy="380"/>
              </a:xfrm>
              <a:custGeom>
                <a:avLst/>
                <a:gdLst>
                  <a:gd name="T0" fmla="*/ 58 w 787"/>
                  <a:gd name="T1" fmla="*/ 52 h 759"/>
                  <a:gd name="T2" fmla="*/ 40 w 787"/>
                  <a:gd name="T3" fmla="*/ 73 h 759"/>
                  <a:gd name="T4" fmla="*/ 25 w 787"/>
                  <a:gd name="T5" fmla="*/ 102 h 759"/>
                  <a:gd name="T6" fmla="*/ 16 w 787"/>
                  <a:gd name="T7" fmla="*/ 130 h 759"/>
                  <a:gd name="T8" fmla="*/ 8 w 787"/>
                  <a:gd name="T9" fmla="*/ 191 h 759"/>
                  <a:gd name="T10" fmla="*/ 1 w 787"/>
                  <a:gd name="T11" fmla="*/ 275 h 759"/>
                  <a:gd name="T12" fmla="*/ 1 w 787"/>
                  <a:gd name="T13" fmla="*/ 292 h 759"/>
                  <a:gd name="T14" fmla="*/ 6 w 787"/>
                  <a:gd name="T15" fmla="*/ 310 h 759"/>
                  <a:gd name="T16" fmla="*/ 18 w 787"/>
                  <a:gd name="T17" fmla="*/ 336 h 759"/>
                  <a:gd name="T18" fmla="*/ 43 w 787"/>
                  <a:gd name="T19" fmla="*/ 360 h 759"/>
                  <a:gd name="T20" fmla="*/ 73 w 787"/>
                  <a:gd name="T21" fmla="*/ 373 h 759"/>
                  <a:gd name="T22" fmla="*/ 99 w 787"/>
                  <a:gd name="T23" fmla="*/ 378 h 759"/>
                  <a:gd name="T24" fmla="*/ 122 w 787"/>
                  <a:gd name="T25" fmla="*/ 380 h 759"/>
                  <a:gd name="T26" fmla="*/ 143 w 787"/>
                  <a:gd name="T27" fmla="*/ 379 h 759"/>
                  <a:gd name="T28" fmla="*/ 160 w 787"/>
                  <a:gd name="T29" fmla="*/ 376 h 759"/>
                  <a:gd name="T30" fmla="*/ 175 w 787"/>
                  <a:gd name="T31" fmla="*/ 372 h 759"/>
                  <a:gd name="T32" fmla="*/ 184 w 787"/>
                  <a:gd name="T33" fmla="*/ 369 h 759"/>
                  <a:gd name="T34" fmla="*/ 189 w 787"/>
                  <a:gd name="T35" fmla="*/ 367 h 759"/>
                  <a:gd name="T36" fmla="*/ 192 w 787"/>
                  <a:gd name="T37" fmla="*/ 366 h 759"/>
                  <a:gd name="T38" fmla="*/ 206 w 787"/>
                  <a:gd name="T39" fmla="*/ 361 h 759"/>
                  <a:gd name="T40" fmla="*/ 229 w 787"/>
                  <a:gd name="T41" fmla="*/ 353 h 759"/>
                  <a:gd name="T42" fmla="*/ 259 w 787"/>
                  <a:gd name="T43" fmla="*/ 343 h 759"/>
                  <a:gd name="T44" fmla="*/ 290 w 787"/>
                  <a:gd name="T45" fmla="*/ 332 h 759"/>
                  <a:gd name="T46" fmla="*/ 321 w 787"/>
                  <a:gd name="T47" fmla="*/ 319 h 759"/>
                  <a:gd name="T48" fmla="*/ 346 w 787"/>
                  <a:gd name="T49" fmla="*/ 308 h 759"/>
                  <a:gd name="T50" fmla="*/ 362 w 787"/>
                  <a:gd name="T51" fmla="*/ 299 h 759"/>
                  <a:gd name="T52" fmla="*/ 375 w 787"/>
                  <a:gd name="T53" fmla="*/ 271 h 759"/>
                  <a:gd name="T54" fmla="*/ 389 w 787"/>
                  <a:gd name="T55" fmla="*/ 203 h 759"/>
                  <a:gd name="T56" fmla="*/ 394 w 787"/>
                  <a:gd name="T57" fmla="*/ 124 h 759"/>
                  <a:gd name="T58" fmla="*/ 387 w 787"/>
                  <a:gd name="T59" fmla="*/ 59 h 759"/>
                  <a:gd name="T60" fmla="*/ 366 w 787"/>
                  <a:gd name="T61" fmla="*/ 26 h 759"/>
                  <a:gd name="T62" fmla="*/ 344 w 787"/>
                  <a:gd name="T63" fmla="*/ 10 h 759"/>
                  <a:gd name="T64" fmla="*/ 326 w 787"/>
                  <a:gd name="T65" fmla="*/ 2 h 759"/>
                  <a:gd name="T66" fmla="*/ 316 w 787"/>
                  <a:gd name="T67" fmla="*/ 0 h 759"/>
                  <a:gd name="T68" fmla="*/ 313 w 787"/>
                  <a:gd name="T69" fmla="*/ 0 h 759"/>
                  <a:gd name="T70" fmla="*/ 306 w 787"/>
                  <a:gd name="T71" fmla="*/ 0 h 759"/>
                  <a:gd name="T72" fmla="*/ 291 w 787"/>
                  <a:gd name="T73" fmla="*/ 1 h 759"/>
                  <a:gd name="T74" fmla="*/ 272 w 787"/>
                  <a:gd name="T75" fmla="*/ 1 h 759"/>
                  <a:gd name="T76" fmla="*/ 249 w 787"/>
                  <a:gd name="T77" fmla="*/ 3 h 759"/>
                  <a:gd name="T78" fmla="*/ 223 w 787"/>
                  <a:gd name="T79" fmla="*/ 5 h 759"/>
                  <a:gd name="T80" fmla="*/ 196 w 787"/>
                  <a:gd name="T81" fmla="*/ 9 h 759"/>
                  <a:gd name="T82" fmla="*/ 169 w 787"/>
                  <a:gd name="T83" fmla="*/ 14 h 759"/>
                  <a:gd name="T84" fmla="*/ 139 w 787"/>
                  <a:gd name="T85" fmla="*/ 22 h 759"/>
                  <a:gd name="T86" fmla="*/ 111 w 787"/>
                  <a:gd name="T87" fmla="*/ 30 h 759"/>
                  <a:gd name="T88" fmla="*/ 90 w 787"/>
                  <a:gd name="T89" fmla="*/ 37 h 759"/>
                  <a:gd name="T90" fmla="*/ 74 w 787"/>
                  <a:gd name="T91" fmla="*/ 43 h 75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87"/>
                  <a:gd name="T139" fmla="*/ 0 h 759"/>
                  <a:gd name="T140" fmla="*/ 787 w 787"/>
                  <a:gd name="T141" fmla="*/ 759 h 75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87" h="759">
                    <a:moveTo>
                      <a:pt x="132" y="91"/>
                    </a:moveTo>
                    <a:lnTo>
                      <a:pt x="115" y="103"/>
                    </a:lnTo>
                    <a:lnTo>
                      <a:pt x="97" y="121"/>
                    </a:lnTo>
                    <a:lnTo>
                      <a:pt x="80" y="146"/>
                    </a:lnTo>
                    <a:lnTo>
                      <a:pt x="64" y="174"/>
                    </a:lnTo>
                    <a:lnTo>
                      <a:pt x="50" y="204"/>
                    </a:lnTo>
                    <a:lnTo>
                      <a:pt x="39" y="234"/>
                    </a:lnTo>
                    <a:lnTo>
                      <a:pt x="31" y="260"/>
                    </a:lnTo>
                    <a:lnTo>
                      <a:pt x="26" y="282"/>
                    </a:lnTo>
                    <a:lnTo>
                      <a:pt x="16" y="381"/>
                    </a:lnTo>
                    <a:lnTo>
                      <a:pt x="8" y="477"/>
                    </a:lnTo>
                    <a:lnTo>
                      <a:pt x="2" y="549"/>
                    </a:lnTo>
                    <a:lnTo>
                      <a:pt x="0" y="577"/>
                    </a:lnTo>
                    <a:lnTo>
                      <a:pt x="1" y="583"/>
                    </a:lnTo>
                    <a:lnTo>
                      <a:pt x="4" y="597"/>
                    </a:lnTo>
                    <a:lnTo>
                      <a:pt x="11" y="619"/>
                    </a:lnTo>
                    <a:lnTo>
                      <a:pt x="21" y="644"/>
                    </a:lnTo>
                    <a:lnTo>
                      <a:pt x="36" y="672"/>
                    </a:lnTo>
                    <a:lnTo>
                      <a:pt x="57" y="698"/>
                    </a:lnTo>
                    <a:lnTo>
                      <a:pt x="85" y="720"/>
                    </a:lnTo>
                    <a:lnTo>
                      <a:pt x="118" y="737"/>
                    </a:lnTo>
                    <a:lnTo>
                      <a:pt x="145" y="746"/>
                    </a:lnTo>
                    <a:lnTo>
                      <a:pt x="171" y="752"/>
                    </a:lnTo>
                    <a:lnTo>
                      <a:pt x="197" y="756"/>
                    </a:lnTo>
                    <a:lnTo>
                      <a:pt x="221" y="758"/>
                    </a:lnTo>
                    <a:lnTo>
                      <a:pt x="243" y="759"/>
                    </a:lnTo>
                    <a:lnTo>
                      <a:pt x="264" y="759"/>
                    </a:lnTo>
                    <a:lnTo>
                      <a:pt x="285" y="757"/>
                    </a:lnTo>
                    <a:lnTo>
                      <a:pt x="304" y="755"/>
                    </a:lnTo>
                    <a:lnTo>
                      <a:pt x="320" y="751"/>
                    </a:lnTo>
                    <a:lnTo>
                      <a:pt x="335" y="748"/>
                    </a:lnTo>
                    <a:lnTo>
                      <a:pt x="349" y="744"/>
                    </a:lnTo>
                    <a:lnTo>
                      <a:pt x="359" y="741"/>
                    </a:lnTo>
                    <a:lnTo>
                      <a:pt x="368" y="737"/>
                    </a:lnTo>
                    <a:lnTo>
                      <a:pt x="374" y="735"/>
                    </a:lnTo>
                    <a:lnTo>
                      <a:pt x="378" y="734"/>
                    </a:lnTo>
                    <a:lnTo>
                      <a:pt x="380" y="733"/>
                    </a:lnTo>
                    <a:lnTo>
                      <a:pt x="383" y="732"/>
                    </a:lnTo>
                    <a:lnTo>
                      <a:pt x="393" y="728"/>
                    </a:lnTo>
                    <a:lnTo>
                      <a:pt x="411" y="722"/>
                    </a:lnTo>
                    <a:lnTo>
                      <a:pt x="431" y="716"/>
                    </a:lnTo>
                    <a:lnTo>
                      <a:pt x="457" y="706"/>
                    </a:lnTo>
                    <a:lnTo>
                      <a:pt x="486" y="697"/>
                    </a:lnTo>
                    <a:lnTo>
                      <a:pt x="517" y="686"/>
                    </a:lnTo>
                    <a:lnTo>
                      <a:pt x="548" y="674"/>
                    </a:lnTo>
                    <a:lnTo>
                      <a:pt x="580" y="663"/>
                    </a:lnTo>
                    <a:lnTo>
                      <a:pt x="611" y="650"/>
                    </a:lnTo>
                    <a:lnTo>
                      <a:pt x="641" y="638"/>
                    </a:lnTo>
                    <a:lnTo>
                      <a:pt x="668" y="627"/>
                    </a:lnTo>
                    <a:lnTo>
                      <a:pt x="692" y="615"/>
                    </a:lnTo>
                    <a:lnTo>
                      <a:pt x="710" y="605"/>
                    </a:lnTo>
                    <a:lnTo>
                      <a:pt x="724" y="597"/>
                    </a:lnTo>
                    <a:lnTo>
                      <a:pt x="731" y="589"/>
                    </a:lnTo>
                    <a:lnTo>
                      <a:pt x="749" y="542"/>
                    </a:lnTo>
                    <a:lnTo>
                      <a:pt x="764" y="478"/>
                    </a:lnTo>
                    <a:lnTo>
                      <a:pt x="777" y="405"/>
                    </a:lnTo>
                    <a:lnTo>
                      <a:pt x="785" y="325"/>
                    </a:lnTo>
                    <a:lnTo>
                      <a:pt x="787" y="247"/>
                    </a:lnTo>
                    <a:lnTo>
                      <a:pt x="784" y="175"/>
                    </a:lnTo>
                    <a:lnTo>
                      <a:pt x="774" y="118"/>
                    </a:lnTo>
                    <a:lnTo>
                      <a:pt x="756" y="78"/>
                    </a:lnTo>
                    <a:lnTo>
                      <a:pt x="732" y="52"/>
                    </a:lnTo>
                    <a:lnTo>
                      <a:pt x="709" y="32"/>
                    </a:lnTo>
                    <a:lnTo>
                      <a:pt x="687" y="19"/>
                    </a:lnTo>
                    <a:lnTo>
                      <a:pt x="669" y="9"/>
                    </a:lnTo>
                    <a:lnTo>
                      <a:pt x="651" y="4"/>
                    </a:lnTo>
                    <a:lnTo>
                      <a:pt x="639" y="1"/>
                    </a:lnTo>
                    <a:lnTo>
                      <a:pt x="631" y="0"/>
                    </a:lnTo>
                    <a:lnTo>
                      <a:pt x="628" y="0"/>
                    </a:lnTo>
                    <a:lnTo>
                      <a:pt x="626" y="0"/>
                    </a:lnTo>
                    <a:lnTo>
                      <a:pt x="620" y="0"/>
                    </a:lnTo>
                    <a:lnTo>
                      <a:pt x="611" y="0"/>
                    </a:lnTo>
                    <a:lnTo>
                      <a:pt x="598" y="0"/>
                    </a:lnTo>
                    <a:lnTo>
                      <a:pt x="582" y="1"/>
                    </a:lnTo>
                    <a:lnTo>
                      <a:pt x="564" y="1"/>
                    </a:lnTo>
                    <a:lnTo>
                      <a:pt x="544" y="2"/>
                    </a:lnTo>
                    <a:lnTo>
                      <a:pt x="521" y="4"/>
                    </a:lnTo>
                    <a:lnTo>
                      <a:pt x="497" y="6"/>
                    </a:lnTo>
                    <a:lnTo>
                      <a:pt x="472" y="7"/>
                    </a:lnTo>
                    <a:lnTo>
                      <a:pt x="445" y="10"/>
                    </a:lnTo>
                    <a:lnTo>
                      <a:pt x="419" y="14"/>
                    </a:lnTo>
                    <a:lnTo>
                      <a:pt x="391" y="17"/>
                    </a:lnTo>
                    <a:lnTo>
                      <a:pt x="364" y="23"/>
                    </a:lnTo>
                    <a:lnTo>
                      <a:pt x="337" y="28"/>
                    </a:lnTo>
                    <a:lnTo>
                      <a:pt x="311" y="35"/>
                    </a:lnTo>
                    <a:lnTo>
                      <a:pt x="277" y="44"/>
                    </a:lnTo>
                    <a:lnTo>
                      <a:pt x="247" y="52"/>
                    </a:lnTo>
                    <a:lnTo>
                      <a:pt x="222" y="60"/>
                    </a:lnTo>
                    <a:lnTo>
                      <a:pt x="199" y="67"/>
                    </a:lnTo>
                    <a:lnTo>
                      <a:pt x="179" y="73"/>
                    </a:lnTo>
                    <a:lnTo>
                      <a:pt x="162" y="80"/>
                    </a:lnTo>
                    <a:lnTo>
                      <a:pt x="147" y="85"/>
                    </a:lnTo>
                    <a:lnTo>
                      <a:pt x="132" y="91"/>
                    </a:lnTo>
                    <a:close/>
                  </a:path>
                </a:pathLst>
              </a:custGeom>
              <a:solidFill>
                <a:srgbClr val="59A3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8" name="Freeform 128"/>
              <p:cNvSpPr>
                <a:spLocks/>
              </p:cNvSpPr>
              <p:nvPr/>
            </p:nvSpPr>
            <p:spPr bwMode="auto">
              <a:xfrm>
                <a:off x="3255" y="3312"/>
                <a:ext cx="168" cy="366"/>
              </a:xfrm>
              <a:custGeom>
                <a:avLst/>
                <a:gdLst>
                  <a:gd name="T0" fmla="*/ 49 w 336"/>
                  <a:gd name="T1" fmla="*/ 24 h 733"/>
                  <a:gd name="T2" fmla="*/ 0 w 336"/>
                  <a:gd name="T3" fmla="*/ 366 h 733"/>
                  <a:gd name="T4" fmla="*/ 114 w 336"/>
                  <a:gd name="T5" fmla="*/ 366 h 733"/>
                  <a:gd name="T6" fmla="*/ 168 w 336"/>
                  <a:gd name="T7" fmla="*/ 15 h 733"/>
                  <a:gd name="T8" fmla="*/ 168 w 336"/>
                  <a:gd name="T9" fmla="*/ 14 h 733"/>
                  <a:gd name="T10" fmla="*/ 168 w 336"/>
                  <a:gd name="T11" fmla="*/ 13 h 733"/>
                  <a:gd name="T12" fmla="*/ 168 w 336"/>
                  <a:gd name="T13" fmla="*/ 11 h 733"/>
                  <a:gd name="T14" fmla="*/ 166 w 336"/>
                  <a:gd name="T15" fmla="*/ 8 h 733"/>
                  <a:gd name="T16" fmla="*/ 161 w 336"/>
                  <a:gd name="T17" fmla="*/ 6 h 733"/>
                  <a:gd name="T18" fmla="*/ 155 w 336"/>
                  <a:gd name="T19" fmla="*/ 3 h 733"/>
                  <a:gd name="T20" fmla="*/ 144 w 336"/>
                  <a:gd name="T21" fmla="*/ 1 h 733"/>
                  <a:gd name="T22" fmla="*/ 130 w 336"/>
                  <a:gd name="T23" fmla="*/ 0 h 733"/>
                  <a:gd name="T24" fmla="*/ 114 w 336"/>
                  <a:gd name="T25" fmla="*/ 1 h 733"/>
                  <a:gd name="T26" fmla="*/ 99 w 336"/>
                  <a:gd name="T27" fmla="*/ 3 h 733"/>
                  <a:gd name="T28" fmla="*/ 86 w 336"/>
                  <a:gd name="T29" fmla="*/ 7 h 733"/>
                  <a:gd name="T30" fmla="*/ 74 w 336"/>
                  <a:gd name="T31" fmla="*/ 11 h 733"/>
                  <a:gd name="T32" fmla="*/ 64 w 336"/>
                  <a:gd name="T33" fmla="*/ 16 h 733"/>
                  <a:gd name="T34" fmla="*/ 56 w 336"/>
                  <a:gd name="T35" fmla="*/ 20 h 733"/>
                  <a:gd name="T36" fmla="*/ 51 w 336"/>
                  <a:gd name="T37" fmla="*/ 23 h 733"/>
                  <a:gd name="T38" fmla="*/ 49 w 336"/>
                  <a:gd name="T39" fmla="*/ 24 h 73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6"/>
                  <a:gd name="T61" fmla="*/ 0 h 733"/>
                  <a:gd name="T62" fmla="*/ 336 w 336"/>
                  <a:gd name="T63" fmla="*/ 733 h 73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6" h="733">
                    <a:moveTo>
                      <a:pt x="99" y="49"/>
                    </a:moveTo>
                    <a:lnTo>
                      <a:pt x="0" y="733"/>
                    </a:lnTo>
                    <a:lnTo>
                      <a:pt x="229" y="733"/>
                    </a:lnTo>
                    <a:lnTo>
                      <a:pt x="336" y="30"/>
                    </a:lnTo>
                    <a:lnTo>
                      <a:pt x="336" y="29"/>
                    </a:lnTo>
                    <a:lnTo>
                      <a:pt x="336" y="26"/>
                    </a:lnTo>
                    <a:lnTo>
                      <a:pt x="335" y="22"/>
                    </a:lnTo>
                    <a:lnTo>
                      <a:pt x="331" y="16"/>
                    </a:lnTo>
                    <a:lnTo>
                      <a:pt x="321" y="12"/>
                    </a:lnTo>
                    <a:lnTo>
                      <a:pt x="309" y="6"/>
                    </a:lnTo>
                    <a:lnTo>
                      <a:pt x="288" y="3"/>
                    </a:lnTo>
                    <a:lnTo>
                      <a:pt x="260" y="0"/>
                    </a:lnTo>
                    <a:lnTo>
                      <a:pt x="228" y="2"/>
                    </a:lnTo>
                    <a:lnTo>
                      <a:pt x="198" y="6"/>
                    </a:lnTo>
                    <a:lnTo>
                      <a:pt x="172" y="14"/>
                    </a:lnTo>
                    <a:lnTo>
                      <a:pt x="148" y="22"/>
                    </a:lnTo>
                    <a:lnTo>
                      <a:pt x="128" y="33"/>
                    </a:lnTo>
                    <a:lnTo>
                      <a:pt x="112" y="41"/>
                    </a:lnTo>
                    <a:lnTo>
                      <a:pt x="103" y="46"/>
                    </a:lnTo>
                    <a:lnTo>
                      <a:pt x="99" y="49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69" name="Freeform 129"/>
              <p:cNvSpPr>
                <a:spLocks/>
              </p:cNvSpPr>
              <p:nvPr/>
            </p:nvSpPr>
            <p:spPr bwMode="auto">
              <a:xfrm>
                <a:off x="2437" y="2926"/>
                <a:ext cx="989" cy="499"/>
              </a:xfrm>
              <a:custGeom>
                <a:avLst/>
                <a:gdLst>
                  <a:gd name="T0" fmla="*/ 501 w 1977"/>
                  <a:gd name="T1" fmla="*/ 463 h 999"/>
                  <a:gd name="T2" fmla="*/ 444 w 1977"/>
                  <a:gd name="T3" fmla="*/ 456 h 999"/>
                  <a:gd name="T4" fmla="*/ 419 w 1977"/>
                  <a:gd name="T5" fmla="*/ 411 h 999"/>
                  <a:gd name="T6" fmla="*/ 468 w 1977"/>
                  <a:gd name="T7" fmla="*/ 387 h 999"/>
                  <a:gd name="T8" fmla="*/ 396 w 1977"/>
                  <a:gd name="T9" fmla="*/ 378 h 999"/>
                  <a:gd name="T10" fmla="*/ 423 w 1977"/>
                  <a:gd name="T11" fmla="*/ 459 h 999"/>
                  <a:gd name="T12" fmla="*/ 495 w 1977"/>
                  <a:gd name="T13" fmla="*/ 498 h 999"/>
                  <a:gd name="T14" fmla="*/ 532 w 1977"/>
                  <a:gd name="T15" fmla="*/ 454 h 999"/>
                  <a:gd name="T16" fmla="*/ 564 w 1977"/>
                  <a:gd name="T17" fmla="*/ 242 h 999"/>
                  <a:gd name="T18" fmla="*/ 613 w 1977"/>
                  <a:gd name="T19" fmla="*/ 158 h 999"/>
                  <a:gd name="T20" fmla="*/ 699 w 1977"/>
                  <a:gd name="T21" fmla="*/ 107 h 999"/>
                  <a:gd name="T22" fmla="*/ 767 w 1977"/>
                  <a:gd name="T23" fmla="*/ 147 h 999"/>
                  <a:gd name="T24" fmla="*/ 834 w 1977"/>
                  <a:gd name="T25" fmla="*/ 150 h 999"/>
                  <a:gd name="T26" fmla="*/ 885 w 1977"/>
                  <a:gd name="T27" fmla="*/ 119 h 999"/>
                  <a:gd name="T28" fmla="*/ 972 w 1977"/>
                  <a:gd name="T29" fmla="*/ 228 h 999"/>
                  <a:gd name="T30" fmla="*/ 988 w 1977"/>
                  <a:gd name="T31" fmla="*/ 215 h 999"/>
                  <a:gd name="T32" fmla="*/ 955 w 1977"/>
                  <a:gd name="T33" fmla="*/ 132 h 999"/>
                  <a:gd name="T34" fmla="*/ 898 w 1977"/>
                  <a:gd name="T35" fmla="*/ 85 h 999"/>
                  <a:gd name="T36" fmla="*/ 877 w 1977"/>
                  <a:gd name="T37" fmla="*/ 92 h 999"/>
                  <a:gd name="T38" fmla="*/ 832 w 1977"/>
                  <a:gd name="T39" fmla="*/ 125 h 999"/>
                  <a:gd name="T40" fmla="*/ 785 w 1977"/>
                  <a:gd name="T41" fmla="*/ 127 h 999"/>
                  <a:gd name="T42" fmla="*/ 741 w 1977"/>
                  <a:gd name="T43" fmla="*/ 108 h 999"/>
                  <a:gd name="T44" fmla="*/ 749 w 1977"/>
                  <a:gd name="T45" fmla="*/ 58 h 999"/>
                  <a:gd name="T46" fmla="*/ 729 w 1977"/>
                  <a:gd name="T47" fmla="*/ 25 h 999"/>
                  <a:gd name="T48" fmla="*/ 674 w 1977"/>
                  <a:gd name="T49" fmla="*/ 92 h 999"/>
                  <a:gd name="T50" fmla="*/ 597 w 1977"/>
                  <a:gd name="T51" fmla="*/ 134 h 999"/>
                  <a:gd name="T52" fmla="*/ 550 w 1977"/>
                  <a:gd name="T53" fmla="*/ 205 h 999"/>
                  <a:gd name="T54" fmla="*/ 520 w 1977"/>
                  <a:gd name="T55" fmla="*/ 245 h 999"/>
                  <a:gd name="T56" fmla="*/ 441 w 1977"/>
                  <a:gd name="T57" fmla="*/ 235 h 999"/>
                  <a:gd name="T58" fmla="*/ 208 w 1977"/>
                  <a:gd name="T59" fmla="*/ 274 h 999"/>
                  <a:gd name="T60" fmla="*/ 109 w 1977"/>
                  <a:gd name="T61" fmla="*/ 279 h 999"/>
                  <a:gd name="T62" fmla="*/ 46 w 1977"/>
                  <a:gd name="T63" fmla="*/ 257 h 999"/>
                  <a:gd name="T64" fmla="*/ 5 w 1977"/>
                  <a:gd name="T65" fmla="*/ 254 h 999"/>
                  <a:gd name="T66" fmla="*/ 75 w 1977"/>
                  <a:gd name="T67" fmla="*/ 281 h 999"/>
                  <a:gd name="T68" fmla="*/ 107 w 1977"/>
                  <a:gd name="T69" fmla="*/ 294 h 999"/>
                  <a:gd name="T70" fmla="*/ 249 w 1977"/>
                  <a:gd name="T71" fmla="*/ 372 h 999"/>
                  <a:gd name="T72" fmla="*/ 193 w 1977"/>
                  <a:gd name="T73" fmla="*/ 291 h 999"/>
                  <a:gd name="T74" fmla="*/ 433 w 1977"/>
                  <a:gd name="T75" fmla="*/ 247 h 999"/>
                  <a:gd name="T76" fmla="*/ 512 w 1977"/>
                  <a:gd name="T77" fmla="*/ 252 h 999"/>
                  <a:gd name="T78" fmla="*/ 528 w 1977"/>
                  <a:gd name="T79" fmla="*/ 325 h 999"/>
                  <a:gd name="T80" fmla="*/ 494 w 1977"/>
                  <a:gd name="T81" fmla="*/ 291 h 999"/>
                  <a:gd name="T82" fmla="*/ 526 w 1977"/>
                  <a:gd name="T83" fmla="*/ 300 h 999"/>
                  <a:gd name="T84" fmla="*/ 478 w 1977"/>
                  <a:gd name="T85" fmla="*/ 258 h 999"/>
                  <a:gd name="T86" fmla="*/ 514 w 1977"/>
                  <a:gd name="T87" fmla="*/ 268 h 999"/>
                  <a:gd name="T88" fmla="*/ 532 w 1977"/>
                  <a:gd name="T89" fmla="*/ 275 h 999"/>
                  <a:gd name="T90" fmla="*/ 490 w 1977"/>
                  <a:gd name="T91" fmla="*/ 251 h 999"/>
                  <a:gd name="T92" fmla="*/ 478 w 1977"/>
                  <a:gd name="T93" fmla="*/ 257 h 999"/>
                  <a:gd name="T94" fmla="*/ 484 w 1977"/>
                  <a:gd name="T95" fmla="*/ 271 h 999"/>
                  <a:gd name="T96" fmla="*/ 486 w 1977"/>
                  <a:gd name="T97" fmla="*/ 280 h 999"/>
                  <a:gd name="T98" fmla="*/ 485 w 1977"/>
                  <a:gd name="T99" fmla="*/ 301 h 999"/>
                  <a:gd name="T100" fmla="*/ 465 w 1977"/>
                  <a:gd name="T101" fmla="*/ 331 h 999"/>
                  <a:gd name="T102" fmla="*/ 427 w 1977"/>
                  <a:gd name="T103" fmla="*/ 286 h 999"/>
                  <a:gd name="T104" fmla="*/ 399 w 1977"/>
                  <a:gd name="T105" fmla="*/ 306 h 999"/>
                  <a:gd name="T106" fmla="*/ 389 w 1977"/>
                  <a:gd name="T107" fmla="*/ 310 h 999"/>
                  <a:gd name="T108" fmla="*/ 412 w 1977"/>
                  <a:gd name="T109" fmla="*/ 317 h 999"/>
                  <a:gd name="T110" fmla="*/ 410 w 1977"/>
                  <a:gd name="T111" fmla="*/ 344 h 999"/>
                  <a:gd name="T112" fmla="*/ 423 w 1977"/>
                  <a:gd name="T113" fmla="*/ 361 h 999"/>
                  <a:gd name="T114" fmla="*/ 501 w 1977"/>
                  <a:gd name="T115" fmla="*/ 336 h 999"/>
                  <a:gd name="T116" fmla="*/ 476 w 1977"/>
                  <a:gd name="T117" fmla="*/ 384 h 999"/>
                  <a:gd name="T118" fmla="*/ 518 w 1977"/>
                  <a:gd name="T119" fmla="*/ 395 h 99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77"/>
                  <a:gd name="T181" fmla="*/ 0 h 999"/>
                  <a:gd name="T182" fmla="*/ 1977 w 1977"/>
                  <a:gd name="T183" fmla="*/ 999 h 99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77" h="999">
                    <a:moveTo>
                      <a:pt x="949" y="853"/>
                    </a:moveTo>
                    <a:lnTo>
                      <a:pt x="1027" y="827"/>
                    </a:lnTo>
                    <a:lnTo>
                      <a:pt x="1026" y="843"/>
                    </a:lnTo>
                    <a:lnTo>
                      <a:pt x="1024" y="860"/>
                    </a:lnTo>
                    <a:lnTo>
                      <a:pt x="1021" y="877"/>
                    </a:lnTo>
                    <a:lnTo>
                      <a:pt x="1017" y="894"/>
                    </a:lnTo>
                    <a:lnTo>
                      <a:pt x="1010" y="912"/>
                    </a:lnTo>
                    <a:lnTo>
                      <a:pt x="1001" y="927"/>
                    </a:lnTo>
                    <a:lnTo>
                      <a:pt x="989" y="941"/>
                    </a:lnTo>
                    <a:lnTo>
                      <a:pt x="974" y="952"/>
                    </a:lnTo>
                    <a:lnTo>
                      <a:pt x="959" y="954"/>
                    </a:lnTo>
                    <a:lnTo>
                      <a:pt x="944" y="952"/>
                    </a:lnTo>
                    <a:lnTo>
                      <a:pt x="929" y="946"/>
                    </a:lnTo>
                    <a:lnTo>
                      <a:pt x="914" y="937"/>
                    </a:lnTo>
                    <a:lnTo>
                      <a:pt x="900" y="926"/>
                    </a:lnTo>
                    <a:lnTo>
                      <a:pt x="888" y="913"/>
                    </a:lnTo>
                    <a:lnTo>
                      <a:pt x="876" y="897"/>
                    </a:lnTo>
                    <a:lnTo>
                      <a:pt x="867" y="881"/>
                    </a:lnTo>
                    <a:lnTo>
                      <a:pt x="949" y="853"/>
                    </a:lnTo>
                    <a:lnTo>
                      <a:pt x="942" y="822"/>
                    </a:lnTo>
                    <a:lnTo>
                      <a:pt x="857" y="852"/>
                    </a:lnTo>
                    <a:lnTo>
                      <a:pt x="848" y="845"/>
                    </a:lnTo>
                    <a:lnTo>
                      <a:pt x="842" y="835"/>
                    </a:lnTo>
                    <a:lnTo>
                      <a:pt x="837" y="823"/>
                    </a:lnTo>
                    <a:lnTo>
                      <a:pt x="830" y="812"/>
                    </a:lnTo>
                    <a:lnTo>
                      <a:pt x="843" y="806"/>
                    </a:lnTo>
                    <a:lnTo>
                      <a:pt x="858" y="801"/>
                    </a:lnTo>
                    <a:lnTo>
                      <a:pt x="873" y="795"/>
                    </a:lnTo>
                    <a:lnTo>
                      <a:pt x="889" y="790"/>
                    </a:lnTo>
                    <a:lnTo>
                      <a:pt x="905" y="784"/>
                    </a:lnTo>
                    <a:lnTo>
                      <a:pt x="921" y="779"/>
                    </a:lnTo>
                    <a:lnTo>
                      <a:pt x="935" y="775"/>
                    </a:lnTo>
                    <a:lnTo>
                      <a:pt x="949" y="770"/>
                    </a:lnTo>
                    <a:lnTo>
                      <a:pt x="941" y="740"/>
                    </a:lnTo>
                    <a:lnTo>
                      <a:pt x="836" y="775"/>
                    </a:lnTo>
                    <a:lnTo>
                      <a:pt x="835" y="772"/>
                    </a:lnTo>
                    <a:lnTo>
                      <a:pt x="835" y="769"/>
                    </a:lnTo>
                    <a:lnTo>
                      <a:pt x="835" y="765"/>
                    </a:lnTo>
                    <a:lnTo>
                      <a:pt x="835" y="761"/>
                    </a:lnTo>
                    <a:lnTo>
                      <a:pt x="792" y="757"/>
                    </a:lnTo>
                    <a:lnTo>
                      <a:pt x="792" y="779"/>
                    </a:lnTo>
                    <a:lnTo>
                      <a:pt x="794" y="800"/>
                    </a:lnTo>
                    <a:lnTo>
                      <a:pt x="799" y="822"/>
                    </a:lnTo>
                    <a:lnTo>
                      <a:pt x="806" y="841"/>
                    </a:lnTo>
                    <a:lnTo>
                      <a:pt x="814" y="862"/>
                    </a:lnTo>
                    <a:lnTo>
                      <a:pt x="823" y="882"/>
                    </a:lnTo>
                    <a:lnTo>
                      <a:pt x="835" y="900"/>
                    </a:lnTo>
                    <a:lnTo>
                      <a:pt x="846" y="919"/>
                    </a:lnTo>
                    <a:lnTo>
                      <a:pt x="860" y="936"/>
                    </a:lnTo>
                    <a:lnTo>
                      <a:pt x="875" y="953"/>
                    </a:lnTo>
                    <a:lnTo>
                      <a:pt x="891" y="968"/>
                    </a:lnTo>
                    <a:lnTo>
                      <a:pt x="908" y="980"/>
                    </a:lnTo>
                    <a:lnTo>
                      <a:pt x="927" y="990"/>
                    </a:lnTo>
                    <a:lnTo>
                      <a:pt x="946" y="996"/>
                    </a:lnTo>
                    <a:lnTo>
                      <a:pt x="967" y="999"/>
                    </a:lnTo>
                    <a:lnTo>
                      <a:pt x="989" y="997"/>
                    </a:lnTo>
                    <a:lnTo>
                      <a:pt x="1005" y="992"/>
                    </a:lnTo>
                    <a:lnTo>
                      <a:pt x="1019" y="986"/>
                    </a:lnTo>
                    <a:lnTo>
                      <a:pt x="1030" y="976"/>
                    </a:lnTo>
                    <a:lnTo>
                      <a:pt x="1041" y="965"/>
                    </a:lnTo>
                    <a:lnTo>
                      <a:pt x="1048" y="952"/>
                    </a:lnTo>
                    <a:lnTo>
                      <a:pt x="1055" y="938"/>
                    </a:lnTo>
                    <a:lnTo>
                      <a:pt x="1060" y="923"/>
                    </a:lnTo>
                    <a:lnTo>
                      <a:pt x="1064" y="908"/>
                    </a:lnTo>
                    <a:lnTo>
                      <a:pt x="1098" y="629"/>
                    </a:lnTo>
                    <a:lnTo>
                      <a:pt x="1101" y="609"/>
                    </a:lnTo>
                    <a:lnTo>
                      <a:pt x="1104" y="587"/>
                    </a:lnTo>
                    <a:lnTo>
                      <a:pt x="1108" y="566"/>
                    </a:lnTo>
                    <a:lnTo>
                      <a:pt x="1112" y="545"/>
                    </a:lnTo>
                    <a:lnTo>
                      <a:pt x="1117" y="525"/>
                    </a:lnTo>
                    <a:lnTo>
                      <a:pt x="1121" y="505"/>
                    </a:lnTo>
                    <a:lnTo>
                      <a:pt x="1128" y="485"/>
                    </a:lnTo>
                    <a:lnTo>
                      <a:pt x="1135" y="466"/>
                    </a:lnTo>
                    <a:lnTo>
                      <a:pt x="1143" y="443"/>
                    </a:lnTo>
                    <a:lnTo>
                      <a:pt x="1154" y="420"/>
                    </a:lnTo>
                    <a:lnTo>
                      <a:pt x="1165" y="398"/>
                    </a:lnTo>
                    <a:lnTo>
                      <a:pt x="1179" y="376"/>
                    </a:lnTo>
                    <a:lnTo>
                      <a:pt x="1194" y="355"/>
                    </a:lnTo>
                    <a:lnTo>
                      <a:pt x="1209" y="335"/>
                    </a:lnTo>
                    <a:lnTo>
                      <a:pt x="1226" y="316"/>
                    </a:lnTo>
                    <a:lnTo>
                      <a:pt x="1245" y="298"/>
                    </a:lnTo>
                    <a:lnTo>
                      <a:pt x="1264" y="282"/>
                    </a:lnTo>
                    <a:lnTo>
                      <a:pt x="1284" y="265"/>
                    </a:lnTo>
                    <a:lnTo>
                      <a:pt x="1306" y="252"/>
                    </a:lnTo>
                    <a:lnTo>
                      <a:pt x="1328" y="240"/>
                    </a:lnTo>
                    <a:lnTo>
                      <a:pt x="1351" y="230"/>
                    </a:lnTo>
                    <a:lnTo>
                      <a:pt x="1374" y="220"/>
                    </a:lnTo>
                    <a:lnTo>
                      <a:pt x="1398" y="215"/>
                    </a:lnTo>
                    <a:lnTo>
                      <a:pt x="1423" y="210"/>
                    </a:lnTo>
                    <a:lnTo>
                      <a:pt x="1437" y="226"/>
                    </a:lnTo>
                    <a:lnTo>
                      <a:pt x="1450" y="240"/>
                    </a:lnTo>
                    <a:lnTo>
                      <a:pt x="1462" y="254"/>
                    </a:lnTo>
                    <a:lnTo>
                      <a:pt x="1476" y="265"/>
                    </a:lnTo>
                    <a:lnTo>
                      <a:pt x="1492" y="276"/>
                    </a:lnTo>
                    <a:lnTo>
                      <a:pt x="1511" y="285"/>
                    </a:lnTo>
                    <a:lnTo>
                      <a:pt x="1534" y="294"/>
                    </a:lnTo>
                    <a:lnTo>
                      <a:pt x="1561" y="302"/>
                    </a:lnTo>
                    <a:lnTo>
                      <a:pt x="1578" y="306"/>
                    </a:lnTo>
                    <a:lnTo>
                      <a:pt x="1593" y="307"/>
                    </a:lnTo>
                    <a:lnTo>
                      <a:pt x="1609" y="308"/>
                    </a:lnTo>
                    <a:lnTo>
                      <a:pt x="1624" y="308"/>
                    </a:lnTo>
                    <a:lnTo>
                      <a:pt x="1639" y="306"/>
                    </a:lnTo>
                    <a:lnTo>
                      <a:pt x="1652" y="303"/>
                    </a:lnTo>
                    <a:lnTo>
                      <a:pt x="1667" y="300"/>
                    </a:lnTo>
                    <a:lnTo>
                      <a:pt x="1681" y="294"/>
                    </a:lnTo>
                    <a:lnTo>
                      <a:pt x="1695" y="290"/>
                    </a:lnTo>
                    <a:lnTo>
                      <a:pt x="1708" y="283"/>
                    </a:lnTo>
                    <a:lnTo>
                      <a:pt x="1722" y="276"/>
                    </a:lnTo>
                    <a:lnTo>
                      <a:pt x="1734" y="268"/>
                    </a:lnTo>
                    <a:lnTo>
                      <a:pt x="1746" y="259"/>
                    </a:lnTo>
                    <a:lnTo>
                      <a:pt x="1758" y="249"/>
                    </a:lnTo>
                    <a:lnTo>
                      <a:pt x="1770" y="239"/>
                    </a:lnTo>
                    <a:lnTo>
                      <a:pt x="1781" y="229"/>
                    </a:lnTo>
                    <a:lnTo>
                      <a:pt x="1818" y="249"/>
                    </a:lnTo>
                    <a:lnTo>
                      <a:pt x="1850" y="275"/>
                    </a:lnTo>
                    <a:lnTo>
                      <a:pt x="1878" y="305"/>
                    </a:lnTo>
                    <a:lnTo>
                      <a:pt x="1902" y="339"/>
                    </a:lnTo>
                    <a:lnTo>
                      <a:pt x="1921" y="376"/>
                    </a:lnTo>
                    <a:lnTo>
                      <a:pt x="1936" y="416"/>
                    </a:lnTo>
                    <a:lnTo>
                      <a:pt x="1944" y="457"/>
                    </a:lnTo>
                    <a:lnTo>
                      <a:pt x="1947" y="499"/>
                    </a:lnTo>
                    <a:lnTo>
                      <a:pt x="1950" y="528"/>
                    </a:lnTo>
                    <a:lnTo>
                      <a:pt x="1953" y="560"/>
                    </a:lnTo>
                    <a:lnTo>
                      <a:pt x="1956" y="585"/>
                    </a:lnTo>
                    <a:lnTo>
                      <a:pt x="1960" y="591"/>
                    </a:lnTo>
                    <a:lnTo>
                      <a:pt x="1973" y="540"/>
                    </a:lnTo>
                    <a:lnTo>
                      <a:pt x="1977" y="485"/>
                    </a:lnTo>
                    <a:lnTo>
                      <a:pt x="1976" y="430"/>
                    </a:lnTo>
                    <a:lnTo>
                      <a:pt x="1967" y="378"/>
                    </a:lnTo>
                    <a:lnTo>
                      <a:pt x="1962" y="361"/>
                    </a:lnTo>
                    <a:lnTo>
                      <a:pt x="1956" y="344"/>
                    </a:lnTo>
                    <a:lnTo>
                      <a:pt x="1950" y="326"/>
                    </a:lnTo>
                    <a:lnTo>
                      <a:pt x="1940" y="310"/>
                    </a:lnTo>
                    <a:lnTo>
                      <a:pt x="1931" y="295"/>
                    </a:lnTo>
                    <a:lnTo>
                      <a:pt x="1921" y="280"/>
                    </a:lnTo>
                    <a:lnTo>
                      <a:pt x="1909" y="265"/>
                    </a:lnTo>
                    <a:lnTo>
                      <a:pt x="1897" y="252"/>
                    </a:lnTo>
                    <a:lnTo>
                      <a:pt x="1884" y="239"/>
                    </a:lnTo>
                    <a:lnTo>
                      <a:pt x="1870" y="226"/>
                    </a:lnTo>
                    <a:lnTo>
                      <a:pt x="1856" y="214"/>
                    </a:lnTo>
                    <a:lnTo>
                      <a:pt x="1841" y="202"/>
                    </a:lnTo>
                    <a:lnTo>
                      <a:pt x="1826" y="191"/>
                    </a:lnTo>
                    <a:lnTo>
                      <a:pt x="1810" y="180"/>
                    </a:lnTo>
                    <a:lnTo>
                      <a:pt x="1795" y="171"/>
                    </a:lnTo>
                    <a:lnTo>
                      <a:pt x="1779" y="162"/>
                    </a:lnTo>
                    <a:lnTo>
                      <a:pt x="1776" y="163"/>
                    </a:lnTo>
                    <a:lnTo>
                      <a:pt x="1773" y="164"/>
                    </a:lnTo>
                    <a:lnTo>
                      <a:pt x="1771" y="165"/>
                    </a:lnTo>
                    <a:lnTo>
                      <a:pt x="1769" y="167"/>
                    </a:lnTo>
                    <a:lnTo>
                      <a:pt x="1765" y="171"/>
                    </a:lnTo>
                    <a:lnTo>
                      <a:pt x="1761" y="177"/>
                    </a:lnTo>
                    <a:lnTo>
                      <a:pt x="1753" y="185"/>
                    </a:lnTo>
                    <a:lnTo>
                      <a:pt x="1743" y="195"/>
                    </a:lnTo>
                    <a:lnTo>
                      <a:pt x="1730" y="208"/>
                    </a:lnTo>
                    <a:lnTo>
                      <a:pt x="1717" y="218"/>
                    </a:lnTo>
                    <a:lnTo>
                      <a:pt x="1705" y="227"/>
                    </a:lnTo>
                    <a:lnTo>
                      <a:pt x="1694" y="235"/>
                    </a:lnTo>
                    <a:lnTo>
                      <a:pt x="1683" y="241"/>
                    </a:lnTo>
                    <a:lnTo>
                      <a:pt x="1673" y="247"/>
                    </a:lnTo>
                    <a:lnTo>
                      <a:pt x="1664" y="250"/>
                    </a:lnTo>
                    <a:lnTo>
                      <a:pt x="1654" y="254"/>
                    </a:lnTo>
                    <a:lnTo>
                      <a:pt x="1643" y="255"/>
                    </a:lnTo>
                    <a:lnTo>
                      <a:pt x="1633" y="256"/>
                    </a:lnTo>
                    <a:lnTo>
                      <a:pt x="1622" y="257"/>
                    </a:lnTo>
                    <a:lnTo>
                      <a:pt x="1611" y="257"/>
                    </a:lnTo>
                    <a:lnTo>
                      <a:pt x="1598" y="256"/>
                    </a:lnTo>
                    <a:lnTo>
                      <a:pt x="1584" y="256"/>
                    </a:lnTo>
                    <a:lnTo>
                      <a:pt x="1569" y="255"/>
                    </a:lnTo>
                    <a:lnTo>
                      <a:pt x="1553" y="254"/>
                    </a:lnTo>
                    <a:lnTo>
                      <a:pt x="1543" y="249"/>
                    </a:lnTo>
                    <a:lnTo>
                      <a:pt x="1531" y="246"/>
                    </a:lnTo>
                    <a:lnTo>
                      <a:pt x="1521" y="241"/>
                    </a:lnTo>
                    <a:lnTo>
                      <a:pt x="1510" y="237"/>
                    </a:lnTo>
                    <a:lnTo>
                      <a:pt x="1499" y="232"/>
                    </a:lnTo>
                    <a:lnTo>
                      <a:pt x="1489" y="225"/>
                    </a:lnTo>
                    <a:lnTo>
                      <a:pt x="1481" y="217"/>
                    </a:lnTo>
                    <a:lnTo>
                      <a:pt x="1473" y="208"/>
                    </a:lnTo>
                    <a:lnTo>
                      <a:pt x="1476" y="204"/>
                    </a:lnTo>
                    <a:lnTo>
                      <a:pt x="1480" y="200"/>
                    </a:lnTo>
                    <a:lnTo>
                      <a:pt x="1482" y="195"/>
                    </a:lnTo>
                    <a:lnTo>
                      <a:pt x="1485" y="191"/>
                    </a:lnTo>
                    <a:lnTo>
                      <a:pt x="1493" y="166"/>
                    </a:lnTo>
                    <a:lnTo>
                      <a:pt x="1497" y="141"/>
                    </a:lnTo>
                    <a:lnTo>
                      <a:pt x="1497" y="116"/>
                    </a:lnTo>
                    <a:lnTo>
                      <a:pt x="1495" y="91"/>
                    </a:lnTo>
                    <a:lnTo>
                      <a:pt x="1489" y="66"/>
                    </a:lnTo>
                    <a:lnTo>
                      <a:pt x="1480" y="43"/>
                    </a:lnTo>
                    <a:lnTo>
                      <a:pt x="1468" y="21"/>
                    </a:lnTo>
                    <a:lnTo>
                      <a:pt x="1454" y="0"/>
                    </a:lnTo>
                    <a:lnTo>
                      <a:pt x="1453" y="6"/>
                    </a:lnTo>
                    <a:lnTo>
                      <a:pt x="1454" y="25"/>
                    </a:lnTo>
                    <a:lnTo>
                      <a:pt x="1457" y="50"/>
                    </a:lnTo>
                    <a:lnTo>
                      <a:pt x="1458" y="80"/>
                    </a:lnTo>
                    <a:lnTo>
                      <a:pt x="1455" y="112"/>
                    </a:lnTo>
                    <a:lnTo>
                      <a:pt x="1450" y="141"/>
                    </a:lnTo>
                    <a:lnTo>
                      <a:pt x="1437" y="164"/>
                    </a:lnTo>
                    <a:lnTo>
                      <a:pt x="1416" y="178"/>
                    </a:lnTo>
                    <a:lnTo>
                      <a:pt x="1393" y="178"/>
                    </a:lnTo>
                    <a:lnTo>
                      <a:pt x="1370" y="180"/>
                    </a:lnTo>
                    <a:lnTo>
                      <a:pt x="1348" y="185"/>
                    </a:lnTo>
                    <a:lnTo>
                      <a:pt x="1326" y="191"/>
                    </a:lnTo>
                    <a:lnTo>
                      <a:pt x="1306" y="197"/>
                    </a:lnTo>
                    <a:lnTo>
                      <a:pt x="1285" y="207"/>
                    </a:lnTo>
                    <a:lnTo>
                      <a:pt x="1265" y="216"/>
                    </a:lnTo>
                    <a:lnTo>
                      <a:pt x="1246" y="227"/>
                    </a:lnTo>
                    <a:lnTo>
                      <a:pt x="1227" y="240"/>
                    </a:lnTo>
                    <a:lnTo>
                      <a:pt x="1209" y="254"/>
                    </a:lnTo>
                    <a:lnTo>
                      <a:pt x="1193" y="269"/>
                    </a:lnTo>
                    <a:lnTo>
                      <a:pt x="1177" y="285"/>
                    </a:lnTo>
                    <a:lnTo>
                      <a:pt x="1162" y="301"/>
                    </a:lnTo>
                    <a:lnTo>
                      <a:pt x="1148" y="320"/>
                    </a:lnTo>
                    <a:lnTo>
                      <a:pt x="1134" y="338"/>
                    </a:lnTo>
                    <a:lnTo>
                      <a:pt x="1123" y="356"/>
                    </a:lnTo>
                    <a:lnTo>
                      <a:pt x="1113" y="374"/>
                    </a:lnTo>
                    <a:lnTo>
                      <a:pt x="1105" y="392"/>
                    </a:lnTo>
                    <a:lnTo>
                      <a:pt x="1100" y="411"/>
                    </a:lnTo>
                    <a:lnTo>
                      <a:pt x="1095" y="429"/>
                    </a:lnTo>
                    <a:lnTo>
                      <a:pt x="1090" y="447"/>
                    </a:lnTo>
                    <a:lnTo>
                      <a:pt x="1086" y="467"/>
                    </a:lnTo>
                    <a:lnTo>
                      <a:pt x="1081" y="485"/>
                    </a:lnTo>
                    <a:lnTo>
                      <a:pt x="1077" y="504"/>
                    </a:lnTo>
                    <a:lnTo>
                      <a:pt x="1067" y="499"/>
                    </a:lnTo>
                    <a:lnTo>
                      <a:pt x="1055" y="495"/>
                    </a:lnTo>
                    <a:lnTo>
                      <a:pt x="1039" y="490"/>
                    </a:lnTo>
                    <a:lnTo>
                      <a:pt x="1022" y="484"/>
                    </a:lnTo>
                    <a:lnTo>
                      <a:pt x="1006" y="477"/>
                    </a:lnTo>
                    <a:lnTo>
                      <a:pt x="991" y="471"/>
                    </a:lnTo>
                    <a:lnTo>
                      <a:pt x="981" y="464"/>
                    </a:lnTo>
                    <a:lnTo>
                      <a:pt x="976" y="456"/>
                    </a:lnTo>
                    <a:lnTo>
                      <a:pt x="956" y="459"/>
                    </a:lnTo>
                    <a:lnTo>
                      <a:pt x="923" y="465"/>
                    </a:lnTo>
                    <a:lnTo>
                      <a:pt x="882" y="471"/>
                    </a:lnTo>
                    <a:lnTo>
                      <a:pt x="832" y="480"/>
                    </a:lnTo>
                    <a:lnTo>
                      <a:pt x="777" y="489"/>
                    </a:lnTo>
                    <a:lnTo>
                      <a:pt x="717" y="498"/>
                    </a:lnTo>
                    <a:lnTo>
                      <a:pt x="655" y="509"/>
                    </a:lnTo>
                    <a:lnTo>
                      <a:pt x="592" y="519"/>
                    </a:lnTo>
                    <a:lnTo>
                      <a:pt x="529" y="529"/>
                    </a:lnTo>
                    <a:lnTo>
                      <a:pt x="471" y="540"/>
                    </a:lnTo>
                    <a:lnTo>
                      <a:pt x="415" y="549"/>
                    </a:lnTo>
                    <a:lnTo>
                      <a:pt x="366" y="557"/>
                    </a:lnTo>
                    <a:lnTo>
                      <a:pt x="324" y="564"/>
                    </a:lnTo>
                    <a:lnTo>
                      <a:pt x="293" y="568"/>
                    </a:lnTo>
                    <a:lnTo>
                      <a:pt x="273" y="572"/>
                    </a:lnTo>
                    <a:lnTo>
                      <a:pt x="266" y="573"/>
                    </a:lnTo>
                    <a:lnTo>
                      <a:pt x="250" y="568"/>
                    </a:lnTo>
                    <a:lnTo>
                      <a:pt x="233" y="563"/>
                    </a:lnTo>
                    <a:lnTo>
                      <a:pt x="218" y="558"/>
                    </a:lnTo>
                    <a:lnTo>
                      <a:pt x="202" y="552"/>
                    </a:lnTo>
                    <a:lnTo>
                      <a:pt x="186" y="547"/>
                    </a:lnTo>
                    <a:lnTo>
                      <a:pt x="170" y="541"/>
                    </a:lnTo>
                    <a:lnTo>
                      <a:pt x="155" y="536"/>
                    </a:lnTo>
                    <a:lnTo>
                      <a:pt x="139" y="530"/>
                    </a:lnTo>
                    <a:lnTo>
                      <a:pt x="123" y="525"/>
                    </a:lnTo>
                    <a:lnTo>
                      <a:pt x="107" y="520"/>
                    </a:lnTo>
                    <a:lnTo>
                      <a:pt x="92" y="514"/>
                    </a:lnTo>
                    <a:lnTo>
                      <a:pt x="76" y="510"/>
                    </a:lnTo>
                    <a:lnTo>
                      <a:pt x="60" y="505"/>
                    </a:lnTo>
                    <a:lnTo>
                      <a:pt x="43" y="500"/>
                    </a:lnTo>
                    <a:lnTo>
                      <a:pt x="27" y="496"/>
                    </a:lnTo>
                    <a:lnTo>
                      <a:pt x="11" y="491"/>
                    </a:lnTo>
                    <a:lnTo>
                      <a:pt x="0" y="503"/>
                    </a:lnTo>
                    <a:lnTo>
                      <a:pt x="3" y="505"/>
                    </a:lnTo>
                    <a:lnTo>
                      <a:pt x="10" y="509"/>
                    </a:lnTo>
                    <a:lnTo>
                      <a:pt x="22" y="513"/>
                    </a:lnTo>
                    <a:lnTo>
                      <a:pt x="35" y="519"/>
                    </a:lnTo>
                    <a:lnTo>
                      <a:pt x="53" y="525"/>
                    </a:lnTo>
                    <a:lnTo>
                      <a:pt x="71" y="532"/>
                    </a:lnTo>
                    <a:lnTo>
                      <a:pt x="91" y="540"/>
                    </a:lnTo>
                    <a:lnTo>
                      <a:pt x="110" y="547"/>
                    </a:lnTo>
                    <a:lnTo>
                      <a:pt x="130" y="555"/>
                    </a:lnTo>
                    <a:lnTo>
                      <a:pt x="149" y="562"/>
                    </a:lnTo>
                    <a:lnTo>
                      <a:pt x="168" y="568"/>
                    </a:lnTo>
                    <a:lnTo>
                      <a:pt x="184" y="574"/>
                    </a:lnTo>
                    <a:lnTo>
                      <a:pt x="198" y="580"/>
                    </a:lnTo>
                    <a:lnTo>
                      <a:pt x="208" y="583"/>
                    </a:lnTo>
                    <a:lnTo>
                      <a:pt x="215" y="586"/>
                    </a:lnTo>
                    <a:lnTo>
                      <a:pt x="217" y="587"/>
                    </a:lnTo>
                    <a:lnTo>
                      <a:pt x="216" y="587"/>
                    </a:lnTo>
                    <a:lnTo>
                      <a:pt x="213" y="588"/>
                    </a:lnTo>
                    <a:lnTo>
                      <a:pt x="208" y="590"/>
                    </a:lnTo>
                    <a:lnTo>
                      <a:pt x="202" y="593"/>
                    </a:lnTo>
                    <a:lnTo>
                      <a:pt x="195" y="595"/>
                    </a:lnTo>
                    <a:lnTo>
                      <a:pt x="190" y="598"/>
                    </a:lnTo>
                    <a:lnTo>
                      <a:pt x="184" y="601"/>
                    </a:lnTo>
                    <a:lnTo>
                      <a:pt x="179" y="604"/>
                    </a:lnTo>
                    <a:lnTo>
                      <a:pt x="491" y="741"/>
                    </a:lnTo>
                    <a:lnTo>
                      <a:pt x="497" y="744"/>
                    </a:lnTo>
                    <a:lnTo>
                      <a:pt x="503" y="745"/>
                    </a:lnTo>
                    <a:lnTo>
                      <a:pt x="509" y="745"/>
                    </a:lnTo>
                    <a:lnTo>
                      <a:pt x="514" y="740"/>
                    </a:lnTo>
                    <a:lnTo>
                      <a:pt x="246" y="612"/>
                    </a:lnTo>
                    <a:lnTo>
                      <a:pt x="265" y="608"/>
                    </a:lnTo>
                    <a:lnTo>
                      <a:pt x="296" y="602"/>
                    </a:lnTo>
                    <a:lnTo>
                      <a:pt x="336" y="593"/>
                    </a:lnTo>
                    <a:lnTo>
                      <a:pt x="385" y="583"/>
                    </a:lnTo>
                    <a:lnTo>
                      <a:pt x="442" y="573"/>
                    </a:lnTo>
                    <a:lnTo>
                      <a:pt x="503" y="562"/>
                    </a:lnTo>
                    <a:lnTo>
                      <a:pt x="567" y="549"/>
                    </a:lnTo>
                    <a:lnTo>
                      <a:pt x="632" y="537"/>
                    </a:lnTo>
                    <a:lnTo>
                      <a:pt x="696" y="526"/>
                    </a:lnTo>
                    <a:lnTo>
                      <a:pt x="758" y="514"/>
                    </a:lnTo>
                    <a:lnTo>
                      <a:pt x="815" y="504"/>
                    </a:lnTo>
                    <a:lnTo>
                      <a:pt x="866" y="494"/>
                    </a:lnTo>
                    <a:lnTo>
                      <a:pt x="910" y="487"/>
                    </a:lnTo>
                    <a:lnTo>
                      <a:pt x="942" y="480"/>
                    </a:lnTo>
                    <a:lnTo>
                      <a:pt x="964" y="476"/>
                    </a:lnTo>
                    <a:lnTo>
                      <a:pt x="971" y="475"/>
                    </a:lnTo>
                    <a:lnTo>
                      <a:pt x="983" y="482"/>
                    </a:lnTo>
                    <a:lnTo>
                      <a:pt x="996" y="489"/>
                    </a:lnTo>
                    <a:lnTo>
                      <a:pt x="1010" y="496"/>
                    </a:lnTo>
                    <a:lnTo>
                      <a:pt x="1024" y="504"/>
                    </a:lnTo>
                    <a:lnTo>
                      <a:pt x="1036" y="512"/>
                    </a:lnTo>
                    <a:lnTo>
                      <a:pt x="1049" y="520"/>
                    </a:lnTo>
                    <a:lnTo>
                      <a:pt x="1062" y="528"/>
                    </a:lnTo>
                    <a:lnTo>
                      <a:pt x="1073" y="537"/>
                    </a:lnTo>
                    <a:lnTo>
                      <a:pt x="1072" y="567"/>
                    </a:lnTo>
                    <a:lnTo>
                      <a:pt x="1067" y="595"/>
                    </a:lnTo>
                    <a:lnTo>
                      <a:pt x="1062" y="624"/>
                    </a:lnTo>
                    <a:lnTo>
                      <a:pt x="1055" y="650"/>
                    </a:lnTo>
                    <a:lnTo>
                      <a:pt x="1047" y="641"/>
                    </a:lnTo>
                    <a:lnTo>
                      <a:pt x="1039" y="632"/>
                    </a:lnTo>
                    <a:lnTo>
                      <a:pt x="1030" y="623"/>
                    </a:lnTo>
                    <a:lnTo>
                      <a:pt x="1022" y="615"/>
                    </a:lnTo>
                    <a:lnTo>
                      <a:pt x="1014" y="606"/>
                    </a:lnTo>
                    <a:lnTo>
                      <a:pt x="1006" y="598"/>
                    </a:lnTo>
                    <a:lnTo>
                      <a:pt x="997" y="590"/>
                    </a:lnTo>
                    <a:lnTo>
                      <a:pt x="987" y="583"/>
                    </a:lnTo>
                    <a:lnTo>
                      <a:pt x="995" y="583"/>
                    </a:lnTo>
                    <a:lnTo>
                      <a:pt x="1003" y="586"/>
                    </a:lnTo>
                    <a:lnTo>
                      <a:pt x="1011" y="591"/>
                    </a:lnTo>
                    <a:lnTo>
                      <a:pt x="1018" y="597"/>
                    </a:lnTo>
                    <a:lnTo>
                      <a:pt x="1026" y="603"/>
                    </a:lnTo>
                    <a:lnTo>
                      <a:pt x="1034" y="605"/>
                    </a:lnTo>
                    <a:lnTo>
                      <a:pt x="1042" y="605"/>
                    </a:lnTo>
                    <a:lnTo>
                      <a:pt x="1051" y="601"/>
                    </a:lnTo>
                    <a:lnTo>
                      <a:pt x="1043" y="587"/>
                    </a:lnTo>
                    <a:lnTo>
                      <a:pt x="1033" y="574"/>
                    </a:lnTo>
                    <a:lnTo>
                      <a:pt x="1022" y="563"/>
                    </a:lnTo>
                    <a:lnTo>
                      <a:pt x="1010" y="551"/>
                    </a:lnTo>
                    <a:lnTo>
                      <a:pt x="997" y="541"/>
                    </a:lnTo>
                    <a:lnTo>
                      <a:pt x="983" y="532"/>
                    </a:lnTo>
                    <a:lnTo>
                      <a:pt x="969" y="524"/>
                    </a:lnTo>
                    <a:lnTo>
                      <a:pt x="956" y="517"/>
                    </a:lnTo>
                    <a:lnTo>
                      <a:pt x="965" y="518"/>
                    </a:lnTo>
                    <a:lnTo>
                      <a:pt x="974" y="519"/>
                    </a:lnTo>
                    <a:lnTo>
                      <a:pt x="983" y="521"/>
                    </a:lnTo>
                    <a:lnTo>
                      <a:pt x="992" y="524"/>
                    </a:lnTo>
                    <a:lnTo>
                      <a:pt x="1002" y="526"/>
                    </a:lnTo>
                    <a:lnTo>
                      <a:pt x="1011" y="529"/>
                    </a:lnTo>
                    <a:lnTo>
                      <a:pt x="1019" y="533"/>
                    </a:lnTo>
                    <a:lnTo>
                      <a:pt x="1027" y="537"/>
                    </a:lnTo>
                    <a:lnTo>
                      <a:pt x="1032" y="538"/>
                    </a:lnTo>
                    <a:lnTo>
                      <a:pt x="1036" y="542"/>
                    </a:lnTo>
                    <a:lnTo>
                      <a:pt x="1041" y="547"/>
                    </a:lnTo>
                    <a:lnTo>
                      <a:pt x="1044" y="550"/>
                    </a:lnTo>
                    <a:lnTo>
                      <a:pt x="1049" y="555"/>
                    </a:lnTo>
                    <a:lnTo>
                      <a:pt x="1053" y="556"/>
                    </a:lnTo>
                    <a:lnTo>
                      <a:pt x="1058" y="555"/>
                    </a:lnTo>
                    <a:lnTo>
                      <a:pt x="1064" y="550"/>
                    </a:lnTo>
                    <a:lnTo>
                      <a:pt x="1056" y="540"/>
                    </a:lnTo>
                    <a:lnTo>
                      <a:pt x="1047" y="532"/>
                    </a:lnTo>
                    <a:lnTo>
                      <a:pt x="1036" y="525"/>
                    </a:lnTo>
                    <a:lnTo>
                      <a:pt x="1026" y="519"/>
                    </a:lnTo>
                    <a:lnTo>
                      <a:pt x="1014" y="514"/>
                    </a:lnTo>
                    <a:lnTo>
                      <a:pt x="1003" y="511"/>
                    </a:lnTo>
                    <a:lnTo>
                      <a:pt x="990" y="506"/>
                    </a:lnTo>
                    <a:lnTo>
                      <a:pt x="979" y="503"/>
                    </a:lnTo>
                    <a:lnTo>
                      <a:pt x="972" y="500"/>
                    </a:lnTo>
                    <a:lnTo>
                      <a:pt x="964" y="499"/>
                    </a:lnTo>
                    <a:lnTo>
                      <a:pt x="957" y="499"/>
                    </a:lnTo>
                    <a:lnTo>
                      <a:pt x="951" y="504"/>
                    </a:lnTo>
                    <a:lnTo>
                      <a:pt x="951" y="507"/>
                    </a:lnTo>
                    <a:lnTo>
                      <a:pt x="952" y="511"/>
                    </a:lnTo>
                    <a:lnTo>
                      <a:pt x="953" y="513"/>
                    </a:lnTo>
                    <a:lnTo>
                      <a:pt x="956" y="515"/>
                    </a:lnTo>
                    <a:lnTo>
                      <a:pt x="948" y="518"/>
                    </a:lnTo>
                    <a:lnTo>
                      <a:pt x="938" y="519"/>
                    </a:lnTo>
                    <a:lnTo>
                      <a:pt x="931" y="521"/>
                    </a:lnTo>
                    <a:lnTo>
                      <a:pt x="930" y="530"/>
                    </a:lnTo>
                    <a:lnTo>
                      <a:pt x="939" y="534"/>
                    </a:lnTo>
                    <a:lnTo>
                      <a:pt x="949" y="537"/>
                    </a:lnTo>
                    <a:lnTo>
                      <a:pt x="958" y="541"/>
                    </a:lnTo>
                    <a:lnTo>
                      <a:pt x="968" y="543"/>
                    </a:lnTo>
                    <a:lnTo>
                      <a:pt x="976" y="547"/>
                    </a:lnTo>
                    <a:lnTo>
                      <a:pt x="986" y="551"/>
                    </a:lnTo>
                    <a:lnTo>
                      <a:pt x="994" y="557"/>
                    </a:lnTo>
                    <a:lnTo>
                      <a:pt x="1002" y="563"/>
                    </a:lnTo>
                    <a:lnTo>
                      <a:pt x="995" y="564"/>
                    </a:lnTo>
                    <a:lnTo>
                      <a:pt x="987" y="564"/>
                    </a:lnTo>
                    <a:lnTo>
                      <a:pt x="980" y="563"/>
                    </a:lnTo>
                    <a:lnTo>
                      <a:pt x="972" y="560"/>
                    </a:lnTo>
                    <a:lnTo>
                      <a:pt x="964" y="558"/>
                    </a:lnTo>
                    <a:lnTo>
                      <a:pt x="956" y="557"/>
                    </a:lnTo>
                    <a:lnTo>
                      <a:pt x="949" y="559"/>
                    </a:lnTo>
                    <a:lnTo>
                      <a:pt x="941" y="563"/>
                    </a:lnTo>
                    <a:lnTo>
                      <a:pt x="944" y="575"/>
                    </a:lnTo>
                    <a:lnTo>
                      <a:pt x="951" y="586"/>
                    </a:lnTo>
                    <a:lnTo>
                      <a:pt x="959" y="594"/>
                    </a:lnTo>
                    <a:lnTo>
                      <a:pt x="969" y="602"/>
                    </a:lnTo>
                    <a:lnTo>
                      <a:pt x="979" y="610"/>
                    </a:lnTo>
                    <a:lnTo>
                      <a:pt x="989" y="619"/>
                    </a:lnTo>
                    <a:lnTo>
                      <a:pt x="997" y="631"/>
                    </a:lnTo>
                    <a:lnTo>
                      <a:pt x="1004" y="643"/>
                    </a:lnTo>
                    <a:lnTo>
                      <a:pt x="986" y="647"/>
                    </a:lnTo>
                    <a:lnTo>
                      <a:pt x="966" y="651"/>
                    </a:lnTo>
                    <a:lnTo>
                      <a:pt x="948" y="657"/>
                    </a:lnTo>
                    <a:lnTo>
                      <a:pt x="929" y="663"/>
                    </a:lnTo>
                    <a:lnTo>
                      <a:pt x="911" y="669"/>
                    </a:lnTo>
                    <a:lnTo>
                      <a:pt x="892" y="673"/>
                    </a:lnTo>
                    <a:lnTo>
                      <a:pt x="873" y="677"/>
                    </a:lnTo>
                    <a:lnTo>
                      <a:pt x="854" y="678"/>
                    </a:lnTo>
                    <a:lnTo>
                      <a:pt x="858" y="653"/>
                    </a:lnTo>
                    <a:lnTo>
                      <a:pt x="860" y="625"/>
                    </a:lnTo>
                    <a:lnTo>
                      <a:pt x="858" y="598"/>
                    </a:lnTo>
                    <a:lnTo>
                      <a:pt x="854" y="573"/>
                    </a:lnTo>
                    <a:lnTo>
                      <a:pt x="848" y="565"/>
                    </a:lnTo>
                    <a:lnTo>
                      <a:pt x="844" y="556"/>
                    </a:lnTo>
                    <a:lnTo>
                      <a:pt x="838" y="548"/>
                    </a:lnTo>
                    <a:lnTo>
                      <a:pt x="829" y="545"/>
                    </a:lnTo>
                    <a:lnTo>
                      <a:pt x="820" y="562"/>
                    </a:lnTo>
                    <a:lnTo>
                      <a:pt x="814" y="579"/>
                    </a:lnTo>
                    <a:lnTo>
                      <a:pt x="808" y="596"/>
                    </a:lnTo>
                    <a:lnTo>
                      <a:pt x="798" y="612"/>
                    </a:lnTo>
                    <a:lnTo>
                      <a:pt x="758" y="545"/>
                    </a:lnTo>
                    <a:lnTo>
                      <a:pt x="746" y="545"/>
                    </a:lnTo>
                    <a:lnTo>
                      <a:pt x="746" y="556"/>
                    </a:lnTo>
                    <a:lnTo>
                      <a:pt x="754" y="568"/>
                    </a:lnTo>
                    <a:lnTo>
                      <a:pt x="761" y="581"/>
                    </a:lnTo>
                    <a:lnTo>
                      <a:pt x="767" y="594"/>
                    </a:lnTo>
                    <a:lnTo>
                      <a:pt x="772" y="608"/>
                    </a:lnTo>
                    <a:lnTo>
                      <a:pt x="778" y="620"/>
                    </a:lnTo>
                    <a:lnTo>
                      <a:pt x="783" y="634"/>
                    </a:lnTo>
                    <a:lnTo>
                      <a:pt x="786" y="649"/>
                    </a:lnTo>
                    <a:lnTo>
                      <a:pt x="790" y="663"/>
                    </a:lnTo>
                    <a:lnTo>
                      <a:pt x="799" y="661"/>
                    </a:lnTo>
                    <a:lnTo>
                      <a:pt x="807" y="655"/>
                    </a:lnTo>
                    <a:lnTo>
                      <a:pt x="813" y="649"/>
                    </a:lnTo>
                    <a:lnTo>
                      <a:pt x="819" y="642"/>
                    </a:lnTo>
                    <a:lnTo>
                      <a:pt x="823" y="634"/>
                    </a:lnTo>
                    <a:lnTo>
                      <a:pt x="827" y="625"/>
                    </a:lnTo>
                    <a:lnTo>
                      <a:pt x="830" y="617"/>
                    </a:lnTo>
                    <a:lnTo>
                      <a:pt x="834" y="609"/>
                    </a:lnTo>
                    <a:lnTo>
                      <a:pt x="838" y="617"/>
                    </a:lnTo>
                    <a:lnTo>
                      <a:pt x="836" y="635"/>
                    </a:lnTo>
                    <a:lnTo>
                      <a:pt x="831" y="654"/>
                    </a:lnTo>
                    <a:lnTo>
                      <a:pt x="827" y="671"/>
                    </a:lnTo>
                    <a:lnTo>
                      <a:pt x="820" y="689"/>
                    </a:lnTo>
                    <a:lnTo>
                      <a:pt x="813" y="707"/>
                    </a:lnTo>
                    <a:lnTo>
                      <a:pt x="806" y="724"/>
                    </a:lnTo>
                    <a:lnTo>
                      <a:pt x="799" y="741"/>
                    </a:lnTo>
                    <a:lnTo>
                      <a:pt x="792" y="757"/>
                    </a:lnTo>
                    <a:lnTo>
                      <a:pt x="835" y="761"/>
                    </a:lnTo>
                    <a:lnTo>
                      <a:pt x="838" y="750"/>
                    </a:lnTo>
                    <a:lnTo>
                      <a:pt x="842" y="735"/>
                    </a:lnTo>
                    <a:lnTo>
                      <a:pt x="845" y="722"/>
                    </a:lnTo>
                    <a:lnTo>
                      <a:pt x="848" y="711"/>
                    </a:lnTo>
                    <a:lnTo>
                      <a:pt x="870" y="708"/>
                    </a:lnTo>
                    <a:lnTo>
                      <a:pt x="892" y="702"/>
                    </a:lnTo>
                    <a:lnTo>
                      <a:pt x="914" y="696"/>
                    </a:lnTo>
                    <a:lnTo>
                      <a:pt x="936" y="691"/>
                    </a:lnTo>
                    <a:lnTo>
                      <a:pt x="958" y="685"/>
                    </a:lnTo>
                    <a:lnTo>
                      <a:pt x="979" y="679"/>
                    </a:lnTo>
                    <a:lnTo>
                      <a:pt x="1001" y="673"/>
                    </a:lnTo>
                    <a:lnTo>
                      <a:pt x="1022" y="669"/>
                    </a:lnTo>
                    <a:lnTo>
                      <a:pt x="1029" y="678"/>
                    </a:lnTo>
                    <a:lnTo>
                      <a:pt x="1036" y="687"/>
                    </a:lnTo>
                    <a:lnTo>
                      <a:pt x="1041" y="696"/>
                    </a:lnTo>
                    <a:lnTo>
                      <a:pt x="1045" y="707"/>
                    </a:lnTo>
                    <a:lnTo>
                      <a:pt x="941" y="740"/>
                    </a:lnTo>
                    <a:lnTo>
                      <a:pt x="949" y="770"/>
                    </a:lnTo>
                    <a:lnTo>
                      <a:pt x="951" y="769"/>
                    </a:lnTo>
                    <a:lnTo>
                      <a:pt x="959" y="767"/>
                    </a:lnTo>
                    <a:lnTo>
                      <a:pt x="969" y="763"/>
                    </a:lnTo>
                    <a:lnTo>
                      <a:pt x="983" y="759"/>
                    </a:lnTo>
                    <a:lnTo>
                      <a:pt x="998" y="753"/>
                    </a:lnTo>
                    <a:lnTo>
                      <a:pt x="1013" y="747"/>
                    </a:lnTo>
                    <a:lnTo>
                      <a:pt x="1027" y="741"/>
                    </a:lnTo>
                    <a:lnTo>
                      <a:pt x="1040" y="737"/>
                    </a:lnTo>
                    <a:lnTo>
                      <a:pt x="1035" y="791"/>
                    </a:lnTo>
                    <a:lnTo>
                      <a:pt x="942" y="822"/>
                    </a:lnTo>
                    <a:lnTo>
                      <a:pt x="949" y="8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0" name="Freeform 130"/>
              <p:cNvSpPr>
                <a:spLocks/>
              </p:cNvSpPr>
              <p:nvPr/>
            </p:nvSpPr>
            <p:spPr bwMode="auto">
              <a:xfrm>
                <a:off x="3078" y="2549"/>
                <a:ext cx="256" cy="77"/>
              </a:xfrm>
              <a:custGeom>
                <a:avLst/>
                <a:gdLst>
                  <a:gd name="T0" fmla="*/ 256 w 511"/>
                  <a:gd name="T1" fmla="*/ 77 h 154"/>
                  <a:gd name="T2" fmla="*/ 252 w 511"/>
                  <a:gd name="T3" fmla="*/ 77 h 154"/>
                  <a:gd name="T4" fmla="*/ 248 w 511"/>
                  <a:gd name="T5" fmla="*/ 76 h 154"/>
                  <a:gd name="T6" fmla="*/ 245 w 511"/>
                  <a:gd name="T7" fmla="*/ 73 h 154"/>
                  <a:gd name="T8" fmla="*/ 242 w 511"/>
                  <a:gd name="T9" fmla="*/ 71 h 154"/>
                  <a:gd name="T10" fmla="*/ 230 w 511"/>
                  <a:gd name="T11" fmla="*/ 60 h 154"/>
                  <a:gd name="T12" fmla="*/ 217 w 511"/>
                  <a:gd name="T13" fmla="*/ 50 h 154"/>
                  <a:gd name="T14" fmla="*/ 204 w 511"/>
                  <a:gd name="T15" fmla="*/ 43 h 154"/>
                  <a:gd name="T16" fmla="*/ 190 w 511"/>
                  <a:gd name="T17" fmla="*/ 37 h 154"/>
                  <a:gd name="T18" fmla="*/ 175 w 511"/>
                  <a:gd name="T19" fmla="*/ 32 h 154"/>
                  <a:gd name="T20" fmla="*/ 160 w 511"/>
                  <a:gd name="T21" fmla="*/ 28 h 154"/>
                  <a:gd name="T22" fmla="*/ 144 w 511"/>
                  <a:gd name="T23" fmla="*/ 25 h 154"/>
                  <a:gd name="T24" fmla="*/ 128 w 511"/>
                  <a:gd name="T25" fmla="*/ 24 h 154"/>
                  <a:gd name="T26" fmla="*/ 112 w 511"/>
                  <a:gd name="T27" fmla="*/ 23 h 154"/>
                  <a:gd name="T28" fmla="*/ 96 w 511"/>
                  <a:gd name="T29" fmla="*/ 23 h 154"/>
                  <a:gd name="T30" fmla="*/ 80 w 511"/>
                  <a:gd name="T31" fmla="*/ 25 h 154"/>
                  <a:gd name="T32" fmla="*/ 65 w 511"/>
                  <a:gd name="T33" fmla="*/ 27 h 154"/>
                  <a:gd name="T34" fmla="*/ 49 w 511"/>
                  <a:gd name="T35" fmla="*/ 30 h 154"/>
                  <a:gd name="T36" fmla="*/ 34 w 511"/>
                  <a:gd name="T37" fmla="*/ 34 h 154"/>
                  <a:gd name="T38" fmla="*/ 19 w 511"/>
                  <a:gd name="T39" fmla="*/ 39 h 154"/>
                  <a:gd name="T40" fmla="*/ 5 w 511"/>
                  <a:gd name="T41" fmla="*/ 44 h 154"/>
                  <a:gd name="T42" fmla="*/ 3 w 511"/>
                  <a:gd name="T43" fmla="*/ 41 h 154"/>
                  <a:gd name="T44" fmla="*/ 1 w 511"/>
                  <a:gd name="T45" fmla="*/ 39 h 154"/>
                  <a:gd name="T46" fmla="*/ 0 w 511"/>
                  <a:gd name="T47" fmla="*/ 36 h 154"/>
                  <a:gd name="T48" fmla="*/ 0 w 511"/>
                  <a:gd name="T49" fmla="*/ 31 h 154"/>
                  <a:gd name="T50" fmla="*/ 8 w 511"/>
                  <a:gd name="T51" fmla="*/ 26 h 154"/>
                  <a:gd name="T52" fmla="*/ 16 w 511"/>
                  <a:gd name="T53" fmla="*/ 20 h 154"/>
                  <a:gd name="T54" fmla="*/ 24 w 511"/>
                  <a:gd name="T55" fmla="*/ 16 h 154"/>
                  <a:gd name="T56" fmla="*/ 32 w 511"/>
                  <a:gd name="T57" fmla="*/ 12 h 154"/>
                  <a:gd name="T58" fmla="*/ 41 w 511"/>
                  <a:gd name="T59" fmla="*/ 9 h 154"/>
                  <a:gd name="T60" fmla="*/ 50 w 511"/>
                  <a:gd name="T61" fmla="*/ 5 h 154"/>
                  <a:gd name="T62" fmla="*/ 59 w 511"/>
                  <a:gd name="T63" fmla="*/ 4 h 154"/>
                  <a:gd name="T64" fmla="*/ 69 w 511"/>
                  <a:gd name="T65" fmla="*/ 2 h 154"/>
                  <a:gd name="T66" fmla="*/ 78 w 511"/>
                  <a:gd name="T67" fmla="*/ 1 h 154"/>
                  <a:gd name="T68" fmla="*/ 88 w 511"/>
                  <a:gd name="T69" fmla="*/ 1 h 154"/>
                  <a:gd name="T70" fmla="*/ 97 w 511"/>
                  <a:gd name="T71" fmla="*/ 0 h 154"/>
                  <a:gd name="T72" fmla="*/ 107 w 511"/>
                  <a:gd name="T73" fmla="*/ 1 h 154"/>
                  <a:gd name="T74" fmla="*/ 117 w 511"/>
                  <a:gd name="T75" fmla="*/ 1 h 154"/>
                  <a:gd name="T76" fmla="*/ 127 w 511"/>
                  <a:gd name="T77" fmla="*/ 2 h 154"/>
                  <a:gd name="T78" fmla="*/ 137 w 511"/>
                  <a:gd name="T79" fmla="*/ 3 h 154"/>
                  <a:gd name="T80" fmla="*/ 146 w 511"/>
                  <a:gd name="T81" fmla="*/ 5 h 154"/>
                  <a:gd name="T82" fmla="*/ 154 w 511"/>
                  <a:gd name="T83" fmla="*/ 7 h 154"/>
                  <a:gd name="T84" fmla="*/ 162 w 511"/>
                  <a:gd name="T85" fmla="*/ 9 h 154"/>
                  <a:gd name="T86" fmla="*/ 170 w 511"/>
                  <a:gd name="T87" fmla="*/ 11 h 154"/>
                  <a:gd name="T88" fmla="*/ 178 w 511"/>
                  <a:gd name="T89" fmla="*/ 14 h 154"/>
                  <a:gd name="T90" fmla="*/ 186 w 511"/>
                  <a:gd name="T91" fmla="*/ 17 h 154"/>
                  <a:gd name="T92" fmla="*/ 194 w 511"/>
                  <a:gd name="T93" fmla="*/ 20 h 154"/>
                  <a:gd name="T94" fmla="*/ 202 w 511"/>
                  <a:gd name="T95" fmla="*/ 24 h 154"/>
                  <a:gd name="T96" fmla="*/ 209 w 511"/>
                  <a:gd name="T97" fmla="*/ 29 h 154"/>
                  <a:gd name="T98" fmla="*/ 216 w 511"/>
                  <a:gd name="T99" fmla="*/ 34 h 154"/>
                  <a:gd name="T100" fmla="*/ 223 w 511"/>
                  <a:gd name="T101" fmla="*/ 38 h 154"/>
                  <a:gd name="T102" fmla="*/ 229 w 511"/>
                  <a:gd name="T103" fmla="*/ 44 h 154"/>
                  <a:gd name="T104" fmla="*/ 236 w 511"/>
                  <a:gd name="T105" fmla="*/ 49 h 154"/>
                  <a:gd name="T106" fmla="*/ 241 w 511"/>
                  <a:gd name="T107" fmla="*/ 56 h 154"/>
                  <a:gd name="T108" fmla="*/ 247 w 511"/>
                  <a:gd name="T109" fmla="*/ 62 h 154"/>
                  <a:gd name="T110" fmla="*/ 251 w 511"/>
                  <a:gd name="T111" fmla="*/ 69 h 154"/>
                  <a:gd name="T112" fmla="*/ 256 w 511"/>
                  <a:gd name="T113" fmla="*/ 77 h 15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11"/>
                  <a:gd name="T172" fmla="*/ 0 h 154"/>
                  <a:gd name="T173" fmla="*/ 511 w 511"/>
                  <a:gd name="T174" fmla="*/ 154 h 15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11" h="154">
                    <a:moveTo>
                      <a:pt x="511" y="153"/>
                    </a:moveTo>
                    <a:lnTo>
                      <a:pt x="503" y="154"/>
                    </a:lnTo>
                    <a:lnTo>
                      <a:pt x="496" y="151"/>
                    </a:lnTo>
                    <a:lnTo>
                      <a:pt x="489" y="145"/>
                    </a:lnTo>
                    <a:lnTo>
                      <a:pt x="483" y="141"/>
                    </a:lnTo>
                    <a:lnTo>
                      <a:pt x="459" y="120"/>
                    </a:lnTo>
                    <a:lnTo>
                      <a:pt x="434" y="101"/>
                    </a:lnTo>
                    <a:lnTo>
                      <a:pt x="407" y="86"/>
                    </a:lnTo>
                    <a:lnTo>
                      <a:pt x="379" y="74"/>
                    </a:lnTo>
                    <a:lnTo>
                      <a:pt x="350" y="64"/>
                    </a:lnTo>
                    <a:lnTo>
                      <a:pt x="319" y="56"/>
                    </a:lnTo>
                    <a:lnTo>
                      <a:pt x="288" y="51"/>
                    </a:lnTo>
                    <a:lnTo>
                      <a:pt x="255" y="48"/>
                    </a:lnTo>
                    <a:lnTo>
                      <a:pt x="224" y="47"/>
                    </a:lnTo>
                    <a:lnTo>
                      <a:pt x="192" y="47"/>
                    </a:lnTo>
                    <a:lnTo>
                      <a:pt x="160" y="51"/>
                    </a:lnTo>
                    <a:lnTo>
                      <a:pt x="129" y="55"/>
                    </a:lnTo>
                    <a:lnTo>
                      <a:pt x="98" y="61"/>
                    </a:lnTo>
                    <a:lnTo>
                      <a:pt x="68" y="68"/>
                    </a:lnTo>
                    <a:lnTo>
                      <a:pt x="38" y="77"/>
                    </a:lnTo>
                    <a:lnTo>
                      <a:pt x="10" y="88"/>
                    </a:lnTo>
                    <a:lnTo>
                      <a:pt x="5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5" y="52"/>
                    </a:lnTo>
                    <a:lnTo>
                      <a:pt x="31" y="41"/>
                    </a:lnTo>
                    <a:lnTo>
                      <a:pt x="47" y="32"/>
                    </a:lnTo>
                    <a:lnTo>
                      <a:pt x="64" y="24"/>
                    </a:lnTo>
                    <a:lnTo>
                      <a:pt x="81" y="17"/>
                    </a:lnTo>
                    <a:lnTo>
                      <a:pt x="100" y="11"/>
                    </a:lnTo>
                    <a:lnTo>
                      <a:pt x="118" y="8"/>
                    </a:lnTo>
                    <a:lnTo>
                      <a:pt x="137" y="5"/>
                    </a:lnTo>
                    <a:lnTo>
                      <a:pt x="156" y="2"/>
                    </a:lnTo>
                    <a:lnTo>
                      <a:pt x="175" y="1"/>
                    </a:lnTo>
                    <a:lnTo>
                      <a:pt x="194" y="0"/>
                    </a:lnTo>
                    <a:lnTo>
                      <a:pt x="214" y="1"/>
                    </a:lnTo>
                    <a:lnTo>
                      <a:pt x="233" y="2"/>
                    </a:lnTo>
                    <a:lnTo>
                      <a:pt x="253" y="5"/>
                    </a:lnTo>
                    <a:lnTo>
                      <a:pt x="273" y="7"/>
                    </a:lnTo>
                    <a:lnTo>
                      <a:pt x="291" y="10"/>
                    </a:lnTo>
                    <a:lnTo>
                      <a:pt x="307" y="14"/>
                    </a:lnTo>
                    <a:lnTo>
                      <a:pt x="323" y="17"/>
                    </a:lnTo>
                    <a:lnTo>
                      <a:pt x="339" y="22"/>
                    </a:lnTo>
                    <a:lnTo>
                      <a:pt x="356" y="28"/>
                    </a:lnTo>
                    <a:lnTo>
                      <a:pt x="372" y="33"/>
                    </a:lnTo>
                    <a:lnTo>
                      <a:pt x="387" y="40"/>
                    </a:lnTo>
                    <a:lnTo>
                      <a:pt x="403" y="48"/>
                    </a:lnTo>
                    <a:lnTo>
                      <a:pt x="417" y="58"/>
                    </a:lnTo>
                    <a:lnTo>
                      <a:pt x="432" y="67"/>
                    </a:lnTo>
                    <a:lnTo>
                      <a:pt x="445" y="76"/>
                    </a:lnTo>
                    <a:lnTo>
                      <a:pt x="458" y="88"/>
                    </a:lnTo>
                    <a:lnTo>
                      <a:pt x="471" y="99"/>
                    </a:lnTo>
                    <a:lnTo>
                      <a:pt x="482" y="112"/>
                    </a:lnTo>
                    <a:lnTo>
                      <a:pt x="493" y="124"/>
                    </a:lnTo>
                    <a:lnTo>
                      <a:pt x="502" y="138"/>
                    </a:lnTo>
                    <a:lnTo>
                      <a:pt x="511" y="1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1" name="Freeform 131"/>
              <p:cNvSpPr>
                <a:spLocks/>
              </p:cNvSpPr>
              <p:nvPr/>
            </p:nvSpPr>
            <p:spPr bwMode="auto">
              <a:xfrm>
                <a:off x="2461" y="2591"/>
                <a:ext cx="497" cy="499"/>
              </a:xfrm>
              <a:custGeom>
                <a:avLst/>
                <a:gdLst>
                  <a:gd name="T0" fmla="*/ 468 w 994"/>
                  <a:gd name="T1" fmla="*/ 408 h 999"/>
                  <a:gd name="T2" fmla="*/ 482 w 994"/>
                  <a:gd name="T3" fmla="*/ 24 h 999"/>
                  <a:gd name="T4" fmla="*/ 91 w 994"/>
                  <a:gd name="T5" fmla="*/ 19 h 999"/>
                  <a:gd name="T6" fmla="*/ 102 w 994"/>
                  <a:gd name="T7" fmla="*/ 437 h 999"/>
                  <a:gd name="T8" fmla="*/ 99 w 994"/>
                  <a:gd name="T9" fmla="*/ 439 h 999"/>
                  <a:gd name="T10" fmla="*/ 95 w 994"/>
                  <a:gd name="T11" fmla="*/ 441 h 999"/>
                  <a:gd name="T12" fmla="*/ 90 w 994"/>
                  <a:gd name="T13" fmla="*/ 442 h 999"/>
                  <a:gd name="T14" fmla="*/ 88 w 994"/>
                  <a:gd name="T15" fmla="*/ 440 h 999"/>
                  <a:gd name="T16" fmla="*/ 69 w 994"/>
                  <a:gd name="T17" fmla="*/ 30 h 999"/>
                  <a:gd name="T18" fmla="*/ 12 w 994"/>
                  <a:gd name="T19" fmla="*/ 83 h 999"/>
                  <a:gd name="T20" fmla="*/ 14 w 994"/>
                  <a:gd name="T21" fmla="*/ 144 h 999"/>
                  <a:gd name="T22" fmla="*/ 18 w 994"/>
                  <a:gd name="T23" fmla="*/ 280 h 999"/>
                  <a:gd name="T24" fmla="*/ 23 w 994"/>
                  <a:gd name="T25" fmla="*/ 417 h 999"/>
                  <a:gd name="T26" fmla="*/ 26 w 994"/>
                  <a:gd name="T27" fmla="*/ 481 h 999"/>
                  <a:gd name="T28" fmla="*/ 34 w 994"/>
                  <a:gd name="T29" fmla="*/ 478 h 999"/>
                  <a:gd name="T30" fmla="*/ 43 w 994"/>
                  <a:gd name="T31" fmla="*/ 474 h 999"/>
                  <a:gd name="T32" fmla="*/ 54 w 994"/>
                  <a:gd name="T33" fmla="*/ 470 h 999"/>
                  <a:gd name="T34" fmla="*/ 63 w 994"/>
                  <a:gd name="T35" fmla="*/ 466 h 999"/>
                  <a:gd name="T36" fmla="*/ 72 w 994"/>
                  <a:gd name="T37" fmla="*/ 462 h 999"/>
                  <a:gd name="T38" fmla="*/ 80 w 994"/>
                  <a:gd name="T39" fmla="*/ 459 h 999"/>
                  <a:gd name="T40" fmla="*/ 84 w 994"/>
                  <a:gd name="T41" fmla="*/ 458 h 999"/>
                  <a:gd name="T42" fmla="*/ 87 w 994"/>
                  <a:gd name="T43" fmla="*/ 458 h 999"/>
                  <a:gd name="T44" fmla="*/ 79 w 994"/>
                  <a:gd name="T45" fmla="*/ 464 h 999"/>
                  <a:gd name="T46" fmla="*/ 71 w 994"/>
                  <a:gd name="T47" fmla="*/ 469 h 999"/>
                  <a:gd name="T48" fmla="*/ 61 w 994"/>
                  <a:gd name="T49" fmla="*/ 474 h 999"/>
                  <a:gd name="T50" fmla="*/ 52 w 994"/>
                  <a:gd name="T51" fmla="*/ 479 h 999"/>
                  <a:gd name="T52" fmla="*/ 42 w 994"/>
                  <a:gd name="T53" fmla="*/ 484 h 999"/>
                  <a:gd name="T54" fmla="*/ 33 w 994"/>
                  <a:gd name="T55" fmla="*/ 489 h 999"/>
                  <a:gd name="T56" fmla="*/ 24 w 994"/>
                  <a:gd name="T57" fmla="*/ 494 h 999"/>
                  <a:gd name="T58" fmla="*/ 16 w 994"/>
                  <a:gd name="T59" fmla="*/ 499 h 999"/>
                  <a:gd name="T60" fmla="*/ 13 w 994"/>
                  <a:gd name="T61" fmla="*/ 481 h 999"/>
                  <a:gd name="T62" fmla="*/ 9 w 994"/>
                  <a:gd name="T63" fmla="*/ 435 h 999"/>
                  <a:gd name="T64" fmla="*/ 7 w 994"/>
                  <a:gd name="T65" fmla="*/ 370 h 999"/>
                  <a:gd name="T66" fmla="*/ 4 w 994"/>
                  <a:gd name="T67" fmla="*/ 295 h 999"/>
                  <a:gd name="T68" fmla="*/ 2 w 994"/>
                  <a:gd name="T69" fmla="*/ 219 h 999"/>
                  <a:gd name="T70" fmla="*/ 0 w 994"/>
                  <a:gd name="T71" fmla="*/ 150 h 999"/>
                  <a:gd name="T72" fmla="*/ 0 w 994"/>
                  <a:gd name="T73" fmla="*/ 98 h 999"/>
                  <a:gd name="T74" fmla="*/ 1 w 994"/>
                  <a:gd name="T75" fmla="*/ 72 h 999"/>
                  <a:gd name="T76" fmla="*/ 74 w 994"/>
                  <a:gd name="T77" fmla="*/ 0 h 999"/>
                  <a:gd name="T78" fmla="*/ 497 w 994"/>
                  <a:gd name="T79" fmla="*/ 11 h 999"/>
                  <a:gd name="T80" fmla="*/ 497 w 994"/>
                  <a:gd name="T81" fmla="*/ 28 h 999"/>
                  <a:gd name="T82" fmla="*/ 494 w 994"/>
                  <a:gd name="T83" fmla="*/ 74 h 999"/>
                  <a:gd name="T84" fmla="*/ 492 w 994"/>
                  <a:gd name="T85" fmla="*/ 139 h 999"/>
                  <a:gd name="T86" fmla="*/ 489 w 994"/>
                  <a:gd name="T87" fmla="*/ 213 h 999"/>
                  <a:gd name="T88" fmla="*/ 485 w 994"/>
                  <a:gd name="T89" fmla="*/ 288 h 999"/>
                  <a:gd name="T90" fmla="*/ 482 w 994"/>
                  <a:gd name="T91" fmla="*/ 353 h 999"/>
                  <a:gd name="T92" fmla="*/ 480 w 994"/>
                  <a:gd name="T93" fmla="*/ 398 h 999"/>
                  <a:gd name="T94" fmla="*/ 479 w 994"/>
                  <a:gd name="T95" fmla="*/ 415 h 999"/>
                  <a:gd name="T96" fmla="*/ 468 w 994"/>
                  <a:gd name="T97" fmla="*/ 408 h 9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4"/>
                  <a:gd name="T148" fmla="*/ 0 h 999"/>
                  <a:gd name="T149" fmla="*/ 994 w 994"/>
                  <a:gd name="T150" fmla="*/ 999 h 9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4" h="999">
                    <a:moveTo>
                      <a:pt x="935" y="816"/>
                    </a:moveTo>
                    <a:lnTo>
                      <a:pt x="964" y="48"/>
                    </a:lnTo>
                    <a:lnTo>
                      <a:pt x="182" y="38"/>
                    </a:lnTo>
                    <a:lnTo>
                      <a:pt x="203" y="875"/>
                    </a:lnTo>
                    <a:lnTo>
                      <a:pt x="198" y="879"/>
                    </a:lnTo>
                    <a:lnTo>
                      <a:pt x="189" y="883"/>
                    </a:lnTo>
                    <a:lnTo>
                      <a:pt x="180" y="884"/>
                    </a:lnTo>
                    <a:lnTo>
                      <a:pt x="175" y="881"/>
                    </a:lnTo>
                    <a:lnTo>
                      <a:pt x="138" y="61"/>
                    </a:lnTo>
                    <a:lnTo>
                      <a:pt x="23" y="166"/>
                    </a:lnTo>
                    <a:lnTo>
                      <a:pt x="27" y="289"/>
                    </a:lnTo>
                    <a:lnTo>
                      <a:pt x="36" y="561"/>
                    </a:lnTo>
                    <a:lnTo>
                      <a:pt x="46" y="835"/>
                    </a:lnTo>
                    <a:lnTo>
                      <a:pt x="52" y="963"/>
                    </a:lnTo>
                    <a:lnTo>
                      <a:pt x="68" y="956"/>
                    </a:lnTo>
                    <a:lnTo>
                      <a:pt x="86" y="948"/>
                    </a:lnTo>
                    <a:lnTo>
                      <a:pt x="107" y="940"/>
                    </a:lnTo>
                    <a:lnTo>
                      <a:pt x="127" y="932"/>
                    </a:lnTo>
                    <a:lnTo>
                      <a:pt x="144" y="925"/>
                    </a:lnTo>
                    <a:lnTo>
                      <a:pt x="159" y="919"/>
                    </a:lnTo>
                    <a:lnTo>
                      <a:pt x="168" y="916"/>
                    </a:lnTo>
                    <a:lnTo>
                      <a:pt x="173" y="916"/>
                    </a:lnTo>
                    <a:lnTo>
                      <a:pt x="157" y="928"/>
                    </a:lnTo>
                    <a:lnTo>
                      <a:pt x="141" y="939"/>
                    </a:lnTo>
                    <a:lnTo>
                      <a:pt x="122" y="948"/>
                    </a:lnTo>
                    <a:lnTo>
                      <a:pt x="103" y="959"/>
                    </a:lnTo>
                    <a:lnTo>
                      <a:pt x="84" y="969"/>
                    </a:lnTo>
                    <a:lnTo>
                      <a:pt x="66" y="978"/>
                    </a:lnTo>
                    <a:lnTo>
                      <a:pt x="47" y="989"/>
                    </a:lnTo>
                    <a:lnTo>
                      <a:pt x="31" y="999"/>
                    </a:lnTo>
                    <a:lnTo>
                      <a:pt x="25" y="963"/>
                    </a:lnTo>
                    <a:lnTo>
                      <a:pt x="18" y="871"/>
                    </a:lnTo>
                    <a:lnTo>
                      <a:pt x="13" y="741"/>
                    </a:lnTo>
                    <a:lnTo>
                      <a:pt x="8" y="590"/>
                    </a:lnTo>
                    <a:lnTo>
                      <a:pt x="3" y="438"/>
                    </a:lnTo>
                    <a:lnTo>
                      <a:pt x="0" y="300"/>
                    </a:lnTo>
                    <a:lnTo>
                      <a:pt x="0" y="196"/>
                    </a:lnTo>
                    <a:lnTo>
                      <a:pt x="1" y="144"/>
                    </a:lnTo>
                    <a:lnTo>
                      <a:pt x="147" y="0"/>
                    </a:lnTo>
                    <a:lnTo>
                      <a:pt x="994" y="22"/>
                    </a:lnTo>
                    <a:lnTo>
                      <a:pt x="993" y="57"/>
                    </a:lnTo>
                    <a:lnTo>
                      <a:pt x="988" y="149"/>
                    </a:lnTo>
                    <a:lnTo>
                      <a:pt x="984" y="279"/>
                    </a:lnTo>
                    <a:lnTo>
                      <a:pt x="977" y="427"/>
                    </a:lnTo>
                    <a:lnTo>
                      <a:pt x="970" y="576"/>
                    </a:lnTo>
                    <a:lnTo>
                      <a:pt x="964" y="706"/>
                    </a:lnTo>
                    <a:lnTo>
                      <a:pt x="959" y="797"/>
                    </a:lnTo>
                    <a:lnTo>
                      <a:pt x="957" y="831"/>
                    </a:lnTo>
                    <a:lnTo>
                      <a:pt x="935" y="8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2" name="Freeform 132"/>
              <p:cNvSpPr>
                <a:spLocks/>
              </p:cNvSpPr>
              <p:nvPr/>
            </p:nvSpPr>
            <p:spPr bwMode="auto">
              <a:xfrm>
                <a:off x="2995" y="2595"/>
                <a:ext cx="338" cy="415"/>
              </a:xfrm>
              <a:custGeom>
                <a:avLst/>
                <a:gdLst>
                  <a:gd name="T0" fmla="*/ 297 w 676"/>
                  <a:gd name="T1" fmla="*/ 405 h 831"/>
                  <a:gd name="T2" fmla="*/ 283 w 676"/>
                  <a:gd name="T3" fmla="*/ 381 h 831"/>
                  <a:gd name="T4" fmla="*/ 264 w 676"/>
                  <a:gd name="T5" fmla="*/ 320 h 831"/>
                  <a:gd name="T6" fmla="*/ 239 w 676"/>
                  <a:gd name="T7" fmla="*/ 280 h 831"/>
                  <a:gd name="T8" fmla="*/ 210 w 676"/>
                  <a:gd name="T9" fmla="*/ 250 h 831"/>
                  <a:gd name="T10" fmla="*/ 180 w 676"/>
                  <a:gd name="T11" fmla="*/ 238 h 831"/>
                  <a:gd name="T12" fmla="*/ 177 w 676"/>
                  <a:gd name="T13" fmla="*/ 231 h 831"/>
                  <a:gd name="T14" fmla="*/ 191 w 676"/>
                  <a:gd name="T15" fmla="*/ 232 h 831"/>
                  <a:gd name="T16" fmla="*/ 212 w 676"/>
                  <a:gd name="T17" fmla="*/ 199 h 831"/>
                  <a:gd name="T18" fmla="*/ 205 w 676"/>
                  <a:gd name="T19" fmla="*/ 171 h 831"/>
                  <a:gd name="T20" fmla="*/ 176 w 676"/>
                  <a:gd name="T21" fmla="*/ 156 h 831"/>
                  <a:gd name="T22" fmla="*/ 134 w 676"/>
                  <a:gd name="T23" fmla="*/ 148 h 831"/>
                  <a:gd name="T24" fmla="*/ 92 w 676"/>
                  <a:gd name="T25" fmla="*/ 136 h 831"/>
                  <a:gd name="T26" fmla="*/ 57 w 676"/>
                  <a:gd name="T27" fmla="*/ 138 h 831"/>
                  <a:gd name="T28" fmla="*/ 51 w 676"/>
                  <a:gd name="T29" fmla="*/ 243 h 831"/>
                  <a:gd name="T30" fmla="*/ 80 w 676"/>
                  <a:gd name="T31" fmla="*/ 317 h 831"/>
                  <a:gd name="T32" fmla="*/ 125 w 676"/>
                  <a:gd name="T33" fmla="*/ 355 h 831"/>
                  <a:gd name="T34" fmla="*/ 141 w 676"/>
                  <a:gd name="T35" fmla="*/ 351 h 831"/>
                  <a:gd name="T36" fmla="*/ 140 w 676"/>
                  <a:gd name="T37" fmla="*/ 358 h 831"/>
                  <a:gd name="T38" fmla="*/ 121 w 676"/>
                  <a:gd name="T39" fmla="*/ 361 h 831"/>
                  <a:gd name="T40" fmla="*/ 77 w 676"/>
                  <a:gd name="T41" fmla="*/ 335 h 831"/>
                  <a:gd name="T42" fmla="*/ 43 w 676"/>
                  <a:gd name="T43" fmla="*/ 288 h 831"/>
                  <a:gd name="T44" fmla="*/ 27 w 676"/>
                  <a:gd name="T45" fmla="*/ 230 h 831"/>
                  <a:gd name="T46" fmla="*/ 19 w 676"/>
                  <a:gd name="T47" fmla="*/ 165 h 831"/>
                  <a:gd name="T48" fmla="*/ 1 w 676"/>
                  <a:gd name="T49" fmla="*/ 159 h 831"/>
                  <a:gd name="T50" fmla="*/ 36 w 676"/>
                  <a:gd name="T51" fmla="*/ 108 h 831"/>
                  <a:gd name="T52" fmla="*/ 30 w 676"/>
                  <a:gd name="T53" fmla="*/ 70 h 831"/>
                  <a:gd name="T54" fmla="*/ 35 w 676"/>
                  <a:gd name="T55" fmla="*/ 32 h 831"/>
                  <a:gd name="T56" fmla="*/ 57 w 676"/>
                  <a:gd name="T57" fmla="*/ 7 h 831"/>
                  <a:gd name="T58" fmla="*/ 71 w 676"/>
                  <a:gd name="T59" fmla="*/ 11 h 831"/>
                  <a:gd name="T60" fmla="*/ 54 w 676"/>
                  <a:gd name="T61" fmla="*/ 27 h 831"/>
                  <a:gd name="T62" fmla="*/ 69 w 676"/>
                  <a:gd name="T63" fmla="*/ 92 h 831"/>
                  <a:gd name="T64" fmla="*/ 116 w 676"/>
                  <a:gd name="T65" fmla="*/ 121 h 831"/>
                  <a:gd name="T66" fmla="*/ 171 w 676"/>
                  <a:gd name="T67" fmla="*/ 135 h 831"/>
                  <a:gd name="T68" fmla="*/ 222 w 676"/>
                  <a:gd name="T69" fmla="*/ 157 h 831"/>
                  <a:gd name="T70" fmla="*/ 256 w 676"/>
                  <a:gd name="T71" fmla="*/ 173 h 831"/>
                  <a:gd name="T72" fmla="*/ 270 w 676"/>
                  <a:gd name="T73" fmla="*/ 205 h 831"/>
                  <a:gd name="T74" fmla="*/ 251 w 676"/>
                  <a:gd name="T75" fmla="*/ 211 h 831"/>
                  <a:gd name="T76" fmla="*/ 239 w 676"/>
                  <a:gd name="T77" fmla="*/ 200 h 831"/>
                  <a:gd name="T78" fmla="*/ 255 w 676"/>
                  <a:gd name="T79" fmla="*/ 204 h 831"/>
                  <a:gd name="T80" fmla="*/ 250 w 676"/>
                  <a:gd name="T81" fmla="*/ 187 h 831"/>
                  <a:gd name="T82" fmla="*/ 228 w 676"/>
                  <a:gd name="T83" fmla="*/ 173 h 831"/>
                  <a:gd name="T84" fmla="*/ 230 w 676"/>
                  <a:gd name="T85" fmla="*/ 220 h 831"/>
                  <a:gd name="T86" fmla="*/ 255 w 676"/>
                  <a:gd name="T87" fmla="*/ 272 h 831"/>
                  <a:gd name="T88" fmla="*/ 296 w 676"/>
                  <a:gd name="T89" fmla="*/ 304 h 831"/>
                  <a:gd name="T90" fmla="*/ 323 w 676"/>
                  <a:gd name="T91" fmla="*/ 301 h 831"/>
                  <a:gd name="T92" fmla="*/ 317 w 676"/>
                  <a:gd name="T93" fmla="*/ 291 h 831"/>
                  <a:gd name="T94" fmla="*/ 336 w 676"/>
                  <a:gd name="T95" fmla="*/ 292 h 831"/>
                  <a:gd name="T96" fmla="*/ 334 w 676"/>
                  <a:gd name="T97" fmla="*/ 314 h 831"/>
                  <a:gd name="T98" fmla="*/ 301 w 676"/>
                  <a:gd name="T99" fmla="*/ 320 h 831"/>
                  <a:gd name="T100" fmla="*/ 274 w 676"/>
                  <a:gd name="T101" fmla="*/ 307 h 831"/>
                  <a:gd name="T102" fmla="*/ 297 w 676"/>
                  <a:gd name="T103" fmla="*/ 360 h 8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676"/>
                  <a:gd name="T157" fmla="*/ 0 h 831"/>
                  <a:gd name="T158" fmla="*/ 676 w 676"/>
                  <a:gd name="T159" fmla="*/ 831 h 8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676" h="831">
                    <a:moveTo>
                      <a:pt x="615" y="831"/>
                    </a:moveTo>
                    <a:lnTo>
                      <a:pt x="608" y="827"/>
                    </a:lnTo>
                    <a:lnTo>
                      <a:pt x="602" y="824"/>
                    </a:lnTo>
                    <a:lnTo>
                      <a:pt x="598" y="818"/>
                    </a:lnTo>
                    <a:lnTo>
                      <a:pt x="593" y="811"/>
                    </a:lnTo>
                    <a:lnTo>
                      <a:pt x="588" y="804"/>
                    </a:lnTo>
                    <a:lnTo>
                      <a:pt x="585" y="797"/>
                    </a:lnTo>
                    <a:lnTo>
                      <a:pt x="580" y="790"/>
                    </a:lnTo>
                    <a:lnTo>
                      <a:pt x="577" y="784"/>
                    </a:lnTo>
                    <a:lnTo>
                      <a:pt x="565" y="762"/>
                    </a:lnTo>
                    <a:lnTo>
                      <a:pt x="555" y="739"/>
                    </a:lnTo>
                    <a:lnTo>
                      <a:pt x="546" y="716"/>
                    </a:lnTo>
                    <a:lnTo>
                      <a:pt x="539" y="691"/>
                    </a:lnTo>
                    <a:lnTo>
                      <a:pt x="533" y="666"/>
                    </a:lnTo>
                    <a:lnTo>
                      <a:pt x="527" y="641"/>
                    </a:lnTo>
                    <a:lnTo>
                      <a:pt x="523" y="615"/>
                    </a:lnTo>
                    <a:lnTo>
                      <a:pt x="518" y="590"/>
                    </a:lnTo>
                    <a:lnTo>
                      <a:pt x="505" y="580"/>
                    </a:lnTo>
                    <a:lnTo>
                      <a:pt x="492" y="570"/>
                    </a:lnTo>
                    <a:lnTo>
                      <a:pt x="479" y="560"/>
                    </a:lnTo>
                    <a:lnTo>
                      <a:pt x="466" y="549"/>
                    </a:lnTo>
                    <a:lnTo>
                      <a:pt x="454" y="538"/>
                    </a:lnTo>
                    <a:lnTo>
                      <a:pt x="441" y="527"/>
                    </a:lnTo>
                    <a:lnTo>
                      <a:pt x="431" y="514"/>
                    </a:lnTo>
                    <a:lnTo>
                      <a:pt x="421" y="501"/>
                    </a:lnTo>
                    <a:lnTo>
                      <a:pt x="410" y="501"/>
                    </a:lnTo>
                    <a:lnTo>
                      <a:pt x="396" y="498"/>
                    </a:lnTo>
                    <a:lnTo>
                      <a:pt x="383" y="492"/>
                    </a:lnTo>
                    <a:lnTo>
                      <a:pt x="371" y="485"/>
                    </a:lnTo>
                    <a:lnTo>
                      <a:pt x="360" y="477"/>
                    </a:lnTo>
                    <a:lnTo>
                      <a:pt x="351" y="470"/>
                    </a:lnTo>
                    <a:lnTo>
                      <a:pt x="345" y="464"/>
                    </a:lnTo>
                    <a:lnTo>
                      <a:pt x="343" y="462"/>
                    </a:lnTo>
                    <a:lnTo>
                      <a:pt x="349" y="461"/>
                    </a:lnTo>
                    <a:lnTo>
                      <a:pt x="355" y="462"/>
                    </a:lnTo>
                    <a:lnTo>
                      <a:pt x="359" y="463"/>
                    </a:lnTo>
                    <a:lnTo>
                      <a:pt x="365" y="463"/>
                    </a:lnTo>
                    <a:lnTo>
                      <a:pt x="371" y="464"/>
                    </a:lnTo>
                    <a:lnTo>
                      <a:pt x="378" y="466"/>
                    </a:lnTo>
                    <a:lnTo>
                      <a:pt x="383" y="464"/>
                    </a:lnTo>
                    <a:lnTo>
                      <a:pt x="390" y="462"/>
                    </a:lnTo>
                    <a:lnTo>
                      <a:pt x="406" y="448"/>
                    </a:lnTo>
                    <a:lnTo>
                      <a:pt x="416" y="433"/>
                    </a:lnTo>
                    <a:lnTo>
                      <a:pt x="419" y="416"/>
                    </a:lnTo>
                    <a:lnTo>
                      <a:pt x="424" y="399"/>
                    </a:lnTo>
                    <a:lnTo>
                      <a:pt x="421" y="387"/>
                    </a:lnTo>
                    <a:lnTo>
                      <a:pt x="420" y="376"/>
                    </a:lnTo>
                    <a:lnTo>
                      <a:pt x="417" y="364"/>
                    </a:lnTo>
                    <a:lnTo>
                      <a:pt x="414" y="353"/>
                    </a:lnTo>
                    <a:lnTo>
                      <a:pt x="410" y="342"/>
                    </a:lnTo>
                    <a:lnTo>
                      <a:pt x="404" y="334"/>
                    </a:lnTo>
                    <a:lnTo>
                      <a:pt x="397" y="326"/>
                    </a:lnTo>
                    <a:lnTo>
                      <a:pt x="388" y="320"/>
                    </a:lnTo>
                    <a:lnTo>
                      <a:pt x="371" y="316"/>
                    </a:lnTo>
                    <a:lnTo>
                      <a:pt x="353" y="312"/>
                    </a:lnTo>
                    <a:lnTo>
                      <a:pt x="336" y="309"/>
                    </a:lnTo>
                    <a:lnTo>
                      <a:pt x="319" y="307"/>
                    </a:lnTo>
                    <a:lnTo>
                      <a:pt x="302" y="303"/>
                    </a:lnTo>
                    <a:lnTo>
                      <a:pt x="284" y="300"/>
                    </a:lnTo>
                    <a:lnTo>
                      <a:pt x="268" y="296"/>
                    </a:lnTo>
                    <a:lnTo>
                      <a:pt x="251" y="293"/>
                    </a:lnTo>
                    <a:lnTo>
                      <a:pt x="234" y="288"/>
                    </a:lnTo>
                    <a:lnTo>
                      <a:pt x="218" y="284"/>
                    </a:lnTo>
                    <a:lnTo>
                      <a:pt x="201" y="279"/>
                    </a:lnTo>
                    <a:lnTo>
                      <a:pt x="185" y="272"/>
                    </a:lnTo>
                    <a:lnTo>
                      <a:pt x="169" y="265"/>
                    </a:lnTo>
                    <a:lnTo>
                      <a:pt x="154" y="257"/>
                    </a:lnTo>
                    <a:lnTo>
                      <a:pt x="139" y="248"/>
                    </a:lnTo>
                    <a:lnTo>
                      <a:pt x="125" y="237"/>
                    </a:lnTo>
                    <a:lnTo>
                      <a:pt x="115" y="277"/>
                    </a:lnTo>
                    <a:lnTo>
                      <a:pt x="107" y="317"/>
                    </a:lnTo>
                    <a:lnTo>
                      <a:pt x="100" y="360"/>
                    </a:lnTo>
                    <a:lnTo>
                      <a:pt x="98" y="401"/>
                    </a:lnTo>
                    <a:lnTo>
                      <a:pt x="98" y="445"/>
                    </a:lnTo>
                    <a:lnTo>
                      <a:pt x="102" y="487"/>
                    </a:lnTo>
                    <a:lnTo>
                      <a:pt x="110" y="530"/>
                    </a:lnTo>
                    <a:lnTo>
                      <a:pt x="122" y="573"/>
                    </a:lnTo>
                    <a:lnTo>
                      <a:pt x="133" y="592"/>
                    </a:lnTo>
                    <a:lnTo>
                      <a:pt x="145" y="614"/>
                    </a:lnTo>
                    <a:lnTo>
                      <a:pt x="159" y="635"/>
                    </a:lnTo>
                    <a:lnTo>
                      <a:pt x="173" y="655"/>
                    </a:lnTo>
                    <a:lnTo>
                      <a:pt x="189" y="673"/>
                    </a:lnTo>
                    <a:lnTo>
                      <a:pt x="207" y="689"/>
                    </a:lnTo>
                    <a:lnTo>
                      <a:pt x="227" y="702"/>
                    </a:lnTo>
                    <a:lnTo>
                      <a:pt x="250" y="711"/>
                    </a:lnTo>
                    <a:lnTo>
                      <a:pt x="256" y="711"/>
                    </a:lnTo>
                    <a:lnTo>
                      <a:pt x="262" y="709"/>
                    </a:lnTo>
                    <a:lnTo>
                      <a:pt x="269" y="706"/>
                    </a:lnTo>
                    <a:lnTo>
                      <a:pt x="275" y="704"/>
                    </a:lnTo>
                    <a:lnTo>
                      <a:pt x="281" y="702"/>
                    </a:lnTo>
                    <a:lnTo>
                      <a:pt x="287" y="701"/>
                    </a:lnTo>
                    <a:lnTo>
                      <a:pt x="290" y="703"/>
                    </a:lnTo>
                    <a:lnTo>
                      <a:pt x="294" y="708"/>
                    </a:lnTo>
                    <a:lnTo>
                      <a:pt x="287" y="712"/>
                    </a:lnTo>
                    <a:lnTo>
                      <a:pt x="280" y="716"/>
                    </a:lnTo>
                    <a:lnTo>
                      <a:pt x="273" y="719"/>
                    </a:lnTo>
                    <a:lnTo>
                      <a:pt x="266" y="721"/>
                    </a:lnTo>
                    <a:lnTo>
                      <a:pt x="259" y="723"/>
                    </a:lnTo>
                    <a:lnTo>
                      <a:pt x="251" y="724"/>
                    </a:lnTo>
                    <a:lnTo>
                      <a:pt x="243" y="723"/>
                    </a:lnTo>
                    <a:lnTo>
                      <a:pt x="235" y="720"/>
                    </a:lnTo>
                    <a:lnTo>
                      <a:pt x="212" y="710"/>
                    </a:lnTo>
                    <a:lnTo>
                      <a:pt x="191" y="698"/>
                    </a:lnTo>
                    <a:lnTo>
                      <a:pt x="171" y="686"/>
                    </a:lnTo>
                    <a:lnTo>
                      <a:pt x="153" y="671"/>
                    </a:lnTo>
                    <a:lnTo>
                      <a:pt x="137" y="655"/>
                    </a:lnTo>
                    <a:lnTo>
                      <a:pt x="122" y="637"/>
                    </a:lnTo>
                    <a:lnTo>
                      <a:pt x="108" y="618"/>
                    </a:lnTo>
                    <a:lnTo>
                      <a:pt x="97" y="598"/>
                    </a:lnTo>
                    <a:lnTo>
                      <a:pt x="86" y="577"/>
                    </a:lnTo>
                    <a:lnTo>
                      <a:pt x="77" y="555"/>
                    </a:lnTo>
                    <a:lnTo>
                      <a:pt x="69" y="532"/>
                    </a:lnTo>
                    <a:lnTo>
                      <a:pt x="63" y="509"/>
                    </a:lnTo>
                    <a:lnTo>
                      <a:pt x="59" y="485"/>
                    </a:lnTo>
                    <a:lnTo>
                      <a:pt x="55" y="461"/>
                    </a:lnTo>
                    <a:lnTo>
                      <a:pt x="53" y="437"/>
                    </a:lnTo>
                    <a:lnTo>
                      <a:pt x="53" y="411"/>
                    </a:lnTo>
                    <a:lnTo>
                      <a:pt x="53" y="330"/>
                    </a:lnTo>
                    <a:lnTo>
                      <a:pt x="45" y="330"/>
                    </a:lnTo>
                    <a:lnTo>
                      <a:pt x="38" y="330"/>
                    </a:lnTo>
                    <a:lnTo>
                      <a:pt x="30" y="330"/>
                    </a:lnTo>
                    <a:lnTo>
                      <a:pt x="22" y="328"/>
                    </a:lnTo>
                    <a:lnTo>
                      <a:pt x="15" y="326"/>
                    </a:lnTo>
                    <a:lnTo>
                      <a:pt x="9" y="323"/>
                    </a:lnTo>
                    <a:lnTo>
                      <a:pt x="3" y="319"/>
                    </a:lnTo>
                    <a:lnTo>
                      <a:pt x="0" y="314"/>
                    </a:lnTo>
                    <a:lnTo>
                      <a:pt x="56" y="294"/>
                    </a:lnTo>
                    <a:lnTo>
                      <a:pt x="61" y="269"/>
                    </a:lnTo>
                    <a:lnTo>
                      <a:pt x="65" y="242"/>
                    </a:lnTo>
                    <a:lnTo>
                      <a:pt x="72" y="217"/>
                    </a:lnTo>
                    <a:lnTo>
                      <a:pt x="87" y="196"/>
                    </a:lnTo>
                    <a:lnTo>
                      <a:pt x="78" y="184"/>
                    </a:lnTo>
                    <a:lnTo>
                      <a:pt x="71" y="171"/>
                    </a:lnTo>
                    <a:lnTo>
                      <a:pt x="64" y="156"/>
                    </a:lnTo>
                    <a:lnTo>
                      <a:pt x="60" y="141"/>
                    </a:lnTo>
                    <a:lnTo>
                      <a:pt x="56" y="126"/>
                    </a:lnTo>
                    <a:lnTo>
                      <a:pt x="56" y="110"/>
                    </a:lnTo>
                    <a:lnTo>
                      <a:pt x="57" y="93"/>
                    </a:lnTo>
                    <a:lnTo>
                      <a:pt x="63" y="77"/>
                    </a:lnTo>
                    <a:lnTo>
                      <a:pt x="70" y="65"/>
                    </a:lnTo>
                    <a:lnTo>
                      <a:pt x="77" y="53"/>
                    </a:lnTo>
                    <a:lnTo>
                      <a:pt x="85" y="42"/>
                    </a:lnTo>
                    <a:lnTo>
                      <a:pt x="94" y="31"/>
                    </a:lnTo>
                    <a:lnTo>
                      <a:pt x="103" y="22"/>
                    </a:lnTo>
                    <a:lnTo>
                      <a:pt x="115" y="14"/>
                    </a:lnTo>
                    <a:lnTo>
                      <a:pt x="125" y="7"/>
                    </a:lnTo>
                    <a:lnTo>
                      <a:pt x="138" y="0"/>
                    </a:lnTo>
                    <a:lnTo>
                      <a:pt x="144" y="8"/>
                    </a:lnTo>
                    <a:lnTo>
                      <a:pt x="145" y="15"/>
                    </a:lnTo>
                    <a:lnTo>
                      <a:pt x="142" y="22"/>
                    </a:lnTo>
                    <a:lnTo>
                      <a:pt x="135" y="28"/>
                    </a:lnTo>
                    <a:lnTo>
                      <a:pt x="127" y="34"/>
                    </a:lnTo>
                    <a:lnTo>
                      <a:pt x="120" y="40"/>
                    </a:lnTo>
                    <a:lnTo>
                      <a:pt x="113" y="47"/>
                    </a:lnTo>
                    <a:lnTo>
                      <a:pt x="109" y="55"/>
                    </a:lnTo>
                    <a:lnTo>
                      <a:pt x="102" y="83"/>
                    </a:lnTo>
                    <a:lnTo>
                      <a:pt x="103" y="113"/>
                    </a:lnTo>
                    <a:lnTo>
                      <a:pt x="110" y="141"/>
                    </a:lnTo>
                    <a:lnTo>
                      <a:pt x="122" y="166"/>
                    </a:lnTo>
                    <a:lnTo>
                      <a:pt x="138" y="184"/>
                    </a:lnTo>
                    <a:lnTo>
                      <a:pt x="154" y="201"/>
                    </a:lnTo>
                    <a:lnTo>
                      <a:pt x="173" y="214"/>
                    </a:lnTo>
                    <a:lnTo>
                      <a:pt x="192" y="226"/>
                    </a:lnTo>
                    <a:lnTo>
                      <a:pt x="212" y="235"/>
                    </a:lnTo>
                    <a:lnTo>
                      <a:pt x="232" y="242"/>
                    </a:lnTo>
                    <a:lnTo>
                      <a:pt x="254" y="249"/>
                    </a:lnTo>
                    <a:lnTo>
                      <a:pt x="276" y="255"/>
                    </a:lnTo>
                    <a:lnTo>
                      <a:pt x="298" y="259"/>
                    </a:lnTo>
                    <a:lnTo>
                      <a:pt x="320" y="265"/>
                    </a:lnTo>
                    <a:lnTo>
                      <a:pt x="342" y="271"/>
                    </a:lnTo>
                    <a:lnTo>
                      <a:pt x="364" y="277"/>
                    </a:lnTo>
                    <a:lnTo>
                      <a:pt x="385" y="284"/>
                    </a:lnTo>
                    <a:lnTo>
                      <a:pt x="405" y="293"/>
                    </a:lnTo>
                    <a:lnTo>
                      <a:pt x="425" y="302"/>
                    </a:lnTo>
                    <a:lnTo>
                      <a:pt x="444" y="315"/>
                    </a:lnTo>
                    <a:lnTo>
                      <a:pt x="459" y="317"/>
                    </a:lnTo>
                    <a:lnTo>
                      <a:pt x="474" y="322"/>
                    </a:lnTo>
                    <a:lnTo>
                      <a:pt x="488" y="328"/>
                    </a:lnTo>
                    <a:lnTo>
                      <a:pt x="501" y="337"/>
                    </a:lnTo>
                    <a:lnTo>
                      <a:pt x="512" y="347"/>
                    </a:lnTo>
                    <a:lnTo>
                      <a:pt x="523" y="358"/>
                    </a:lnTo>
                    <a:lnTo>
                      <a:pt x="531" y="370"/>
                    </a:lnTo>
                    <a:lnTo>
                      <a:pt x="539" y="384"/>
                    </a:lnTo>
                    <a:lnTo>
                      <a:pt x="541" y="396"/>
                    </a:lnTo>
                    <a:lnTo>
                      <a:pt x="540" y="410"/>
                    </a:lnTo>
                    <a:lnTo>
                      <a:pt x="534" y="421"/>
                    </a:lnTo>
                    <a:lnTo>
                      <a:pt x="524" y="430"/>
                    </a:lnTo>
                    <a:lnTo>
                      <a:pt x="517" y="430"/>
                    </a:lnTo>
                    <a:lnTo>
                      <a:pt x="510" y="426"/>
                    </a:lnTo>
                    <a:lnTo>
                      <a:pt x="502" y="422"/>
                    </a:lnTo>
                    <a:lnTo>
                      <a:pt x="495" y="417"/>
                    </a:lnTo>
                    <a:lnTo>
                      <a:pt x="488" y="411"/>
                    </a:lnTo>
                    <a:lnTo>
                      <a:pt x="482" y="406"/>
                    </a:lnTo>
                    <a:lnTo>
                      <a:pt x="479" y="402"/>
                    </a:lnTo>
                    <a:lnTo>
                      <a:pt x="478" y="401"/>
                    </a:lnTo>
                    <a:lnTo>
                      <a:pt x="485" y="405"/>
                    </a:lnTo>
                    <a:lnTo>
                      <a:pt x="492" y="409"/>
                    </a:lnTo>
                    <a:lnTo>
                      <a:pt x="497" y="413"/>
                    </a:lnTo>
                    <a:lnTo>
                      <a:pt x="505" y="414"/>
                    </a:lnTo>
                    <a:lnTo>
                      <a:pt x="511" y="409"/>
                    </a:lnTo>
                    <a:lnTo>
                      <a:pt x="515" y="402"/>
                    </a:lnTo>
                    <a:lnTo>
                      <a:pt x="516" y="396"/>
                    </a:lnTo>
                    <a:lnTo>
                      <a:pt x="516" y="388"/>
                    </a:lnTo>
                    <a:lnTo>
                      <a:pt x="508" y="383"/>
                    </a:lnTo>
                    <a:lnTo>
                      <a:pt x="501" y="375"/>
                    </a:lnTo>
                    <a:lnTo>
                      <a:pt x="493" y="368"/>
                    </a:lnTo>
                    <a:lnTo>
                      <a:pt x="484" y="361"/>
                    </a:lnTo>
                    <a:lnTo>
                      <a:pt x="476" y="354"/>
                    </a:lnTo>
                    <a:lnTo>
                      <a:pt x="466" y="349"/>
                    </a:lnTo>
                    <a:lnTo>
                      <a:pt x="456" y="346"/>
                    </a:lnTo>
                    <a:lnTo>
                      <a:pt x="447" y="346"/>
                    </a:lnTo>
                    <a:lnTo>
                      <a:pt x="454" y="368"/>
                    </a:lnTo>
                    <a:lnTo>
                      <a:pt x="457" y="392"/>
                    </a:lnTo>
                    <a:lnTo>
                      <a:pt x="458" y="416"/>
                    </a:lnTo>
                    <a:lnTo>
                      <a:pt x="461" y="440"/>
                    </a:lnTo>
                    <a:lnTo>
                      <a:pt x="463" y="464"/>
                    </a:lnTo>
                    <a:lnTo>
                      <a:pt x="469" y="487"/>
                    </a:lnTo>
                    <a:lnTo>
                      <a:pt x="480" y="509"/>
                    </a:lnTo>
                    <a:lnTo>
                      <a:pt x="496" y="529"/>
                    </a:lnTo>
                    <a:lnTo>
                      <a:pt x="510" y="544"/>
                    </a:lnTo>
                    <a:lnTo>
                      <a:pt x="524" y="560"/>
                    </a:lnTo>
                    <a:lnTo>
                      <a:pt x="539" y="575"/>
                    </a:lnTo>
                    <a:lnTo>
                      <a:pt x="556" y="589"/>
                    </a:lnTo>
                    <a:lnTo>
                      <a:pt x="573" y="600"/>
                    </a:lnTo>
                    <a:lnTo>
                      <a:pt x="592" y="608"/>
                    </a:lnTo>
                    <a:lnTo>
                      <a:pt x="611" y="612"/>
                    </a:lnTo>
                    <a:lnTo>
                      <a:pt x="633" y="611"/>
                    </a:lnTo>
                    <a:lnTo>
                      <a:pt x="637" y="607"/>
                    </a:lnTo>
                    <a:lnTo>
                      <a:pt x="641" y="604"/>
                    </a:lnTo>
                    <a:lnTo>
                      <a:pt x="646" y="602"/>
                    </a:lnTo>
                    <a:lnTo>
                      <a:pt x="649" y="598"/>
                    </a:lnTo>
                    <a:lnTo>
                      <a:pt x="645" y="593"/>
                    </a:lnTo>
                    <a:lnTo>
                      <a:pt x="639" y="591"/>
                    </a:lnTo>
                    <a:lnTo>
                      <a:pt x="634" y="589"/>
                    </a:lnTo>
                    <a:lnTo>
                      <a:pt x="633" y="583"/>
                    </a:lnTo>
                    <a:lnTo>
                      <a:pt x="640" y="578"/>
                    </a:lnTo>
                    <a:lnTo>
                      <a:pt x="647" y="576"/>
                    </a:lnTo>
                    <a:lnTo>
                      <a:pt x="656" y="575"/>
                    </a:lnTo>
                    <a:lnTo>
                      <a:pt x="664" y="577"/>
                    </a:lnTo>
                    <a:lnTo>
                      <a:pt x="671" y="584"/>
                    </a:lnTo>
                    <a:lnTo>
                      <a:pt x="675" y="592"/>
                    </a:lnTo>
                    <a:lnTo>
                      <a:pt x="676" y="600"/>
                    </a:lnTo>
                    <a:lnTo>
                      <a:pt x="675" y="608"/>
                    </a:lnTo>
                    <a:lnTo>
                      <a:pt x="674" y="619"/>
                    </a:lnTo>
                    <a:lnTo>
                      <a:pt x="668" y="628"/>
                    </a:lnTo>
                    <a:lnTo>
                      <a:pt x="657" y="636"/>
                    </a:lnTo>
                    <a:lnTo>
                      <a:pt x="645" y="643"/>
                    </a:lnTo>
                    <a:lnTo>
                      <a:pt x="630" y="644"/>
                    </a:lnTo>
                    <a:lnTo>
                      <a:pt x="616" y="643"/>
                    </a:lnTo>
                    <a:lnTo>
                      <a:pt x="602" y="641"/>
                    </a:lnTo>
                    <a:lnTo>
                      <a:pt x="590" y="637"/>
                    </a:lnTo>
                    <a:lnTo>
                      <a:pt x="577" y="631"/>
                    </a:lnTo>
                    <a:lnTo>
                      <a:pt x="565" y="627"/>
                    </a:lnTo>
                    <a:lnTo>
                      <a:pt x="556" y="620"/>
                    </a:lnTo>
                    <a:lnTo>
                      <a:pt x="547" y="614"/>
                    </a:lnTo>
                    <a:lnTo>
                      <a:pt x="554" y="636"/>
                    </a:lnTo>
                    <a:lnTo>
                      <a:pt x="562" y="658"/>
                    </a:lnTo>
                    <a:lnTo>
                      <a:pt x="571" y="679"/>
                    </a:lnTo>
                    <a:lnTo>
                      <a:pt x="581" y="701"/>
                    </a:lnTo>
                    <a:lnTo>
                      <a:pt x="593" y="721"/>
                    </a:lnTo>
                    <a:lnTo>
                      <a:pt x="605" y="743"/>
                    </a:lnTo>
                    <a:lnTo>
                      <a:pt x="617" y="764"/>
                    </a:lnTo>
                    <a:lnTo>
                      <a:pt x="631" y="784"/>
                    </a:lnTo>
                    <a:lnTo>
                      <a:pt x="615" y="8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3" name="Freeform 133"/>
              <p:cNvSpPr>
                <a:spLocks/>
              </p:cNvSpPr>
              <p:nvPr/>
            </p:nvSpPr>
            <p:spPr bwMode="auto">
              <a:xfrm>
                <a:off x="3350" y="2622"/>
                <a:ext cx="130" cy="250"/>
              </a:xfrm>
              <a:custGeom>
                <a:avLst/>
                <a:gdLst>
                  <a:gd name="T0" fmla="*/ 124 w 260"/>
                  <a:gd name="T1" fmla="*/ 76 h 501"/>
                  <a:gd name="T2" fmla="*/ 130 w 260"/>
                  <a:gd name="T3" fmla="*/ 123 h 501"/>
                  <a:gd name="T4" fmla="*/ 124 w 260"/>
                  <a:gd name="T5" fmla="*/ 169 h 501"/>
                  <a:gd name="T6" fmla="*/ 106 w 260"/>
                  <a:gd name="T7" fmla="*/ 212 h 501"/>
                  <a:gd name="T8" fmla="*/ 87 w 260"/>
                  <a:gd name="T9" fmla="*/ 235 h 501"/>
                  <a:gd name="T10" fmla="*/ 72 w 260"/>
                  <a:gd name="T11" fmla="*/ 243 h 501"/>
                  <a:gd name="T12" fmla="*/ 55 w 260"/>
                  <a:gd name="T13" fmla="*/ 249 h 501"/>
                  <a:gd name="T14" fmla="*/ 43 w 260"/>
                  <a:gd name="T15" fmla="*/ 250 h 501"/>
                  <a:gd name="T16" fmla="*/ 43 w 260"/>
                  <a:gd name="T17" fmla="*/ 246 h 501"/>
                  <a:gd name="T18" fmla="*/ 54 w 260"/>
                  <a:gd name="T19" fmla="*/ 237 h 501"/>
                  <a:gd name="T20" fmla="*/ 70 w 260"/>
                  <a:gd name="T21" fmla="*/ 226 h 501"/>
                  <a:gd name="T22" fmla="*/ 83 w 260"/>
                  <a:gd name="T23" fmla="*/ 215 h 501"/>
                  <a:gd name="T24" fmla="*/ 94 w 260"/>
                  <a:gd name="T25" fmla="*/ 194 h 501"/>
                  <a:gd name="T26" fmla="*/ 102 w 260"/>
                  <a:gd name="T27" fmla="*/ 159 h 501"/>
                  <a:gd name="T28" fmla="*/ 106 w 260"/>
                  <a:gd name="T29" fmla="*/ 123 h 501"/>
                  <a:gd name="T30" fmla="*/ 103 w 260"/>
                  <a:gd name="T31" fmla="*/ 87 h 501"/>
                  <a:gd name="T32" fmla="*/ 98 w 260"/>
                  <a:gd name="T33" fmla="*/ 65 h 501"/>
                  <a:gd name="T34" fmla="*/ 95 w 260"/>
                  <a:gd name="T35" fmla="*/ 55 h 501"/>
                  <a:gd name="T36" fmla="*/ 90 w 260"/>
                  <a:gd name="T37" fmla="*/ 46 h 501"/>
                  <a:gd name="T38" fmla="*/ 84 w 260"/>
                  <a:gd name="T39" fmla="*/ 39 h 501"/>
                  <a:gd name="T40" fmla="*/ 70 w 260"/>
                  <a:gd name="T41" fmla="*/ 26 h 501"/>
                  <a:gd name="T42" fmla="*/ 43 w 260"/>
                  <a:gd name="T43" fmla="*/ 16 h 501"/>
                  <a:gd name="T44" fmla="*/ 18 w 260"/>
                  <a:gd name="T45" fmla="*/ 12 h 501"/>
                  <a:gd name="T46" fmla="*/ 2 w 260"/>
                  <a:gd name="T47" fmla="*/ 12 h 501"/>
                  <a:gd name="T48" fmla="*/ 8 w 260"/>
                  <a:gd name="T49" fmla="*/ 6 h 501"/>
                  <a:gd name="T50" fmla="*/ 26 w 260"/>
                  <a:gd name="T51" fmla="*/ 0 h 501"/>
                  <a:gd name="T52" fmla="*/ 46 w 260"/>
                  <a:gd name="T53" fmla="*/ 1 h 501"/>
                  <a:gd name="T54" fmla="*/ 65 w 260"/>
                  <a:gd name="T55" fmla="*/ 6 h 501"/>
                  <a:gd name="T56" fmla="*/ 80 w 260"/>
                  <a:gd name="T57" fmla="*/ 14 h 501"/>
                  <a:gd name="T58" fmla="*/ 92 w 260"/>
                  <a:gd name="T59" fmla="*/ 23 h 501"/>
                  <a:gd name="T60" fmla="*/ 103 w 260"/>
                  <a:gd name="T61" fmla="*/ 36 h 501"/>
                  <a:gd name="T62" fmla="*/ 112 w 260"/>
                  <a:gd name="T63" fmla="*/ 48 h 50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0"/>
                  <a:gd name="T97" fmla="*/ 0 h 501"/>
                  <a:gd name="T98" fmla="*/ 260 w 260"/>
                  <a:gd name="T99" fmla="*/ 501 h 50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0" h="501">
                    <a:moveTo>
                      <a:pt x="232" y="111"/>
                    </a:moveTo>
                    <a:lnTo>
                      <a:pt x="248" y="153"/>
                    </a:lnTo>
                    <a:lnTo>
                      <a:pt x="257" y="198"/>
                    </a:lnTo>
                    <a:lnTo>
                      <a:pt x="260" y="246"/>
                    </a:lnTo>
                    <a:lnTo>
                      <a:pt x="258" y="293"/>
                    </a:lnTo>
                    <a:lnTo>
                      <a:pt x="249" y="339"/>
                    </a:lnTo>
                    <a:lnTo>
                      <a:pt x="234" y="384"/>
                    </a:lnTo>
                    <a:lnTo>
                      <a:pt x="213" y="424"/>
                    </a:lnTo>
                    <a:lnTo>
                      <a:pt x="186" y="461"/>
                    </a:lnTo>
                    <a:lnTo>
                      <a:pt x="175" y="470"/>
                    </a:lnTo>
                    <a:lnTo>
                      <a:pt x="160" y="478"/>
                    </a:lnTo>
                    <a:lnTo>
                      <a:pt x="144" y="486"/>
                    </a:lnTo>
                    <a:lnTo>
                      <a:pt x="127" y="493"/>
                    </a:lnTo>
                    <a:lnTo>
                      <a:pt x="111" y="498"/>
                    </a:lnTo>
                    <a:lnTo>
                      <a:pt x="97" y="501"/>
                    </a:lnTo>
                    <a:lnTo>
                      <a:pt x="87" y="501"/>
                    </a:lnTo>
                    <a:lnTo>
                      <a:pt x="82" y="499"/>
                    </a:lnTo>
                    <a:lnTo>
                      <a:pt x="87" y="493"/>
                    </a:lnTo>
                    <a:lnTo>
                      <a:pt x="96" y="485"/>
                    </a:lnTo>
                    <a:lnTo>
                      <a:pt x="108" y="475"/>
                    </a:lnTo>
                    <a:lnTo>
                      <a:pt x="123" y="464"/>
                    </a:lnTo>
                    <a:lnTo>
                      <a:pt x="140" y="453"/>
                    </a:lnTo>
                    <a:lnTo>
                      <a:pt x="154" y="441"/>
                    </a:lnTo>
                    <a:lnTo>
                      <a:pt x="167" y="430"/>
                    </a:lnTo>
                    <a:lnTo>
                      <a:pt x="175" y="421"/>
                    </a:lnTo>
                    <a:lnTo>
                      <a:pt x="188" y="388"/>
                    </a:lnTo>
                    <a:lnTo>
                      <a:pt x="198" y="355"/>
                    </a:lnTo>
                    <a:lnTo>
                      <a:pt x="205" y="319"/>
                    </a:lnTo>
                    <a:lnTo>
                      <a:pt x="210" y="284"/>
                    </a:lnTo>
                    <a:lnTo>
                      <a:pt x="212" y="247"/>
                    </a:lnTo>
                    <a:lnTo>
                      <a:pt x="210" y="210"/>
                    </a:lnTo>
                    <a:lnTo>
                      <a:pt x="206" y="174"/>
                    </a:lnTo>
                    <a:lnTo>
                      <a:pt x="198" y="140"/>
                    </a:lnTo>
                    <a:lnTo>
                      <a:pt x="196" y="130"/>
                    </a:lnTo>
                    <a:lnTo>
                      <a:pt x="194" y="120"/>
                    </a:lnTo>
                    <a:lnTo>
                      <a:pt x="190" y="111"/>
                    </a:lnTo>
                    <a:lnTo>
                      <a:pt x="186" y="103"/>
                    </a:lnTo>
                    <a:lnTo>
                      <a:pt x="181" y="93"/>
                    </a:lnTo>
                    <a:lnTo>
                      <a:pt x="175" y="85"/>
                    </a:lnTo>
                    <a:lnTo>
                      <a:pt x="169" y="78"/>
                    </a:lnTo>
                    <a:lnTo>
                      <a:pt x="163" y="70"/>
                    </a:lnTo>
                    <a:lnTo>
                      <a:pt x="140" y="53"/>
                    </a:lnTo>
                    <a:lnTo>
                      <a:pt x="114" y="40"/>
                    </a:lnTo>
                    <a:lnTo>
                      <a:pt x="87" y="32"/>
                    </a:lnTo>
                    <a:lnTo>
                      <a:pt x="61" y="27"/>
                    </a:lnTo>
                    <a:lnTo>
                      <a:pt x="37" y="24"/>
                    </a:lnTo>
                    <a:lnTo>
                      <a:pt x="17" y="24"/>
                    </a:lnTo>
                    <a:lnTo>
                      <a:pt x="5" y="24"/>
                    </a:lnTo>
                    <a:lnTo>
                      <a:pt x="0" y="24"/>
                    </a:lnTo>
                    <a:lnTo>
                      <a:pt x="16" y="13"/>
                    </a:lnTo>
                    <a:lnTo>
                      <a:pt x="34" y="6"/>
                    </a:lnTo>
                    <a:lnTo>
                      <a:pt x="53" y="1"/>
                    </a:lnTo>
                    <a:lnTo>
                      <a:pt x="73" y="0"/>
                    </a:lnTo>
                    <a:lnTo>
                      <a:pt x="92" y="2"/>
                    </a:lnTo>
                    <a:lnTo>
                      <a:pt x="112" y="6"/>
                    </a:lnTo>
                    <a:lnTo>
                      <a:pt x="130" y="12"/>
                    </a:lnTo>
                    <a:lnTo>
                      <a:pt x="148" y="19"/>
                    </a:lnTo>
                    <a:lnTo>
                      <a:pt x="160" y="28"/>
                    </a:lnTo>
                    <a:lnTo>
                      <a:pt x="173" y="37"/>
                    </a:lnTo>
                    <a:lnTo>
                      <a:pt x="184" y="47"/>
                    </a:lnTo>
                    <a:lnTo>
                      <a:pt x="196" y="59"/>
                    </a:lnTo>
                    <a:lnTo>
                      <a:pt x="206" y="72"/>
                    </a:lnTo>
                    <a:lnTo>
                      <a:pt x="216" y="84"/>
                    </a:lnTo>
                    <a:lnTo>
                      <a:pt x="225" y="97"/>
                    </a:lnTo>
                    <a:lnTo>
                      <a:pt x="232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4" name="Freeform 134"/>
              <p:cNvSpPr>
                <a:spLocks/>
              </p:cNvSpPr>
              <p:nvPr/>
            </p:nvSpPr>
            <p:spPr bwMode="auto">
              <a:xfrm>
                <a:off x="2585" y="2651"/>
                <a:ext cx="321" cy="350"/>
              </a:xfrm>
              <a:custGeom>
                <a:avLst/>
                <a:gdLst>
                  <a:gd name="T0" fmla="*/ 321 w 641"/>
                  <a:gd name="T1" fmla="*/ 2 h 699"/>
                  <a:gd name="T2" fmla="*/ 321 w 641"/>
                  <a:gd name="T3" fmla="*/ 54 h 699"/>
                  <a:gd name="T4" fmla="*/ 321 w 641"/>
                  <a:gd name="T5" fmla="*/ 167 h 699"/>
                  <a:gd name="T6" fmla="*/ 319 w 641"/>
                  <a:gd name="T7" fmla="*/ 282 h 699"/>
                  <a:gd name="T8" fmla="*/ 315 w 641"/>
                  <a:gd name="T9" fmla="*/ 334 h 699"/>
                  <a:gd name="T10" fmla="*/ 312 w 641"/>
                  <a:gd name="T11" fmla="*/ 334 h 699"/>
                  <a:gd name="T12" fmla="*/ 304 w 641"/>
                  <a:gd name="T13" fmla="*/ 335 h 699"/>
                  <a:gd name="T14" fmla="*/ 292 w 641"/>
                  <a:gd name="T15" fmla="*/ 336 h 699"/>
                  <a:gd name="T16" fmla="*/ 275 w 641"/>
                  <a:gd name="T17" fmla="*/ 337 h 699"/>
                  <a:gd name="T18" fmla="*/ 256 w 641"/>
                  <a:gd name="T19" fmla="*/ 338 h 699"/>
                  <a:gd name="T20" fmla="*/ 233 w 641"/>
                  <a:gd name="T21" fmla="*/ 339 h 699"/>
                  <a:gd name="T22" fmla="*/ 210 w 641"/>
                  <a:gd name="T23" fmla="*/ 341 h 699"/>
                  <a:gd name="T24" fmla="*/ 184 w 641"/>
                  <a:gd name="T25" fmla="*/ 342 h 699"/>
                  <a:gd name="T26" fmla="*/ 159 w 641"/>
                  <a:gd name="T27" fmla="*/ 344 h 699"/>
                  <a:gd name="T28" fmla="*/ 133 w 641"/>
                  <a:gd name="T29" fmla="*/ 345 h 699"/>
                  <a:gd name="T30" fmla="*/ 108 w 641"/>
                  <a:gd name="T31" fmla="*/ 347 h 699"/>
                  <a:gd name="T32" fmla="*/ 85 w 641"/>
                  <a:gd name="T33" fmla="*/ 348 h 699"/>
                  <a:gd name="T34" fmla="*/ 64 w 641"/>
                  <a:gd name="T35" fmla="*/ 349 h 699"/>
                  <a:gd name="T36" fmla="*/ 44 w 641"/>
                  <a:gd name="T37" fmla="*/ 349 h 699"/>
                  <a:gd name="T38" fmla="*/ 29 w 641"/>
                  <a:gd name="T39" fmla="*/ 350 h 699"/>
                  <a:gd name="T40" fmla="*/ 17 w 641"/>
                  <a:gd name="T41" fmla="*/ 350 h 699"/>
                  <a:gd name="T42" fmla="*/ 0 w 641"/>
                  <a:gd name="T43" fmla="*/ 0 h 699"/>
                  <a:gd name="T44" fmla="*/ 321 w 641"/>
                  <a:gd name="T45" fmla="*/ 2 h 69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41"/>
                  <a:gd name="T70" fmla="*/ 0 h 699"/>
                  <a:gd name="T71" fmla="*/ 641 w 641"/>
                  <a:gd name="T72" fmla="*/ 699 h 69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41" h="699">
                    <a:moveTo>
                      <a:pt x="641" y="3"/>
                    </a:moveTo>
                    <a:lnTo>
                      <a:pt x="641" y="107"/>
                    </a:lnTo>
                    <a:lnTo>
                      <a:pt x="641" y="334"/>
                    </a:lnTo>
                    <a:lnTo>
                      <a:pt x="638" y="563"/>
                    </a:lnTo>
                    <a:lnTo>
                      <a:pt x="629" y="668"/>
                    </a:lnTo>
                    <a:lnTo>
                      <a:pt x="623" y="668"/>
                    </a:lnTo>
                    <a:lnTo>
                      <a:pt x="607" y="669"/>
                    </a:lnTo>
                    <a:lnTo>
                      <a:pt x="583" y="672"/>
                    </a:lnTo>
                    <a:lnTo>
                      <a:pt x="549" y="673"/>
                    </a:lnTo>
                    <a:lnTo>
                      <a:pt x="511" y="676"/>
                    </a:lnTo>
                    <a:lnTo>
                      <a:pt x="466" y="678"/>
                    </a:lnTo>
                    <a:lnTo>
                      <a:pt x="419" y="682"/>
                    </a:lnTo>
                    <a:lnTo>
                      <a:pt x="368" y="684"/>
                    </a:lnTo>
                    <a:lnTo>
                      <a:pt x="318" y="688"/>
                    </a:lnTo>
                    <a:lnTo>
                      <a:pt x="266" y="690"/>
                    </a:lnTo>
                    <a:lnTo>
                      <a:pt x="216" y="693"/>
                    </a:lnTo>
                    <a:lnTo>
                      <a:pt x="169" y="696"/>
                    </a:lnTo>
                    <a:lnTo>
                      <a:pt x="127" y="697"/>
                    </a:lnTo>
                    <a:lnTo>
                      <a:pt x="88" y="698"/>
                    </a:lnTo>
                    <a:lnTo>
                      <a:pt x="57" y="699"/>
                    </a:lnTo>
                    <a:lnTo>
                      <a:pt x="34" y="699"/>
                    </a:lnTo>
                    <a:lnTo>
                      <a:pt x="0" y="0"/>
                    </a:lnTo>
                    <a:lnTo>
                      <a:pt x="64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5" name="Freeform 135"/>
              <p:cNvSpPr>
                <a:spLocks/>
              </p:cNvSpPr>
              <p:nvPr/>
            </p:nvSpPr>
            <p:spPr bwMode="auto">
              <a:xfrm>
                <a:off x="3295" y="2647"/>
                <a:ext cx="117" cy="218"/>
              </a:xfrm>
              <a:custGeom>
                <a:avLst/>
                <a:gdLst>
                  <a:gd name="T0" fmla="*/ 69 w 233"/>
                  <a:gd name="T1" fmla="*/ 90 h 434"/>
                  <a:gd name="T2" fmla="*/ 61 w 233"/>
                  <a:gd name="T3" fmla="*/ 114 h 434"/>
                  <a:gd name="T4" fmla="*/ 46 w 233"/>
                  <a:gd name="T5" fmla="*/ 134 h 434"/>
                  <a:gd name="T6" fmla="*/ 37 w 233"/>
                  <a:gd name="T7" fmla="*/ 138 h 434"/>
                  <a:gd name="T8" fmla="*/ 26 w 233"/>
                  <a:gd name="T9" fmla="*/ 138 h 434"/>
                  <a:gd name="T10" fmla="*/ 18 w 233"/>
                  <a:gd name="T11" fmla="*/ 140 h 434"/>
                  <a:gd name="T12" fmla="*/ 26 w 233"/>
                  <a:gd name="T13" fmla="*/ 146 h 434"/>
                  <a:gd name="T14" fmla="*/ 36 w 233"/>
                  <a:gd name="T15" fmla="*/ 150 h 434"/>
                  <a:gd name="T16" fmla="*/ 49 w 233"/>
                  <a:gd name="T17" fmla="*/ 149 h 434"/>
                  <a:gd name="T18" fmla="*/ 64 w 233"/>
                  <a:gd name="T19" fmla="*/ 148 h 434"/>
                  <a:gd name="T20" fmla="*/ 73 w 233"/>
                  <a:gd name="T21" fmla="*/ 151 h 434"/>
                  <a:gd name="T22" fmla="*/ 70 w 233"/>
                  <a:gd name="T23" fmla="*/ 172 h 434"/>
                  <a:gd name="T24" fmla="*/ 56 w 233"/>
                  <a:gd name="T25" fmla="*/ 190 h 434"/>
                  <a:gd name="T26" fmla="*/ 50 w 233"/>
                  <a:gd name="T27" fmla="*/ 201 h 434"/>
                  <a:gd name="T28" fmla="*/ 65 w 233"/>
                  <a:gd name="T29" fmla="*/ 201 h 434"/>
                  <a:gd name="T30" fmla="*/ 79 w 233"/>
                  <a:gd name="T31" fmla="*/ 195 h 434"/>
                  <a:gd name="T32" fmla="*/ 90 w 233"/>
                  <a:gd name="T33" fmla="*/ 187 h 434"/>
                  <a:gd name="T34" fmla="*/ 100 w 233"/>
                  <a:gd name="T35" fmla="*/ 175 h 434"/>
                  <a:gd name="T36" fmla="*/ 112 w 233"/>
                  <a:gd name="T37" fmla="*/ 165 h 434"/>
                  <a:gd name="T38" fmla="*/ 117 w 233"/>
                  <a:gd name="T39" fmla="*/ 180 h 434"/>
                  <a:gd name="T40" fmla="*/ 104 w 233"/>
                  <a:gd name="T41" fmla="*/ 199 h 434"/>
                  <a:gd name="T42" fmla="*/ 81 w 233"/>
                  <a:gd name="T43" fmla="*/ 212 h 434"/>
                  <a:gd name="T44" fmla="*/ 55 w 233"/>
                  <a:gd name="T45" fmla="*/ 218 h 434"/>
                  <a:gd name="T46" fmla="*/ 43 w 233"/>
                  <a:gd name="T47" fmla="*/ 213 h 434"/>
                  <a:gd name="T48" fmla="*/ 30 w 233"/>
                  <a:gd name="T49" fmla="*/ 206 h 434"/>
                  <a:gd name="T50" fmla="*/ 24 w 233"/>
                  <a:gd name="T51" fmla="*/ 197 h 434"/>
                  <a:gd name="T52" fmla="*/ 31 w 233"/>
                  <a:gd name="T53" fmla="*/ 194 h 434"/>
                  <a:gd name="T54" fmla="*/ 39 w 233"/>
                  <a:gd name="T55" fmla="*/ 193 h 434"/>
                  <a:gd name="T56" fmla="*/ 52 w 233"/>
                  <a:gd name="T57" fmla="*/ 180 h 434"/>
                  <a:gd name="T58" fmla="*/ 52 w 233"/>
                  <a:gd name="T59" fmla="*/ 168 h 434"/>
                  <a:gd name="T60" fmla="*/ 34 w 233"/>
                  <a:gd name="T61" fmla="*/ 165 h 434"/>
                  <a:gd name="T62" fmla="*/ 17 w 233"/>
                  <a:gd name="T63" fmla="*/ 156 h 434"/>
                  <a:gd name="T64" fmla="*/ 1 w 233"/>
                  <a:gd name="T65" fmla="*/ 131 h 434"/>
                  <a:gd name="T66" fmla="*/ 7 w 233"/>
                  <a:gd name="T67" fmla="*/ 110 h 434"/>
                  <a:gd name="T68" fmla="*/ 11 w 233"/>
                  <a:gd name="T69" fmla="*/ 120 h 434"/>
                  <a:gd name="T70" fmla="*/ 17 w 233"/>
                  <a:gd name="T71" fmla="*/ 129 h 434"/>
                  <a:gd name="T72" fmla="*/ 27 w 233"/>
                  <a:gd name="T73" fmla="*/ 129 h 434"/>
                  <a:gd name="T74" fmla="*/ 34 w 233"/>
                  <a:gd name="T75" fmla="*/ 129 h 434"/>
                  <a:gd name="T76" fmla="*/ 41 w 233"/>
                  <a:gd name="T77" fmla="*/ 125 h 434"/>
                  <a:gd name="T78" fmla="*/ 44 w 233"/>
                  <a:gd name="T79" fmla="*/ 75 h 434"/>
                  <a:gd name="T80" fmla="*/ 33 w 233"/>
                  <a:gd name="T81" fmla="*/ 26 h 434"/>
                  <a:gd name="T82" fmla="*/ 59 w 233"/>
                  <a:gd name="T83" fmla="*/ 8 h 434"/>
                  <a:gd name="T84" fmla="*/ 67 w 233"/>
                  <a:gd name="T85" fmla="*/ 74 h 4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3"/>
                  <a:gd name="T130" fmla="*/ 0 h 434"/>
                  <a:gd name="T131" fmla="*/ 233 w 233"/>
                  <a:gd name="T132" fmla="*/ 434 h 43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3" h="434">
                    <a:moveTo>
                      <a:pt x="133" y="147"/>
                    </a:moveTo>
                    <a:lnTo>
                      <a:pt x="137" y="164"/>
                    </a:lnTo>
                    <a:lnTo>
                      <a:pt x="137" y="180"/>
                    </a:lnTo>
                    <a:lnTo>
                      <a:pt x="135" y="196"/>
                    </a:lnTo>
                    <a:lnTo>
                      <a:pt x="130" y="211"/>
                    </a:lnTo>
                    <a:lnTo>
                      <a:pt x="122" y="226"/>
                    </a:lnTo>
                    <a:lnTo>
                      <a:pt x="114" y="240"/>
                    </a:lnTo>
                    <a:lnTo>
                      <a:pt x="104" y="253"/>
                    </a:lnTo>
                    <a:lnTo>
                      <a:pt x="92" y="266"/>
                    </a:lnTo>
                    <a:lnTo>
                      <a:pt x="86" y="270"/>
                    </a:lnTo>
                    <a:lnTo>
                      <a:pt x="79" y="272"/>
                    </a:lnTo>
                    <a:lnTo>
                      <a:pt x="74" y="274"/>
                    </a:lnTo>
                    <a:lnTo>
                      <a:pt x="67" y="275"/>
                    </a:lnTo>
                    <a:lnTo>
                      <a:pt x="60" y="275"/>
                    </a:lnTo>
                    <a:lnTo>
                      <a:pt x="52" y="275"/>
                    </a:lnTo>
                    <a:lnTo>
                      <a:pt x="41" y="275"/>
                    </a:lnTo>
                    <a:lnTo>
                      <a:pt x="31" y="273"/>
                    </a:lnTo>
                    <a:lnTo>
                      <a:pt x="36" y="279"/>
                    </a:lnTo>
                    <a:lnTo>
                      <a:pt x="40" y="283"/>
                    </a:lnTo>
                    <a:lnTo>
                      <a:pt x="46" y="288"/>
                    </a:lnTo>
                    <a:lnTo>
                      <a:pt x="52" y="291"/>
                    </a:lnTo>
                    <a:lnTo>
                      <a:pt x="59" y="295"/>
                    </a:lnTo>
                    <a:lnTo>
                      <a:pt x="66" y="297"/>
                    </a:lnTo>
                    <a:lnTo>
                      <a:pt x="72" y="298"/>
                    </a:lnTo>
                    <a:lnTo>
                      <a:pt x="79" y="300"/>
                    </a:lnTo>
                    <a:lnTo>
                      <a:pt x="87" y="298"/>
                    </a:lnTo>
                    <a:lnTo>
                      <a:pt x="97" y="296"/>
                    </a:lnTo>
                    <a:lnTo>
                      <a:pt x="107" y="295"/>
                    </a:lnTo>
                    <a:lnTo>
                      <a:pt x="117" y="295"/>
                    </a:lnTo>
                    <a:lnTo>
                      <a:pt x="128" y="295"/>
                    </a:lnTo>
                    <a:lnTo>
                      <a:pt x="136" y="295"/>
                    </a:lnTo>
                    <a:lnTo>
                      <a:pt x="143" y="297"/>
                    </a:lnTo>
                    <a:lnTo>
                      <a:pt x="146" y="300"/>
                    </a:lnTo>
                    <a:lnTo>
                      <a:pt x="146" y="316"/>
                    </a:lnTo>
                    <a:lnTo>
                      <a:pt x="144" y="329"/>
                    </a:lnTo>
                    <a:lnTo>
                      <a:pt x="139" y="343"/>
                    </a:lnTo>
                    <a:lnTo>
                      <a:pt x="131" y="356"/>
                    </a:lnTo>
                    <a:lnTo>
                      <a:pt x="122" y="369"/>
                    </a:lnTo>
                    <a:lnTo>
                      <a:pt x="112" y="379"/>
                    </a:lnTo>
                    <a:lnTo>
                      <a:pt x="101" y="388"/>
                    </a:lnTo>
                    <a:lnTo>
                      <a:pt x="90" y="396"/>
                    </a:lnTo>
                    <a:lnTo>
                      <a:pt x="99" y="400"/>
                    </a:lnTo>
                    <a:lnTo>
                      <a:pt x="109" y="401"/>
                    </a:lnTo>
                    <a:lnTo>
                      <a:pt x="120" y="401"/>
                    </a:lnTo>
                    <a:lnTo>
                      <a:pt x="129" y="400"/>
                    </a:lnTo>
                    <a:lnTo>
                      <a:pt x="139" y="397"/>
                    </a:lnTo>
                    <a:lnTo>
                      <a:pt x="148" y="394"/>
                    </a:lnTo>
                    <a:lnTo>
                      <a:pt x="158" y="389"/>
                    </a:lnTo>
                    <a:lnTo>
                      <a:pt x="166" y="385"/>
                    </a:lnTo>
                    <a:lnTo>
                      <a:pt x="174" y="379"/>
                    </a:lnTo>
                    <a:lnTo>
                      <a:pt x="180" y="372"/>
                    </a:lnTo>
                    <a:lnTo>
                      <a:pt x="186" y="364"/>
                    </a:lnTo>
                    <a:lnTo>
                      <a:pt x="192" y="356"/>
                    </a:lnTo>
                    <a:lnTo>
                      <a:pt x="199" y="348"/>
                    </a:lnTo>
                    <a:lnTo>
                      <a:pt x="206" y="340"/>
                    </a:lnTo>
                    <a:lnTo>
                      <a:pt x="214" y="334"/>
                    </a:lnTo>
                    <a:lnTo>
                      <a:pt x="224" y="329"/>
                    </a:lnTo>
                    <a:lnTo>
                      <a:pt x="229" y="339"/>
                    </a:lnTo>
                    <a:lnTo>
                      <a:pt x="233" y="349"/>
                    </a:lnTo>
                    <a:lnTo>
                      <a:pt x="233" y="358"/>
                    </a:lnTo>
                    <a:lnTo>
                      <a:pt x="230" y="369"/>
                    </a:lnTo>
                    <a:lnTo>
                      <a:pt x="220" y="385"/>
                    </a:lnTo>
                    <a:lnTo>
                      <a:pt x="207" y="397"/>
                    </a:lnTo>
                    <a:lnTo>
                      <a:pt x="193" y="408"/>
                    </a:lnTo>
                    <a:lnTo>
                      <a:pt x="178" y="416"/>
                    </a:lnTo>
                    <a:lnTo>
                      <a:pt x="161" y="423"/>
                    </a:lnTo>
                    <a:lnTo>
                      <a:pt x="144" y="427"/>
                    </a:lnTo>
                    <a:lnTo>
                      <a:pt x="127" y="431"/>
                    </a:lnTo>
                    <a:lnTo>
                      <a:pt x="109" y="434"/>
                    </a:lnTo>
                    <a:lnTo>
                      <a:pt x="101" y="431"/>
                    </a:lnTo>
                    <a:lnTo>
                      <a:pt x="93" y="427"/>
                    </a:lnTo>
                    <a:lnTo>
                      <a:pt x="85" y="424"/>
                    </a:lnTo>
                    <a:lnTo>
                      <a:pt x="76" y="420"/>
                    </a:lnTo>
                    <a:lnTo>
                      <a:pt x="68" y="417"/>
                    </a:lnTo>
                    <a:lnTo>
                      <a:pt x="60" y="411"/>
                    </a:lnTo>
                    <a:lnTo>
                      <a:pt x="53" y="406"/>
                    </a:lnTo>
                    <a:lnTo>
                      <a:pt x="46" y="397"/>
                    </a:lnTo>
                    <a:lnTo>
                      <a:pt x="48" y="393"/>
                    </a:lnTo>
                    <a:lnTo>
                      <a:pt x="52" y="391"/>
                    </a:lnTo>
                    <a:lnTo>
                      <a:pt x="56" y="388"/>
                    </a:lnTo>
                    <a:lnTo>
                      <a:pt x="61" y="387"/>
                    </a:lnTo>
                    <a:lnTo>
                      <a:pt x="67" y="386"/>
                    </a:lnTo>
                    <a:lnTo>
                      <a:pt x="72" y="385"/>
                    </a:lnTo>
                    <a:lnTo>
                      <a:pt x="77" y="384"/>
                    </a:lnTo>
                    <a:lnTo>
                      <a:pt x="82" y="381"/>
                    </a:lnTo>
                    <a:lnTo>
                      <a:pt x="93" y="370"/>
                    </a:lnTo>
                    <a:lnTo>
                      <a:pt x="104" y="358"/>
                    </a:lnTo>
                    <a:lnTo>
                      <a:pt x="112" y="346"/>
                    </a:lnTo>
                    <a:lnTo>
                      <a:pt x="115" y="332"/>
                    </a:lnTo>
                    <a:lnTo>
                      <a:pt x="104" y="335"/>
                    </a:lnTo>
                    <a:lnTo>
                      <a:pt x="91" y="335"/>
                    </a:lnTo>
                    <a:lnTo>
                      <a:pt x="79" y="334"/>
                    </a:lnTo>
                    <a:lnTo>
                      <a:pt x="68" y="329"/>
                    </a:lnTo>
                    <a:lnTo>
                      <a:pt x="56" y="325"/>
                    </a:lnTo>
                    <a:lnTo>
                      <a:pt x="45" y="318"/>
                    </a:lnTo>
                    <a:lnTo>
                      <a:pt x="34" y="310"/>
                    </a:lnTo>
                    <a:lnTo>
                      <a:pt x="24" y="301"/>
                    </a:lnTo>
                    <a:lnTo>
                      <a:pt x="10" y="282"/>
                    </a:lnTo>
                    <a:lnTo>
                      <a:pt x="2" y="260"/>
                    </a:lnTo>
                    <a:lnTo>
                      <a:pt x="0" y="237"/>
                    </a:lnTo>
                    <a:lnTo>
                      <a:pt x="6" y="215"/>
                    </a:lnTo>
                    <a:lnTo>
                      <a:pt x="13" y="218"/>
                    </a:lnTo>
                    <a:lnTo>
                      <a:pt x="16" y="223"/>
                    </a:lnTo>
                    <a:lnTo>
                      <a:pt x="18" y="230"/>
                    </a:lnTo>
                    <a:lnTo>
                      <a:pt x="21" y="238"/>
                    </a:lnTo>
                    <a:lnTo>
                      <a:pt x="23" y="245"/>
                    </a:lnTo>
                    <a:lnTo>
                      <a:pt x="28" y="252"/>
                    </a:lnTo>
                    <a:lnTo>
                      <a:pt x="33" y="256"/>
                    </a:lnTo>
                    <a:lnTo>
                      <a:pt x="44" y="257"/>
                    </a:lnTo>
                    <a:lnTo>
                      <a:pt x="48" y="257"/>
                    </a:lnTo>
                    <a:lnTo>
                      <a:pt x="53" y="257"/>
                    </a:lnTo>
                    <a:lnTo>
                      <a:pt x="57" y="257"/>
                    </a:lnTo>
                    <a:lnTo>
                      <a:pt x="63" y="257"/>
                    </a:lnTo>
                    <a:lnTo>
                      <a:pt x="68" y="256"/>
                    </a:lnTo>
                    <a:lnTo>
                      <a:pt x="74" y="253"/>
                    </a:lnTo>
                    <a:lnTo>
                      <a:pt x="78" y="251"/>
                    </a:lnTo>
                    <a:lnTo>
                      <a:pt x="82" y="248"/>
                    </a:lnTo>
                    <a:lnTo>
                      <a:pt x="97" y="215"/>
                    </a:lnTo>
                    <a:lnTo>
                      <a:pt x="97" y="182"/>
                    </a:lnTo>
                    <a:lnTo>
                      <a:pt x="87" y="149"/>
                    </a:lnTo>
                    <a:lnTo>
                      <a:pt x="75" y="114"/>
                    </a:lnTo>
                    <a:lnTo>
                      <a:pt x="66" y="82"/>
                    </a:lnTo>
                    <a:lnTo>
                      <a:pt x="66" y="51"/>
                    </a:lnTo>
                    <a:lnTo>
                      <a:pt x="79" y="23"/>
                    </a:lnTo>
                    <a:lnTo>
                      <a:pt x="115" y="0"/>
                    </a:lnTo>
                    <a:lnTo>
                      <a:pt x="117" y="16"/>
                    </a:lnTo>
                    <a:lnTo>
                      <a:pt x="122" y="56"/>
                    </a:lnTo>
                    <a:lnTo>
                      <a:pt x="128" y="105"/>
                    </a:lnTo>
                    <a:lnTo>
                      <a:pt x="133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6" name="Freeform 136"/>
              <p:cNvSpPr>
                <a:spLocks/>
              </p:cNvSpPr>
              <p:nvPr/>
            </p:nvSpPr>
            <p:spPr bwMode="auto">
              <a:xfrm>
                <a:off x="2603" y="2661"/>
                <a:ext cx="289" cy="328"/>
              </a:xfrm>
              <a:custGeom>
                <a:avLst/>
                <a:gdLst>
                  <a:gd name="T0" fmla="*/ 284 w 578"/>
                  <a:gd name="T1" fmla="*/ 312 h 654"/>
                  <a:gd name="T2" fmla="*/ 273 w 578"/>
                  <a:gd name="T3" fmla="*/ 313 h 654"/>
                  <a:gd name="T4" fmla="*/ 259 w 578"/>
                  <a:gd name="T5" fmla="*/ 313 h 654"/>
                  <a:gd name="T6" fmla="*/ 240 w 578"/>
                  <a:gd name="T7" fmla="*/ 315 h 654"/>
                  <a:gd name="T8" fmla="*/ 220 w 578"/>
                  <a:gd name="T9" fmla="*/ 316 h 654"/>
                  <a:gd name="T10" fmla="*/ 199 w 578"/>
                  <a:gd name="T11" fmla="*/ 317 h 654"/>
                  <a:gd name="T12" fmla="*/ 176 w 578"/>
                  <a:gd name="T13" fmla="*/ 319 h 654"/>
                  <a:gd name="T14" fmla="*/ 152 w 578"/>
                  <a:gd name="T15" fmla="*/ 320 h 654"/>
                  <a:gd name="T16" fmla="*/ 129 w 578"/>
                  <a:gd name="T17" fmla="*/ 321 h 654"/>
                  <a:gd name="T18" fmla="*/ 106 w 578"/>
                  <a:gd name="T19" fmla="*/ 323 h 654"/>
                  <a:gd name="T20" fmla="*/ 84 w 578"/>
                  <a:gd name="T21" fmla="*/ 324 h 654"/>
                  <a:gd name="T22" fmla="*/ 65 w 578"/>
                  <a:gd name="T23" fmla="*/ 325 h 654"/>
                  <a:gd name="T24" fmla="*/ 47 w 578"/>
                  <a:gd name="T25" fmla="*/ 326 h 654"/>
                  <a:gd name="T26" fmla="*/ 32 w 578"/>
                  <a:gd name="T27" fmla="*/ 327 h 654"/>
                  <a:gd name="T28" fmla="*/ 21 w 578"/>
                  <a:gd name="T29" fmla="*/ 327 h 654"/>
                  <a:gd name="T30" fmla="*/ 13 w 578"/>
                  <a:gd name="T31" fmla="*/ 328 h 654"/>
                  <a:gd name="T32" fmla="*/ 11 w 578"/>
                  <a:gd name="T33" fmla="*/ 328 h 654"/>
                  <a:gd name="T34" fmla="*/ 0 w 578"/>
                  <a:gd name="T35" fmla="*/ 0 h 654"/>
                  <a:gd name="T36" fmla="*/ 289 w 578"/>
                  <a:gd name="T37" fmla="*/ 4 h 654"/>
                  <a:gd name="T38" fmla="*/ 284 w 578"/>
                  <a:gd name="T39" fmla="*/ 312 h 6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78"/>
                  <a:gd name="T61" fmla="*/ 0 h 654"/>
                  <a:gd name="T62" fmla="*/ 578 w 578"/>
                  <a:gd name="T63" fmla="*/ 654 h 65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78" h="654">
                    <a:moveTo>
                      <a:pt x="568" y="622"/>
                    </a:moveTo>
                    <a:lnTo>
                      <a:pt x="545" y="624"/>
                    </a:lnTo>
                    <a:lnTo>
                      <a:pt x="517" y="625"/>
                    </a:lnTo>
                    <a:lnTo>
                      <a:pt x="481" y="629"/>
                    </a:lnTo>
                    <a:lnTo>
                      <a:pt x="441" y="631"/>
                    </a:lnTo>
                    <a:lnTo>
                      <a:pt x="398" y="633"/>
                    </a:lnTo>
                    <a:lnTo>
                      <a:pt x="352" y="636"/>
                    </a:lnTo>
                    <a:lnTo>
                      <a:pt x="305" y="639"/>
                    </a:lnTo>
                    <a:lnTo>
                      <a:pt x="258" y="641"/>
                    </a:lnTo>
                    <a:lnTo>
                      <a:pt x="213" y="644"/>
                    </a:lnTo>
                    <a:lnTo>
                      <a:pt x="169" y="646"/>
                    </a:lnTo>
                    <a:lnTo>
                      <a:pt x="129" y="648"/>
                    </a:lnTo>
                    <a:lnTo>
                      <a:pt x="94" y="651"/>
                    </a:lnTo>
                    <a:lnTo>
                      <a:pt x="64" y="652"/>
                    </a:lnTo>
                    <a:lnTo>
                      <a:pt x="42" y="653"/>
                    </a:lnTo>
                    <a:lnTo>
                      <a:pt x="27" y="654"/>
                    </a:lnTo>
                    <a:lnTo>
                      <a:pt x="23" y="654"/>
                    </a:lnTo>
                    <a:lnTo>
                      <a:pt x="0" y="0"/>
                    </a:lnTo>
                    <a:lnTo>
                      <a:pt x="578" y="8"/>
                    </a:lnTo>
                    <a:lnTo>
                      <a:pt x="568" y="622"/>
                    </a:lnTo>
                    <a:close/>
                  </a:path>
                </a:pathLst>
              </a:custGeom>
              <a:solidFill>
                <a:srgbClr val="26AD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7" name="Freeform 137"/>
              <p:cNvSpPr>
                <a:spLocks/>
              </p:cNvSpPr>
              <p:nvPr/>
            </p:nvSpPr>
            <p:spPr bwMode="auto">
              <a:xfrm>
                <a:off x="2561" y="3027"/>
                <a:ext cx="378" cy="112"/>
              </a:xfrm>
              <a:custGeom>
                <a:avLst/>
                <a:gdLst>
                  <a:gd name="T0" fmla="*/ 377 w 756"/>
                  <a:gd name="T1" fmla="*/ 3 h 226"/>
                  <a:gd name="T2" fmla="*/ 371 w 756"/>
                  <a:gd name="T3" fmla="*/ 7 h 226"/>
                  <a:gd name="T4" fmla="*/ 358 w 756"/>
                  <a:gd name="T5" fmla="*/ 13 h 226"/>
                  <a:gd name="T6" fmla="*/ 341 w 756"/>
                  <a:gd name="T7" fmla="*/ 21 h 226"/>
                  <a:gd name="T8" fmla="*/ 322 w 756"/>
                  <a:gd name="T9" fmla="*/ 29 h 226"/>
                  <a:gd name="T10" fmla="*/ 301 w 756"/>
                  <a:gd name="T11" fmla="*/ 37 h 226"/>
                  <a:gd name="T12" fmla="*/ 280 w 756"/>
                  <a:gd name="T13" fmla="*/ 43 h 226"/>
                  <a:gd name="T14" fmla="*/ 260 w 756"/>
                  <a:gd name="T15" fmla="*/ 46 h 226"/>
                  <a:gd name="T16" fmla="*/ 243 w 756"/>
                  <a:gd name="T17" fmla="*/ 63 h 226"/>
                  <a:gd name="T18" fmla="*/ 237 w 756"/>
                  <a:gd name="T19" fmla="*/ 104 h 226"/>
                  <a:gd name="T20" fmla="*/ 229 w 756"/>
                  <a:gd name="T21" fmla="*/ 102 h 226"/>
                  <a:gd name="T22" fmla="*/ 226 w 756"/>
                  <a:gd name="T23" fmla="*/ 75 h 226"/>
                  <a:gd name="T24" fmla="*/ 230 w 756"/>
                  <a:gd name="T25" fmla="*/ 57 h 226"/>
                  <a:gd name="T26" fmla="*/ 233 w 756"/>
                  <a:gd name="T27" fmla="*/ 50 h 226"/>
                  <a:gd name="T28" fmla="*/ 238 w 756"/>
                  <a:gd name="T29" fmla="*/ 45 h 226"/>
                  <a:gd name="T30" fmla="*/ 244 w 756"/>
                  <a:gd name="T31" fmla="*/ 40 h 226"/>
                  <a:gd name="T32" fmla="*/ 252 w 756"/>
                  <a:gd name="T33" fmla="*/ 38 h 226"/>
                  <a:gd name="T34" fmla="*/ 271 w 756"/>
                  <a:gd name="T35" fmla="*/ 34 h 226"/>
                  <a:gd name="T36" fmla="*/ 295 w 756"/>
                  <a:gd name="T37" fmla="*/ 27 h 226"/>
                  <a:gd name="T38" fmla="*/ 318 w 756"/>
                  <a:gd name="T39" fmla="*/ 19 h 226"/>
                  <a:gd name="T40" fmla="*/ 318 w 756"/>
                  <a:gd name="T41" fmla="*/ 16 h 226"/>
                  <a:gd name="T42" fmla="*/ 287 w 756"/>
                  <a:gd name="T43" fmla="*/ 17 h 226"/>
                  <a:gd name="T44" fmla="*/ 241 w 756"/>
                  <a:gd name="T45" fmla="*/ 20 h 226"/>
                  <a:gd name="T46" fmla="*/ 188 w 756"/>
                  <a:gd name="T47" fmla="*/ 23 h 226"/>
                  <a:gd name="T48" fmla="*/ 132 w 756"/>
                  <a:gd name="T49" fmla="*/ 28 h 226"/>
                  <a:gd name="T50" fmla="*/ 80 w 756"/>
                  <a:gd name="T51" fmla="*/ 32 h 226"/>
                  <a:gd name="T52" fmla="*/ 36 w 756"/>
                  <a:gd name="T53" fmla="*/ 35 h 226"/>
                  <a:gd name="T54" fmla="*/ 7 w 756"/>
                  <a:gd name="T55" fmla="*/ 37 h 226"/>
                  <a:gd name="T56" fmla="*/ 1 w 756"/>
                  <a:gd name="T57" fmla="*/ 34 h 226"/>
                  <a:gd name="T58" fmla="*/ 3 w 756"/>
                  <a:gd name="T59" fmla="*/ 29 h 226"/>
                  <a:gd name="T60" fmla="*/ 6 w 756"/>
                  <a:gd name="T61" fmla="*/ 25 h 226"/>
                  <a:gd name="T62" fmla="*/ 18 w 756"/>
                  <a:gd name="T63" fmla="*/ 25 h 226"/>
                  <a:gd name="T64" fmla="*/ 36 w 756"/>
                  <a:gd name="T65" fmla="*/ 23 h 226"/>
                  <a:gd name="T66" fmla="*/ 57 w 756"/>
                  <a:gd name="T67" fmla="*/ 21 h 226"/>
                  <a:gd name="T68" fmla="*/ 84 w 756"/>
                  <a:gd name="T69" fmla="*/ 18 h 226"/>
                  <a:gd name="T70" fmla="*/ 112 w 756"/>
                  <a:gd name="T71" fmla="*/ 15 h 226"/>
                  <a:gd name="T72" fmla="*/ 144 w 756"/>
                  <a:gd name="T73" fmla="*/ 13 h 226"/>
                  <a:gd name="T74" fmla="*/ 177 w 756"/>
                  <a:gd name="T75" fmla="*/ 10 h 226"/>
                  <a:gd name="T76" fmla="*/ 210 w 756"/>
                  <a:gd name="T77" fmla="*/ 7 h 226"/>
                  <a:gd name="T78" fmla="*/ 242 w 756"/>
                  <a:gd name="T79" fmla="*/ 5 h 226"/>
                  <a:gd name="T80" fmla="*/ 274 w 756"/>
                  <a:gd name="T81" fmla="*/ 3 h 226"/>
                  <a:gd name="T82" fmla="*/ 303 w 756"/>
                  <a:gd name="T83" fmla="*/ 2 h 226"/>
                  <a:gd name="T84" fmla="*/ 328 w 756"/>
                  <a:gd name="T85" fmla="*/ 0 h 226"/>
                  <a:gd name="T86" fmla="*/ 349 w 756"/>
                  <a:gd name="T87" fmla="*/ 0 h 226"/>
                  <a:gd name="T88" fmla="*/ 366 w 756"/>
                  <a:gd name="T89" fmla="*/ 0 h 226"/>
                  <a:gd name="T90" fmla="*/ 376 w 756"/>
                  <a:gd name="T91" fmla="*/ 2 h 22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56"/>
                  <a:gd name="T139" fmla="*/ 0 h 226"/>
                  <a:gd name="T140" fmla="*/ 756 w 756"/>
                  <a:gd name="T141" fmla="*/ 226 h 22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56" h="226">
                    <a:moveTo>
                      <a:pt x="756" y="6"/>
                    </a:moveTo>
                    <a:lnTo>
                      <a:pt x="754" y="7"/>
                    </a:lnTo>
                    <a:lnTo>
                      <a:pt x="749" y="9"/>
                    </a:lnTo>
                    <a:lnTo>
                      <a:pt x="741" y="14"/>
                    </a:lnTo>
                    <a:lnTo>
                      <a:pt x="729" y="20"/>
                    </a:lnTo>
                    <a:lnTo>
                      <a:pt x="716" y="27"/>
                    </a:lnTo>
                    <a:lnTo>
                      <a:pt x="700" y="35"/>
                    </a:lnTo>
                    <a:lnTo>
                      <a:pt x="682" y="43"/>
                    </a:lnTo>
                    <a:lnTo>
                      <a:pt x="664" y="51"/>
                    </a:lnTo>
                    <a:lnTo>
                      <a:pt x="643" y="59"/>
                    </a:lnTo>
                    <a:lnTo>
                      <a:pt x="622" y="67"/>
                    </a:lnTo>
                    <a:lnTo>
                      <a:pt x="602" y="74"/>
                    </a:lnTo>
                    <a:lnTo>
                      <a:pt x="580" y="81"/>
                    </a:lnTo>
                    <a:lnTo>
                      <a:pt x="559" y="86"/>
                    </a:lnTo>
                    <a:lnTo>
                      <a:pt x="538" y="90"/>
                    </a:lnTo>
                    <a:lnTo>
                      <a:pt x="519" y="92"/>
                    </a:lnTo>
                    <a:lnTo>
                      <a:pt x="500" y="92"/>
                    </a:lnTo>
                    <a:lnTo>
                      <a:pt x="486" y="128"/>
                    </a:lnTo>
                    <a:lnTo>
                      <a:pt x="478" y="173"/>
                    </a:lnTo>
                    <a:lnTo>
                      <a:pt x="475" y="210"/>
                    </a:lnTo>
                    <a:lnTo>
                      <a:pt x="475" y="226"/>
                    </a:lnTo>
                    <a:lnTo>
                      <a:pt x="458" y="206"/>
                    </a:lnTo>
                    <a:lnTo>
                      <a:pt x="452" y="180"/>
                    </a:lnTo>
                    <a:lnTo>
                      <a:pt x="453" y="151"/>
                    </a:lnTo>
                    <a:lnTo>
                      <a:pt x="458" y="123"/>
                    </a:lnTo>
                    <a:lnTo>
                      <a:pt x="460" y="116"/>
                    </a:lnTo>
                    <a:lnTo>
                      <a:pt x="463" y="108"/>
                    </a:lnTo>
                    <a:lnTo>
                      <a:pt x="467" y="101"/>
                    </a:lnTo>
                    <a:lnTo>
                      <a:pt x="470" y="96"/>
                    </a:lnTo>
                    <a:lnTo>
                      <a:pt x="476" y="90"/>
                    </a:lnTo>
                    <a:lnTo>
                      <a:pt x="482" y="84"/>
                    </a:lnTo>
                    <a:lnTo>
                      <a:pt x="488" y="81"/>
                    </a:lnTo>
                    <a:lnTo>
                      <a:pt x="496" y="77"/>
                    </a:lnTo>
                    <a:lnTo>
                      <a:pt x="505" y="77"/>
                    </a:lnTo>
                    <a:lnTo>
                      <a:pt x="520" y="75"/>
                    </a:lnTo>
                    <a:lnTo>
                      <a:pt x="541" y="69"/>
                    </a:lnTo>
                    <a:lnTo>
                      <a:pt x="565" y="62"/>
                    </a:lnTo>
                    <a:lnTo>
                      <a:pt x="590" y="54"/>
                    </a:lnTo>
                    <a:lnTo>
                      <a:pt x="614" y="46"/>
                    </a:lnTo>
                    <a:lnTo>
                      <a:pt x="636" y="38"/>
                    </a:lnTo>
                    <a:lnTo>
                      <a:pt x="653" y="33"/>
                    </a:lnTo>
                    <a:lnTo>
                      <a:pt x="636" y="32"/>
                    </a:lnTo>
                    <a:lnTo>
                      <a:pt x="609" y="33"/>
                    </a:lnTo>
                    <a:lnTo>
                      <a:pt x="574" y="35"/>
                    </a:lnTo>
                    <a:lnTo>
                      <a:pt x="531" y="37"/>
                    </a:lnTo>
                    <a:lnTo>
                      <a:pt x="483" y="40"/>
                    </a:lnTo>
                    <a:lnTo>
                      <a:pt x="431" y="44"/>
                    </a:lnTo>
                    <a:lnTo>
                      <a:pt x="376" y="47"/>
                    </a:lnTo>
                    <a:lnTo>
                      <a:pt x="321" y="52"/>
                    </a:lnTo>
                    <a:lnTo>
                      <a:pt x="264" y="57"/>
                    </a:lnTo>
                    <a:lnTo>
                      <a:pt x="210" y="60"/>
                    </a:lnTo>
                    <a:lnTo>
                      <a:pt x="159" y="65"/>
                    </a:lnTo>
                    <a:lnTo>
                      <a:pt x="113" y="68"/>
                    </a:lnTo>
                    <a:lnTo>
                      <a:pt x="72" y="71"/>
                    </a:lnTo>
                    <a:lnTo>
                      <a:pt x="40" y="73"/>
                    </a:lnTo>
                    <a:lnTo>
                      <a:pt x="14" y="75"/>
                    </a:lnTo>
                    <a:lnTo>
                      <a:pt x="0" y="75"/>
                    </a:lnTo>
                    <a:lnTo>
                      <a:pt x="2" y="69"/>
                    </a:lnTo>
                    <a:lnTo>
                      <a:pt x="4" y="63"/>
                    </a:lnTo>
                    <a:lnTo>
                      <a:pt x="6" y="59"/>
                    </a:lnTo>
                    <a:lnTo>
                      <a:pt x="7" y="52"/>
                    </a:lnTo>
                    <a:lnTo>
                      <a:pt x="13" y="51"/>
                    </a:lnTo>
                    <a:lnTo>
                      <a:pt x="23" y="51"/>
                    </a:lnTo>
                    <a:lnTo>
                      <a:pt x="36" y="50"/>
                    </a:lnTo>
                    <a:lnTo>
                      <a:pt x="52" y="47"/>
                    </a:lnTo>
                    <a:lnTo>
                      <a:pt x="71" y="46"/>
                    </a:lnTo>
                    <a:lnTo>
                      <a:pt x="91" y="44"/>
                    </a:lnTo>
                    <a:lnTo>
                      <a:pt x="114" y="42"/>
                    </a:lnTo>
                    <a:lnTo>
                      <a:pt x="140" y="39"/>
                    </a:lnTo>
                    <a:lnTo>
                      <a:pt x="167" y="37"/>
                    </a:lnTo>
                    <a:lnTo>
                      <a:pt x="195" y="35"/>
                    </a:lnTo>
                    <a:lnTo>
                      <a:pt x="225" y="31"/>
                    </a:lnTo>
                    <a:lnTo>
                      <a:pt x="256" y="29"/>
                    </a:lnTo>
                    <a:lnTo>
                      <a:pt x="288" y="27"/>
                    </a:lnTo>
                    <a:lnTo>
                      <a:pt x="321" y="23"/>
                    </a:lnTo>
                    <a:lnTo>
                      <a:pt x="354" y="21"/>
                    </a:lnTo>
                    <a:lnTo>
                      <a:pt x="387" y="18"/>
                    </a:lnTo>
                    <a:lnTo>
                      <a:pt x="420" y="15"/>
                    </a:lnTo>
                    <a:lnTo>
                      <a:pt x="453" y="13"/>
                    </a:lnTo>
                    <a:lnTo>
                      <a:pt x="485" y="10"/>
                    </a:lnTo>
                    <a:lnTo>
                      <a:pt x="516" y="8"/>
                    </a:lnTo>
                    <a:lnTo>
                      <a:pt x="548" y="7"/>
                    </a:lnTo>
                    <a:lnTo>
                      <a:pt x="576" y="5"/>
                    </a:lnTo>
                    <a:lnTo>
                      <a:pt x="605" y="4"/>
                    </a:lnTo>
                    <a:lnTo>
                      <a:pt x="632" y="2"/>
                    </a:lnTo>
                    <a:lnTo>
                      <a:pt x="656" y="1"/>
                    </a:lnTo>
                    <a:lnTo>
                      <a:pt x="678" y="1"/>
                    </a:lnTo>
                    <a:lnTo>
                      <a:pt x="698" y="0"/>
                    </a:lnTo>
                    <a:lnTo>
                      <a:pt x="716" y="1"/>
                    </a:lnTo>
                    <a:lnTo>
                      <a:pt x="731" y="1"/>
                    </a:lnTo>
                    <a:lnTo>
                      <a:pt x="742" y="2"/>
                    </a:lnTo>
                    <a:lnTo>
                      <a:pt x="751" y="4"/>
                    </a:lnTo>
                    <a:lnTo>
                      <a:pt x="756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8" name="Freeform 138"/>
              <p:cNvSpPr>
                <a:spLocks/>
              </p:cNvSpPr>
              <p:nvPr/>
            </p:nvSpPr>
            <p:spPr bwMode="auto">
              <a:xfrm>
                <a:off x="2437" y="3085"/>
                <a:ext cx="496" cy="113"/>
              </a:xfrm>
              <a:custGeom>
                <a:avLst/>
                <a:gdLst>
                  <a:gd name="T0" fmla="*/ 145 w 991"/>
                  <a:gd name="T1" fmla="*/ 111 h 225"/>
                  <a:gd name="T2" fmla="*/ 118 w 991"/>
                  <a:gd name="T3" fmla="*/ 105 h 225"/>
                  <a:gd name="T4" fmla="*/ 78 w 991"/>
                  <a:gd name="T5" fmla="*/ 95 h 225"/>
                  <a:gd name="T6" fmla="*/ 38 w 991"/>
                  <a:gd name="T7" fmla="*/ 85 h 225"/>
                  <a:gd name="T8" fmla="*/ 9 w 991"/>
                  <a:gd name="T9" fmla="*/ 76 h 225"/>
                  <a:gd name="T10" fmla="*/ 1 w 991"/>
                  <a:gd name="T11" fmla="*/ 70 h 225"/>
                  <a:gd name="T12" fmla="*/ 7 w 991"/>
                  <a:gd name="T13" fmla="*/ 64 h 225"/>
                  <a:gd name="T14" fmla="*/ 168 w 991"/>
                  <a:gd name="T15" fmla="*/ 35 h 225"/>
                  <a:gd name="T16" fmla="*/ 164 w 991"/>
                  <a:gd name="T17" fmla="*/ 12 h 225"/>
                  <a:gd name="T18" fmla="*/ 153 w 991"/>
                  <a:gd name="T19" fmla="*/ 13 h 225"/>
                  <a:gd name="T20" fmla="*/ 129 w 991"/>
                  <a:gd name="T21" fmla="*/ 16 h 225"/>
                  <a:gd name="T22" fmla="*/ 98 w 991"/>
                  <a:gd name="T23" fmla="*/ 18 h 225"/>
                  <a:gd name="T24" fmla="*/ 70 w 991"/>
                  <a:gd name="T25" fmla="*/ 21 h 225"/>
                  <a:gd name="T26" fmla="*/ 52 w 991"/>
                  <a:gd name="T27" fmla="*/ 23 h 225"/>
                  <a:gd name="T28" fmla="*/ 49 w 991"/>
                  <a:gd name="T29" fmla="*/ 20 h 225"/>
                  <a:gd name="T30" fmla="*/ 57 w 991"/>
                  <a:gd name="T31" fmla="*/ 16 h 225"/>
                  <a:gd name="T32" fmla="*/ 80 w 991"/>
                  <a:gd name="T33" fmla="*/ 12 h 225"/>
                  <a:gd name="T34" fmla="*/ 103 w 991"/>
                  <a:gd name="T35" fmla="*/ 9 h 225"/>
                  <a:gd name="T36" fmla="*/ 126 w 991"/>
                  <a:gd name="T37" fmla="*/ 6 h 225"/>
                  <a:gd name="T38" fmla="*/ 149 w 991"/>
                  <a:gd name="T39" fmla="*/ 3 h 225"/>
                  <a:gd name="T40" fmla="*/ 172 w 991"/>
                  <a:gd name="T41" fmla="*/ 0 h 225"/>
                  <a:gd name="T42" fmla="*/ 183 w 991"/>
                  <a:gd name="T43" fmla="*/ 23 h 225"/>
                  <a:gd name="T44" fmla="*/ 184 w 991"/>
                  <a:gd name="T45" fmla="*/ 48 h 225"/>
                  <a:gd name="T46" fmla="*/ 164 w 991"/>
                  <a:gd name="T47" fmla="*/ 66 h 225"/>
                  <a:gd name="T48" fmla="*/ 146 w 991"/>
                  <a:gd name="T49" fmla="*/ 58 h 225"/>
                  <a:gd name="T50" fmla="*/ 123 w 991"/>
                  <a:gd name="T51" fmla="*/ 60 h 225"/>
                  <a:gd name="T52" fmla="*/ 99 w 991"/>
                  <a:gd name="T53" fmla="*/ 63 h 225"/>
                  <a:gd name="T54" fmla="*/ 76 w 991"/>
                  <a:gd name="T55" fmla="*/ 67 h 225"/>
                  <a:gd name="T56" fmla="*/ 53 w 991"/>
                  <a:gd name="T57" fmla="*/ 71 h 225"/>
                  <a:gd name="T58" fmla="*/ 45 w 991"/>
                  <a:gd name="T59" fmla="*/ 75 h 225"/>
                  <a:gd name="T60" fmla="*/ 67 w 991"/>
                  <a:gd name="T61" fmla="*/ 80 h 225"/>
                  <a:gd name="T62" fmla="*/ 88 w 991"/>
                  <a:gd name="T63" fmla="*/ 85 h 225"/>
                  <a:gd name="T64" fmla="*/ 110 w 991"/>
                  <a:gd name="T65" fmla="*/ 90 h 225"/>
                  <a:gd name="T66" fmla="*/ 132 w 991"/>
                  <a:gd name="T67" fmla="*/ 95 h 225"/>
                  <a:gd name="T68" fmla="*/ 154 w 991"/>
                  <a:gd name="T69" fmla="*/ 100 h 225"/>
                  <a:gd name="T70" fmla="*/ 176 w 991"/>
                  <a:gd name="T71" fmla="*/ 96 h 225"/>
                  <a:gd name="T72" fmla="*/ 232 w 991"/>
                  <a:gd name="T73" fmla="*/ 88 h 225"/>
                  <a:gd name="T74" fmla="*/ 305 w 991"/>
                  <a:gd name="T75" fmla="*/ 76 h 225"/>
                  <a:gd name="T76" fmla="*/ 378 w 991"/>
                  <a:gd name="T77" fmla="*/ 65 h 225"/>
                  <a:gd name="T78" fmla="*/ 434 w 991"/>
                  <a:gd name="T79" fmla="*/ 55 h 225"/>
                  <a:gd name="T80" fmla="*/ 372 w 991"/>
                  <a:gd name="T81" fmla="*/ 42 h 225"/>
                  <a:gd name="T82" fmla="*/ 376 w 991"/>
                  <a:gd name="T83" fmla="*/ 34 h 2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1"/>
                  <a:gd name="T127" fmla="*/ 0 h 225"/>
                  <a:gd name="T128" fmla="*/ 991 w 991"/>
                  <a:gd name="T129" fmla="*/ 225 h 2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1" h="225">
                    <a:moveTo>
                      <a:pt x="301" y="225"/>
                    </a:moveTo>
                    <a:lnTo>
                      <a:pt x="298" y="224"/>
                    </a:lnTo>
                    <a:lnTo>
                      <a:pt x="289" y="222"/>
                    </a:lnTo>
                    <a:lnTo>
                      <a:pt x="275" y="218"/>
                    </a:lnTo>
                    <a:lnTo>
                      <a:pt x="256" y="215"/>
                    </a:lnTo>
                    <a:lnTo>
                      <a:pt x="235" y="209"/>
                    </a:lnTo>
                    <a:lnTo>
                      <a:pt x="209" y="204"/>
                    </a:lnTo>
                    <a:lnTo>
                      <a:pt x="183" y="197"/>
                    </a:lnTo>
                    <a:lnTo>
                      <a:pt x="156" y="190"/>
                    </a:lnTo>
                    <a:lnTo>
                      <a:pt x="129" y="183"/>
                    </a:lnTo>
                    <a:lnTo>
                      <a:pt x="101" y="176"/>
                    </a:lnTo>
                    <a:lnTo>
                      <a:pt x="76" y="169"/>
                    </a:lnTo>
                    <a:lnTo>
                      <a:pt x="53" y="162"/>
                    </a:lnTo>
                    <a:lnTo>
                      <a:pt x="33" y="156"/>
                    </a:lnTo>
                    <a:lnTo>
                      <a:pt x="17" y="151"/>
                    </a:lnTo>
                    <a:lnTo>
                      <a:pt x="5" y="147"/>
                    </a:lnTo>
                    <a:lnTo>
                      <a:pt x="0" y="144"/>
                    </a:lnTo>
                    <a:lnTo>
                      <a:pt x="2" y="139"/>
                    </a:lnTo>
                    <a:lnTo>
                      <a:pt x="5" y="136"/>
                    </a:lnTo>
                    <a:lnTo>
                      <a:pt x="10" y="132"/>
                    </a:lnTo>
                    <a:lnTo>
                      <a:pt x="13" y="127"/>
                    </a:lnTo>
                    <a:lnTo>
                      <a:pt x="330" y="85"/>
                    </a:lnTo>
                    <a:lnTo>
                      <a:pt x="333" y="85"/>
                    </a:lnTo>
                    <a:lnTo>
                      <a:pt x="335" y="70"/>
                    </a:lnTo>
                    <a:lnTo>
                      <a:pt x="336" y="54"/>
                    </a:lnTo>
                    <a:lnTo>
                      <a:pt x="334" y="38"/>
                    </a:lnTo>
                    <a:lnTo>
                      <a:pt x="327" y="24"/>
                    </a:lnTo>
                    <a:lnTo>
                      <a:pt x="324" y="24"/>
                    </a:lnTo>
                    <a:lnTo>
                      <a:pt x="318" y="25"/>
                    </a:lnTo>
                    <a:lnTo>
                      <a:pt x="306" y="26"/>
                    </a:lnTo>
                    <a:lnTo>
                      <a:pt x="292" y="27"/>
                    </a:lnTo>
                    <a:lnTo>
                      <a:pt x="276" y="28"/>
                    </a:lnTo>
                    <a:lnTo>
                      <a:pt x="258" y="31"/>
                    </a:lnTo>
                    <a:lnTo>
                      <a:pt x="237" y="33"/>
                    </a:lnTo>
                    <a:lnTo>
                      <a:pt x="216" y="34"/>
                    </a:lnTo>
                    <a:lnTo>
                      <a:pt x="195" y="36"/>
                    </a:lnTo>
                    <a:lnTo>
                      <a:pt x="175" y="39"/>
                    </a:lnTo>
                    <a:lnTo>
                      <a:pt x="156" y="41"/>
                    </a:lnTo>
                    <a:lnTo>
                      <a:pt x="139" y="42"/>
                    </a:lnTo>
                    <a:lnTo>
                      <a:pt x="124" y="43"/>
                    </a:lnTo>
                    <a:lnTo>
                      <a:pt x="111" y="45"/>
                    </a:lnTo>
                    <a:lnTo>
                      <a:pt x="103" y="46"/>
                    </a:lnTo>
                    <a:lnTo>
                      <a:pt x="100" y="46"/>
                    </a:lnTo>
                    <a:lnTo>
                      <a:pt x="98" y="43"/>
                    </a:lnTo>
                    <a:lnTo>
                      <a:pt x="98" y="40"/>
                    </a:lnTo>
                    <a:lnTo>
                      <a:pt x="98" y="36"/>
                    </a:lnTo>
                    <a:lnTo>
                      <a:pt x="98" y="33"/>
                    </a:lnTo>
                    <a:lnTo>
                      <a:pt x="113" y="31"/>
                    </a:lnTo>
                    <a:lnTo>
                      <a:pt x="128" y="27"/>
                    </a:lnTo>
                    <a:lnTo>
                      <a:pt x="144" y="25"/>
                    </a:lnTo>
                    <a:lnTo>
                      <a:pt x="159" y="24"/>
                    </a:lnTo>
                    <a:lnTo>
                      <a:pt x="174" y="21"/>
                    </a:lnTo>
                    <a:lnTo>
                      <a:pt x="189" y="19"/>
                    </a:lnTo>
                    <a:lnTo>
                      <a:pt x="205" y="17"/>
                    </a:lnTo>
                    <a:lnTo>
                      <a:pt x="220" y="16"/>
                    </a:lnTo>
                    <a:lnTo>
                      <a:pt x="235" y="13"/>
                    </a:lnTo>
                    <a:lnTo>
                      <a:pt x="251" y="12"/>
                    </a:lnTo>
                    <a:lnTo>
                      <a:pt x="266" y="10"/>
                    </a:lnTo>
                    <a:lnTo>
                      <a:pt x="282" y="8"/>
                    </a:lnTo>
                    <a:lnTo>
                      <a:pt x="297" y="6"/>
                    </a:lnTo>
                    <a:lnTo>
                      <a:pt x="312" y="4"/>
                    </a:lnTo>
                    <a:lnTo>
                      <a:pt x="328" y="2"/>
                    </a:lnTo>
                    <a:lnTo>
                      <a:pt x="343" y="0"/>
                    </a:lnTo>
                    <a:lnTo>
                      <a:pt x="353" y="13"/>
                    </a:lnTo>
                    <a:lnTo>
                      <a:pt x="360" y="28"/>
                    </a:lnTo>
                    <a:lnTo>
                      <a:pt x="365" y="46"/>
                    </a:lnTo>
                    <a:lnTo>
                      <a:pt x="368" y="62"/>
                    </a:lnTo>
                    <a:lnTo>
                      <a:pt x="372" y="79"/>
                    </a:lnTo>
                    <a:lnTo>
                      <a:pt x="368" y="96"/>
                    </a:lnTo>
                    <a:lnTo>
                      <a:pt x="360" y="112"/>
                    </a:lnTo>
                    <a:lnTo>
                      <a:pt x="352" y="127"/>
                    </a:lnTo>
                    <a:lnTo>
                      <a:pt x="327" y="131"/>
                    </a:lnTo>
                    <a:lnTo>
                      <a:pt x="324" y="112"/>
                    </a:lnTo>
                    <a:lnTo>
                      <a:pt x="308" y="114"/>
                    </a:lnTo>
                    <a:lnTo>
                      <a:pt x="292" y="115"/>
                    </a:lnTo>
                    <a:lnTo>
                      <a:pt x="276" y="116"/>
                    </a:lnTo>
                    <a:lnTo>
                      <a:pt x="261" y="118"/>
                    </a:lnTo>
                    <a:lnTo>
                      <a:pt x="245" y="119"/>
                    </a:lnTo>
                    <a:lnTo>
                      <a:pt x="229" y="122"/>
                    </a:lnTo>
                    <a:lnTo>
                      <a:pt x="214" y="124"/>
                    </a:lnTo>
                    <a:lnTo>
                      <a:pt x="198" y="126"/>
                    </a:lnTo>
                    <a:lnTo>
                      <a:pt x="183" y="129"/>
                    </a:lnTo>
                    <a:lnTo>
                      <a:pt x="168" y="131"/>
                    </a:lnTo>
                    <a:lnTo>
                      <a:pt x="152" y="134"/>
                    </a:lnTo>
                    <a:lnTo>
                      <a:pt x="137" y="137"/>
                    </a:lnTo>
                    <a:lnTo>
                      <a:pt x="121" y="139"/>
                    </a:lnTo>
                    <a:lnTo>
                      <a:pt x="106" y="141"/>
                    </a:lnTo>
                    <a:lnTo>
                      <a:pt x="89" y="144"/>
                    </a:lnTo>
                    <a:lnTo>
                      <a:pt x="75" y="146"/>
                    </a:lnTo>
                    <a:lnTo>
                      <a:pt x="89" y="149"/>
                    </a:lnTo>
                    <a:lnTo>
                      <a:pt x="103" y="153"/>
                    </a:lnTo>
                    <a:lnTo>
                      <a:pt x="118" y="155"/>
                    </a:lnTo>
                    <a:lnTo>
                      <a:pt x="133" y="159"/>
                    </a:lnTo>
                    <a:lnTo>
                      <a:pt x="147" y="162"/>
                    </a:lnTo>
                    <a:lnTo>
                      <a:pt x="162" y="167"/>
                    </a:lnTo>
                    <a:lnTo>
                      <a:pt x="176" y="170"/>
                    </a:lnTo>
                    <a:lnTo>
                      <a:pt x="191" y="174"/>
                    </a:lnTo>
                    <a:lnTo>
                      <a:pt x="205" y="177"/>
                    </a:lnTo>
                    <a:lnTo>
                      <a:pt x="220" y="180"/>
                    </a:lnTo>
                    <a:lnTo>
                      <a:pt x="233" y="184"/>
                    </a:lnTo>
                    <a:lnTo>
                      <a:pt x="248" y="187"/>
                    </a:lnTo>
                    <a:lnTo>
                      <a:pt x="263" y="190"/>
                    </a:lnTo>
                    <a:lnTo>
                      <a:pt x="277" y="193"/>
                    </a:lnTo>
                    <a:lnTo>
                      <a:pt x="292" y="197"/>
                    </a:lnTo>
                    <a:lnTo>
                      <a:pt x="307" y="199"/>
                    </a:lnTo>
                    <a:lnTo>
                      <a:pt x="313" y="198"/>
                    </a:lnTo>
                    <a:lnTo>
                      <a:pt x="328" y="195"/>
                    </a:lnTo>
                    <a:lnTo>
                      <a:pt x="352" y="192"/>
                    </a:lnTo>
                    <a:lnTo>
                      <a:pt x="383" y="187"/>
                    </a:lnTo>
                    <a:lnTo>
                      <a:pt x="421" y="182"/>
                    </a:lnTo>
                    <a:lnTo>
                      <a:pt x="464" y="175"/>
                    </a:lnTo>
                    <a:lnTo>
                      <a:pt x="511" y="168"/>
                    </a:lnTo>
                    <a:lnTo>
                      <a:pt x="559" y="160"/>
                    </a:lnTo>
                    <a:lnTo>
                      <a:pt x="610" y="152"/>
                    </a:lnTo>
                    <a:lnTo>
                      <a:pt x="660" y="145"/>
                    </a:lnTo>
                    <a:lnTo>
                      <a:pt x="709" y="137"/>
                    </a:lnTo>
                    <a:lnTo>
                      <a:pt x="755" y="129"/>
                    </a:lnTo>
                    <a:lnTo>
                      <a:pt x="799" y="122"/>
                    </a:lnTo>
                    <a:lnTo>
                      <a:pt x="836" y="116"/>
                    </a:lnTo>
                    <a:lnTo>
                      <a:pt x="868" y="110"/>
                    </a:lnTo>
                    <a:lnTo>
                      <a:pt x="892" y="106"/>
                    </a:lnTo>
                    <a:lnTo>
                      <a:pt x="744" y="87"/>
                    </a:lnTo>
                    <a:lnTo>
                      <a:pt x="743" y="84"/>
                    </a:lnTo>
                    <a:lnTo>
                      <a:pt x="745" y="78"/>
                    </a:lnTo>
                    <a:lnTo>
                      <a:pt x="748" y="72"/>
                    </a:lnTo>
                    <a:lnTo>
                      <a:pt x="752" y="68"/>
                    </a:lnTo>
                    <a:lnTo>
                      <a:pt x="991" y="106"/>
                    </a:lnTo>
                    <a:lnTo>
                      <a:pt x="301" y="2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79" name="Freeform 139"/>
              <p:cNvSpPr>
                <a:spLocks/>
              </p:cNvSpPr>
              <p:nvPr/>
            </p:nvSpPr>
            <p:spPr bwMode="auto">
              <a:xfrm>
                <a:off x="2794" y="3197"/>
                <a:ext cx="25" cy="63"/>
              </a:xfrm>
              <a:custGeom>
                <a:avLst/>
                <a:gdLst>
                  <a:gd name="T0" fmla="*/ 7 w 50"/>
                  <a:gd name="T1" fmla="*/ 1 h 126"/>
                  <a:gd name="T2" fmla="*/ 10 w 50"/>
                  <a:gd name="T3" fmla="*/ 8 h 126"/>
                  <a:gd name="T4" fmla="*/ 13 w 50"/>
                  <a:gd name="T5" fmla="*/ 16 h 126"/>
                  <a:gd name="T6" fmla="*/ 15 w 50"/>
                  <a:gd name="T7" fmla="*/ 23 h 126"/>
                  <a:gd name="T8" fmla="*/ 19 w 50"/>
                  <a:gd name="T9" fmla="*/ 30 h 126"/>
                  <a:gd name="T10" fmla="*/ 21 w 50"/>
                  <a:gd name="T11" fmla="*/ 37 h 126"/>
                  <a:gd name="T12" fmla="*/ 23 w 50"/>
                  <a:gd name="T13" fmla="*/ 45 h 126"/>
                  <a:gd name="T14" fmla="*/ 24 w 50"/>
                  <a:gd name="T15" fmla="*/ 52 h 126"/>
                  <a:gd name="T16" fmla="*/ 25 w 50"/>
                  <a:gd name="T17" fmla="*/ 60 h 126"/>
                  <a:gd name="T18" fmla="*/ 19 w 50"/>
                  <a:gd name="T19" fmla="*/ 63 h 126"/>
                  <a:gd name="T20" fmla="*/ 15 w 50"/>
                  <a:gd name="T21" fmla="*/ 56 h 126"/>
                  <a:gd name="T22" fmla="*/ 14 w 50"/>
                  <a:gd name="T23" fmla="*/ 48 h 126"/>
                  <a:gd name="T24" fmla="*/ 13 w 50"/>
                  <a:gd name="T25" fmla="*/ 41 h 126"/>
                  <a:gd name="T26" fmla="*/ 11 w 50"/>
                  <a:gd name="T27" fmla="*/ 33 h 126"/>
                  <a:gd name="T28" fmla="*/ 0 w 50"/>
                  <a:gd name="T29" fmla="*/ 4 h 126"/>
                  <a:gd name="T30" fmla="*/ 1 w 50"/>
                  <a:gd name="T31" fmla="*/ 2 h 126"/>
                  <a:gd name="T32" fmla="*/ 3 w 50"/>
                  <a:gd name="T33" fmla="*/ 1 h 126"/>
                  <a:gd name="T34" fmla="*/ 5 w 50"/>
                  <a:gd name="T35" fmla="*/ 0 h 126"/>
                  <a:gd name="T36" fmla="*/ 7 w 50"/>
                  <a:gd name="T37" fmla="*/ 1 h 1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0"/>
                  <a:gd name="T58" fmla="*/ 0 h 126"/>
                  <a:gd name="T59" fmla="*/ 50 w 50"/>
                  <a:gd name="T60" fmla="*/ 126 h 1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0" h="126">
                    <a:moveTo>
                      <a:pt x="15" y="2"/>
                    </a:moveTo>
                    <a:lnTo>
                      <a:pt x="20" y="16"/>
                    </a:lnTo>
                    <a:lnTo>
                      <a:pt x="26" y="31"/>
                    </a:lnTo>
                    <a:lnTo>
                      <a:pt x="31" y="45"/>
                    </a:lnTo>
                    <a:lnTo>
                      <a:pt x="37" y="59"/>
                    </a:lnTo>
                    <a:lnTo>
                      <a:pt x="41" y="74"/>
                    </a:lnTo>
                    <a:lnTo>
                      <a:pt x="45" y="89"/>
                    </a:lnTo>
                    <a:lnTo>
                      <a:pt x="48" y="104"/>
                    </a:lnTo>
                    <a:lnTo>
                      <a:pt x="50" y="120"/>
                    </a:lnTo>
                    <a:lnTo>
                      <a:pt x="38" y="126"/>
                    </a:lnTo>
                    <a:lnTo>
                      <a:pt x="31" y="112"/>
                    </a:lnTo>
                    <a:lnTo>
                      <a:pt x="29" y="96"/>
                    </a:lnTo>
                    <a:lnTo>
                      <a:pt x="26" y="81"/>
                    </a:lnTo>
                    <a:lnTo>
                      <a:pt x="22" y="66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5" y="1"/>
                    </a:lnTo>
                    <a:lnTo>
                      <a:pt x="10" y="0"/>
                    </a:ln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0" name="Freeform 140"/>
              <p:cNvSpPr>
                <a:spLocks/>
              </p:cNvSpPr>
              <p:nvPr/>
            </p:nvSpPr>
            <p:spPr bwMode="auto">
              <a:xfrm>
                <a:off x="2772" y="3198"/>
                <a:ext cx="28" cy="55"/>
              </a:xfrm>
              <a:custGeom>
                <a:avLst/>
                <a:gdLst>
                  <a:gd name="T0" fmla="*/ 7 w 56"/>
                  <a:gd name="T1" fmla="*/ 0 h 111"/>
                  <a:gd name="T2" fmla="*/ 10 w 56"/>
                  <a:gd name="T3" fmla="*/ 6 h 111"/>
                  <a:gd name="T4" fmla="*/ 13 w 56"/>
                  <a:gd name="T5" fmla="*/ 13 h 111"/>
                  <a:gd name="T6" fmla="*/ 17 w 56"/>
                  <a:gd name="T7" fmla="*/ 19 h 111"/>
                  <a:gd name="T8" fmla="*/ 20 w 56"/>
                  <a:gd name="T9" fmla="*/ 25 h 111"/>
                  <a:gd name="T10" fmla="*/ 23 w 56"/>
                  <a:gd name="T11" fmla="*/ 32 h 111"/>
                  <a:gd name="T12" fmla="*/ 25 w 56"/>
                  <a:gd name="T13" fmla="*/ 39 h 111"/>
                  <a:gd name="T14" fmla="*/ 27 w 56"/>
                  <a:gd name="T15" fmla="*/ 45 h 111"/>
                  <a:gd name="T16" fmla="*/ 28 w 56"/>
                  <a:gd name="T17" fmla="*/ 52 h 111"/>
                  <a:gd name="T18" fmla="*/ 27 w 56"/>
                  <a:gd name="T19" fmla="*/ 53 h 111"/>
                  <a:gd name="T20" fmla="*/ 26 w 56"/>
                  <a:gd name="T21" fmla="*/ 54 h 111"/>
                  <a:gd name="T22" fmla="*/ 24 w 56"/>
                  <a:gd name="T23" fmla="*/ 55 h 111"/>
                  <a:gd name="T24" fmla="*/ 22 w 56"/>
                  <a:gd name="T25" fmla="*/ 55 h 111"/>
                  <a:gd name="T26" fmla="*/ 19 w 56"/>
                  <a:gd name="T27" fmla="*/ 49 h 111"/>
                  <a:gd name="T28" fmla="*/ 17 w 56"/>
                  <a:gd name="T29" fmla="*/ 43 h 111"/>
                  <a:gd name="T30" fmla="*/ 15 w 56"/>
                  <a:gd name="T31" fmla="*/ 36 h 111"/>
                  <a:gd name="T32" fmla="*/ 13 w 56"/>
                  <a:gd name="T33" fmla="*/ 29 h 111"/>
                  <a:gd name="T34" fmla="*/ 11 w 56"/>
                  <a:gd name="T35" fmla="*/ 22 h 111"/>
                  <a:gd name="T36" fmla="*/ 9 w 56"/>
                  <a:gd name="T37" fmla="*/ 16 h 111"/>
                  <a:gd name="T38" fmla="*/ 5 w 56"/>
                  <a:gd name="T39" fmla="*/ 10 h 111"/>
                  <a:gd name="T40" fmla="*/ 0 w 56"/>
                  <a:gd name="T41" fmla="*/ 5 h 111"/>
                  <a:gd name="T42" fmla="*/ 1 w 56"/>
                  <a:gd name="T43" fmla="*/ 3 h 111"/>
                  <a:gd name="T44" fmla="*/ 3 w 56"/>
                  <a:gd name="T45" fmla="*/ 2 h 111"/>
                  <a:gd name="T46" fmla="*/ 4 w 56"/>
                  <a:gd name="T47" fmla="*/ 0 h 111"/>
                  <a:gd name="T48" fmla="*/ 7 w 56"/>
                  <a:gd name="T49" fmla="*/ 0 h 11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6"/>
                  <a:gd name="T76" fmla="*/ 0 h 111"/>
                  <a:gd name="T77" fmla="*/ 56 w 56"/>
                  <a:gd name="T78" fmla="*/ 111 h 11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6" h="111">
                    <a:moveTo>
                      <a:pt x="13" y="0"/>
                    </a:moveTo>
                    <a:lnTo>
                      <a:pt x="20" y="13"/>
                    </a:lnTo>
                    <a:lnTo>
                      <a:pt x="26" y="26"/>
                    </a:lnTo>
                    <a:lnTo>
                      <a:pt x="33" y="38"/>
                    </a:lnTo>
                    <a:lnTo>
                      <a:pt x="39" y="51"/>
                    </a:lnTo>
                    <a:lnTo>
                      <a:pt x="45" y="64"/>
                    </a:lnTo>
                    <a:lnTo>
                      <a:pt x="49" y="78"/>
                    </a:lnTo>
                    <a:lnTo>
                      <a:pt x="54" y="91"/>
                    </a:lnTo>
                    <a:lnTo>
                      <a:pt x="56" y="105"/>
                    </a:lnTo>
                    <a:lnTo>
                      <a:pt x="53" y="106"/>
                    </a:lnTo>
                    <a:lnTo>
                      <a:pt x="51" y="109"/>
                    </a:lnTo>
                    <a:lnTo>
                      <a:pt x="47" y="111"/>
                    </a:lnTo>
                    <a:lnTo>
                      <a:pt x="44" y="111"/>
                    </a:lnTo>
                    <a:lnTo>
                      <a:pt x="38" y="98"/>
                    </a:lnTo>
                    <a:lnTo>
                      <a:pt x="33" y="86"/>
                    </a:lnTo>
                    <a:lnTo>
                      <a:pt x="30" y="72"/>
                    </a:lnTo>
                    <a:lnTo>
                      <a:pt x="26" y="59"/>
                    </a:lnTo>
                    <a:lnTo>
                      <a:pt x="22" y="45"/>
                    </a:lnTo>
                    <a:lnTo>
                      <a:pt x="17" y="33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1" y="7"/>
                    </a:lnTo>
                    <a:lnTo>
                      <a:pt x="5" y="4"/>
                    </a:lnTo>
                    <a:lnTo>
                      <a:pt x="8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1" name="Freeform 141"/>
              <p:cNvSpPr>
                <a:spLocks/>
              </p:cNvSpPr>
              <p:nvPr/>
            </p:nvSpPr>
            <p:spPr bwMode="auto">
              <a:xfrm>
                <a:off x="2749" y="3203"/>
                <a:ext cx="33" cy="55"/>
              </a:xfrm>
              <a:custGeom>
                <a:avLst/>
                <a:gdLst>
                  <a:gd name="T0" fmla="*/ 6 w 66"/>
                  <a:gd name="T1" fmla="*/ 0 h 109"/>
                  <a:gd name="T2" fmla="*/ 12 w 66"/>
                  <a:gd name="T3" fmla="*/ 6 h 109"/>
                  <a:gd name="T4" fmla="*/ 17 w 66"/>
                  <a:gd name="T5" fmla="*/ 12 h 109"/>
                  <a:gd name="T6" fmla="*/ 22 w 66"/>
                  <a:gd name="T7" fmla="*/ 18 h 109"/>
                  <a:gd name="T8" fmla="*/ 26 w 66"/>
                  <a:gd name="T9" fmla="*/ 24 h 109"/>
                  <a:gd name="T10" fmla="*/ 29 w 66"/>
                  <a:gd name="T11" fmla="*/ 31 h 109"/>
                  <a:gd name="T12" fmla="*/ 31 w 66"/>
                  <a:gd name="T13" fmla="*/ 39 h 109"/>
                  <a:gd name="T14" fmla="*/ 33 w 66"/>
                  <a:gd name="T15" fmla="*/ 46 h 109"/>
                  <a:gd name="T16" fmla="*/ 33 w 66"/>
                  <a:gd name="T17" fmla="*/ 54 h 109"/>
                  <a:gd name="T18" fmla="*/ 31 w 66"/>
                  <a:gd name="T19" fmla="*/ 54 h 109"/>
                  <a:gd name="T20" fmla="*/ 30 w 66"/>
                  <a:gd name="T21" fmla="*/ 55 h 109"/>
                  <a:gd name="T22" fmla="*/ 28 w 66"/>
                  <a:gd name="T23" fmla="*/ 55 h 109"/>
                  <a:gd name="T24" fmla="*/ 26 w 66"/>
                  <a:gd name="T25" fmla="*/ 55 h 109"/>
                  <a:gd name="T26" fmla="*/ 23 w 66"/>
                  <a:gd name="T27" fmla="*/ 48 h 109"/>
                  <a:gd name="T28" fmla="*/ 21 w 66"/>
                  <a:gd name="T29" fmla="*/ 41 h 109"/>
                  <a:gd name="T30" fmla="*/ 19 w 66"/>
                  <a:gd name="T31" fmla="*/ 34 h 109"/>
                  <a:gd name="T32" fmla="*/ 17 w 66"/>
                  <a:gd name="T33" fmla="*/ 27 h 109"/>
                  <a:gd name="T34" fmla="*/ 14 w 66"/>
                  <a:gd name="T35" fmla="*/ 20 h 109"/>
                  <a:gd name="T36" fmla="*/ 11 w 66"/>
                  <a:gd name="T37" fmla="*/ 14 h 109"/>
                  <a:gd name="T38" fmla="*/ 6 w 66"/>
                  <a:gd name="T39" fmla="*/ 9 h 109"/>
                  <a:gd name="T40" fmla="*/ 0 w 66"/>
                  <a:gd name="T41" fmla="*/ 4 h 109"/>
                  <a:gd name="T42" fmla="*/ 0 w 66"/>
                  <a:gd name="T43" fmla="*/ 0 h 109"/>
                  <a:gd name="T44" fmla="*/ 6 w 66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6"/>
                  <a:gd name="T70" fmla="*/ 0 h 109"/>
                  <a:gd name="T71" fmla="*/ 66 w 66"/>
                  <a:gd name="T72" fmla="*/ 109 h 10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6" h="109">
                    <a:moveTo>
                      <a:pt x="13" y="0"/>
                    </a:moveTo>
                    <a:lnTo>
                      <a:pt x="24" y="11"/>
                    </a:lnTo>
                    <a:lnTo>
                      <a:pt x="34" y="23"/>
                    </a:lnTo>
                    <a:lnTo>
                      <a:pt x="44" y="35"/>
                    </a:lnTo>
                    <a:lnTo>
                      <a:pt x="53" y="48"/>
                    </a:lnTo>
                    <a:lnTo>
                      <a:pt x="59" y="62"/>
                    </a:lnTo>
                    <a:lnTo>
                      <a:pt x="63" y="77"/>
                    </a:lnTo>
                    <a:lnTo>
                      <a:pt x="66" y="92"/>
                    </a:lnTo>
                    <a:lnTo>
                      <a:pt x="66" y="107"/>
                    </a:lnTo>
                    <a:lnTo>
                      <a:pt x="63" y="108"/>
                    </a:lnTo>
                    <a:lnTo>
                      <a:pt x="60" y="109"/>
                    </a:lnTo>
                    <a:lnTo>
                      <a:pt x="56" y="109"/>
                    </a:lnTo>
                    <a:lnTo>
                      <a:pt x="53" y="109"/>
                    </a:lnTo>
                    <a:lnTo>
                      <a:pt x="47" y="95"/>
                    </a:lnTo>
                    <a:lnTo>
                      <a:pt x="43" y="82"/>
                    </a:lnTo>
                    <a:lnTo>
                      <a:pt x="39" y="68"/>
                    </a:lnTo>
                    <a:lnTo>
                      <a:pt x="34" y="54"/>
                    </a:lnTo>
                    <a:lnTo>
                      <a:pt x="29" y="40"/>
                    </a:lnTo>
                    <a:lnTo>
                      <a:pt x="22" y="27"/>
                    </a:lnTo>
                    <a:lnTo>
                      <a:pt x="13" y="1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2" name="Freeform 142"/>
              <p:cNvSpPr>
                <a:spLocks/>
              </p:cNvSpPr>
              <p:nvPr/>
            </p:nvSpPr>
            <p:spPr bwMode="auto">
              <a:xfrm>
                <a:off x="2526" y="3215"/>
                <a:ext cx="253" cy="120"/>
              </a:xfrm>
              <a:custGeom>
                <a:avLst/>
                <a:gdLst>
                  <a:gd name="T0" fmla="*/ 230 w 508"/>
                  <a:gd name="T1" fmla="*/ 20 h 239"/>
                  <a:gd name="T2" fmla="*/ 235 w 508"/>
                  <a:gd name="T3" fmla="*/ 32 h 239"/>
                  <a:gd name="T4" fmla="*/ 239 w 508"/>
                  <a:gd name="T5" fmla="*/ 43 h 239"/>
                  <a:gd name="T6" fmla="*/ 243 w 508"/>
                  <a:gd name="T7" fmla="*/ 55 h 239"/>
                  <a:gd name="T8" fmla="*/ 246 w 508"/>
                  <a:gd name="T9" fmla="*/ 68 h 239"/>
                  <a:gd name="T10" fmla="*/ 249 w 508"/>
                  <a:gd name="T11" fmla="*/ 80 h 239"/>
                  <a:gd name="T12" fmla="*/ 251 w 508"/>
                  <a:gd name="T13" fmla="*/ 92 h 239"/>
                  <a:gd name="T14" fmla="*/ 252 w 508"/>
                  <a:gd name="T15" fmla="*/ 104 h 239"/>
                  <a:gd name="T16" fmla="*/ 253 w 508"/>
                  <a:gd name="T17" fmla="*/ 117 h 239"/>
                  <a:gd name="T18" fmla="*/ 250 w 508"/>
                  <a:gd name="T19" fmla="*/ 119 h 239"/>
                  <a:gd name="T20" fmla="*/ 246 w 508"/>
                  <a:gd name="T21" fmla="*/ 120 h 239"/>
                  <a:gd name="T22" fmla="*/ 243 w 508"/>
                  <a:gd name="T23" fmla="*/ 120 h 239"/>
                  <a:gd name="T24" fmla="*/ 241 w 508"/>
                  <a:gd name="T25" fmla="*/ 119 h 239"/>
                  <a:gd name="T26" fmla="*/ 238 w 508"/>
                  <a:gd name="T27" fmla="*/ 118 h 239"/>
                  <a:gd name="T28" fmla="*/ 236 w 508"/>
                  <a:gd name="T29" fmla="*/ 115 h 239"/>
                  <a:gd name="T30" fmla="*/ 234 w 508"/>
                  <a:gd name="T31" fmla="*/ 112 h 239"/>
                  <a:gd name="T32" fmla="*/ 233 w 508"/>
                  <a:gd name="T33" fmla="*/ 109 h 239"/>
                  <a:gd name="T34" fmla="*/ 231 w 508"/>
                  <a:gd name="T35" fmla="*/ 106 h 239"/>
                  <a:gd name="T36" fmla="*/ 231 w 508"/>
                  <a:gd name="T37" fmla="*/ 102 h 239"/>
                  <a:gd name="T38" fmla="*/ 230 w 508"/>
                  <a:gd name="T39" fmla="*/ 99 h 239"/>
                  <a:gd name="T40" fmla="*/ 230 w 508"/>
                  <a:gd name="T41" fmla="*/ 95 h 239"/>
                  <a:gd name="T42" fmla="*/ 223 w 508"/>
                  <a:gd name="T43" fmla="*/ 95 h 239"/>
                  <a:gd name="T44" fmla="*/ 215 w 508"/>
                  <a:gd name="T45" fmla="*/ 96 h 239"/>
                  <a:gd name="T46" fmla="*/ 207 w 508"/>
                  <a:gd name="T47" fmla="*/ 98 h 239"/>
                  <a:gd name="T48" fmla="*/ 199 w 508"/>
                  <a:gd name="T49" fmla="*/ 100 h 239"/>
                  <a:gd name="T50" fmla="*/ 190 w 508"/>
                  <a:gd name="T51" fmla="*/ 102 h 239"/>
                  <a:gd name="T52" fmla="*/ 181 w 508"/>
                  <a:gd name="T53" fmla="*/ 104 h 239"/>
                  <a:gd name="T54" fmla="*/ 172 w 508"/>
                  <a:gd name="T55" fmla="*/ 106 h 239"/>
                  <a:gd name="T56" fmla="*/ 162 w 508"/>
                  <a:gd name="T57" fmla="*/ 108 h 239"/>
                  <a:gd name="T58" fmla="*/ 0 w 508"/>
                  <a:gd name="T59" fmla="*/ 40 h 239"/>
                  <a:gd name="T60" fmla="*/ 2 w 508"/>
                  <a:gd name="T61" fmla="*/ 38 h 239"/>
                  <a:gd name="T62" fmla="*/ 3 w 508"/>
                  <a:gd name="T63" fmla="*/ 35 h 239"/>
                  <a:gd name="T64" fmla="*/ 3 w 508"/>
                  <a:gd name="T65" fmla="*/ 32 h 239"/>
                  <a:gd name="T66" fmla="*/ 2 w 508"/>
                  <a:gd name="T67" fmla="*/ 30 h 239"/>
                  <a:gd name="T68" fmla="*/ 163 w 508"/>
                  <a:gd name="T69" fmla="*/ 96 h 239"/>
                  <a:gd name="T70" fmla="*/ 172 w 508"/>
                  <a:gd name="T71" fmla="*/ 93 h 239"/>
                  <a:gd name="T72" fmla="*/ 181 w 508"/>
                  <a:gd name="T73" fmla="*/ 92 h 239"/>
                  <a:gd name="T74" fmla="*/ 189 w 508"/>
                  <a:gd name="T75" fmla="*/ 90 h 239"/>
                  <a:gd name="T76" fmla="*/ 198 w 508"/>
                  <a:gd name="T77" fmla="*/ 88 h 239"/>
                  <a:gd name="T78" fmla="*/ 206 w 508"/>
                  <a:gd name="T79" fmla="*/ 86 h 239"/>
                  <a:gd name="T80" fmla="*/ 215 w 508"/>
                  <a:gd name="T81" fmla="*/ 84 h 239"/>
                  <a:gd name="T82" fmla="*/ 223 w 508"/>
                  <a:gd name="T83" fmla="*/ 81 h 239"/>
                  <a:gd name="T84" fmla="*/ 230 w 508"/>
                  <a:gd name="T85" fmla="*/ 78 h 239"/>
                  <a:gd name="T86" fmla="*/ 230 w 508"/>
                  <a:gd name="T87" fmla="*/ 67 h 239"/>
                  <a:gd name="T88" fmla="*/ 228 w 508"/>
                  <a:gd name="T89" fmla="*/ 54 h 239"/>
                  <a:gd name="T90" fmla="*/ 225 w 508"/>
                  <a:gd name="T91" fmla="*/ 42 h 239"/>
                  <a:gd name="T92" fmla="*/ 222 w 508"/>
                  <a:gd name="T93" fmla="*/ 29 h 239"/>
                  <a:gd name="T94" fmla="*/ 218 w 508"/>
                  <a:gd name="T95" fmla="*/ 17 h 239"/>
                  <a:gd name="T96" fmla="*/ 215 w 508"/>
                  <a:gd name="T97" fmla="*/ 8 h 239"/>
                  <a:gd name="T98" fmla="*/ 212 w 508"/>
                  <a:gd name="T99" fmla="*/ 2 h 239"/>
                  <a:gd name="T100" fmla="*/ 211 w 508"/>
                  <a:gd name="T101" fmla="*/ 0 h 239"/>
                  <a:gd name="T102" fmla="*/ 215 w 508"/>
                  <a:gd name="T103" fmla="*/ 1 h 239"/>
                  <a:gd name="T104" fmla="*/ 218 w 508"/>
                  <a:gd name="T105" fmla="*/ 2 h 239"/>
                  <a:gd name="T106" fmla="*/ 221 w 508"/>
                  <a:gd name="T107" fmla="*/ 5 h 239"/>
                  <a:gd name="T108" fmla="*/ 223 w 508"/>
                  <a:gd name="T109" fmla="*/ 8 h 239"/>
                  <a:gd name="T110" fmla="*/ 225 w 508"/>
                  <a:gd name="T111" fmla="*/ 11 h 239"/>
                  <a:gd name="T112" fmla="*/ 227 w 508"/>
                  <a:gd name="T113" fmla="*/ 14 h 239"/>
                  <a:gd name="T114" fmla="*/ 228 w 508"/>
                  <a:gd name="T115" fmla="*/ 17 h 239"/>
                  <a:gd name="T116" fmla="*/ 230 w 508"/>
                  <a:gd name="T117" fmla="*/ 20 h 23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08"/>
                  <a:gd name="T178" fmla="*/ 0 h 239"/>
                  <a:gd name="T179" fmla="*/ 508 w 508"/>
                  <a:gd name="T180" fmla="*/ 239 h 23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08" h="239">
                    <a:moveTo>
                      <a:pt x="462" y="40"/>
                    </a:moveTo>
                    <a:lnTo>
                      <a:pt x="471" y="63"/>
                    </a:lnTo>
                    <a:lnTo>
                      <a:pt x="480" y="86"/>
                    </a:lnTo>
                    <a:lnTo>
                      <a:pt x="487" y="110"/>
                    </a:lnTo>
                    <a:lnTo>
                      <a:pt x="494" y="135"/>
                    </a:lnTo>
                    <a:lnTo>
                      <a:pt x="499" y="159"/>
                    </a:lnTo>
                    <a:lnTo>
                      <a:pt x="503" y="183"/>
                    </a:lnTo>
                    <a:lnTo>
                      <a:pt x="506" y="208"/>
                    </a:lnTo>
                    <a:lnTo>
                      <a:pt x="508" y="233"/>
                    </a:lnTo>
                    <a:lnTo>
                      <a:pt x="501" y="237"/>
                    </a:lnTo>
                    <a:lnTo>
                      <a:pt x="494" y="239"/>
                    </a:lnTo>
                    <a:lnTo>
                      <a:pt x="488" y="239"/>
                    </a:lnTo>
                    <a:lnTo>
                      <a:pt x="483" y="238"/>
                    </a:lnTo>
                    <a:lnTo>
                      <a:pt x="478" y="235"/>
                    </a:lnTo>
                    <a:lnTo>
                      <a:pt x="473" y="230"/>
                    </a:lnTo>
                    <a:lnTo>
                      <a:pt x="470" y="224"/>
                    </a:lnTo>
                    <a:lnTo>
                      <a:pt x="468" y="218"/>
                    </a:lnTo>
                    <a:lnTo>
                      <a:pt x="464" y="211"/>
                    </a:lnTo>
                    <a:lnTo>
                      <a:pt x="463" y="204"/>
                    </a:lnTo>
                    <a:lnTo>
                      <a:pt x="462" y="197"/>
                    </a:lnTo>
                    <a:lnTo>
                      <a:pt x="462" y="189"/>
                    </a:lnTo>
                    <a:lnTo>
                      <a:pt x="447" y="190"/>
                    </a:lnTo>
                    <a:lnTo>
                      <a:pt x="432" y="192"/>
                    </a:lnTo>
                    <a:lnTo>
                      <a:pt x="416" y="196"/>
                    </a:lnTo>
                    <a:lnTo>
                      <a:pt x="400" y="199"/>
                    </a:lnTo>
                    <a:lnTo>
                      <a:pt x="382" y="203"/>
                    </a:lnTo>
                    <a:lnTo>
                      <a:pt x="364" y="207"/>
                    </a:lnTo>
                    <a:lnTo>
                      <a:pt x="346" y="212"/>
                    </a:lnTo>
                    <a:lnTo>
                      <a:pt x="325" y="215"/>
                    </a:lnTo>
                    <a:lnTo>
                      <a:pt x="0" y="80"/>
                    </a:lnTo>
                    <a:lnTo>
                      <a:pt x="5" y="76"/>
                    </a:lnTo>
                    <a:lnTo>
                      <a:pt x="6" y="69"/>
                    </a:lnTo>
                    <a:lnTo>
                      <a:pt x="6" y="63"/>
                    </a:lnTo>
                    <a:lnTo>
                      <a:pt x="5" y="59"/>
                    </a:lnTo>
                    <a:lnTo>
                      <a:pt x="328" y="191"/>
                    </a:lnTo>
                    <a:lnTo>
                      <a:pt x="346" y="186"/>
                    </a:lnTo>
                    <a:lnTo>
                      <a:pt x="363" y="183"/>
                    </a:lnTo>
                    <a:lnTo>
                      <a:pt x="380" y="180"/>
                    </a:lnTo>
                    <a:lnTo>
                      <a:pt x="397" y="176"/>
                    </a:lnTo>
                    <a:lnTo>
                      <a:pt x="414" y="171"/>
                    </a:lnTo>
                    <a:lnTo>
                      <a:pt x="431" y="167"/>
                    </a:lnTo>
                    <a:lnTo>
                      <a:pt x="447" y="162"/>
                    </a:lnTo>
                    <a:lnTo>
                      <a:pt x="462" y="155"/>
                    </a:lnTo>
                    <a:lnTo>
                      <a:pt x="461" y="133"/>
                    </a:lnTo>
                    <a:lnTo>
                      <a:pt x="457" y="108"/>
                    </a:lnTo>
                    <a:lnTo>
                      <a:pt x="452" y="83"/>
                    </a:lnTo>
                    <a:lnTo>
                      <a:pt x="445" y="57"/>
                    </a:lnTo>
                    <a:lnTo>
                      <a:pt x="437" y="34"/>
                    </a:lnTo>
                    <a:lnTo>
                      <a:pt x="431" y="16"/>
                    </a:lnTo>
                    <a:lnTo>
                      <a:pt x="426" y="4"/>
                    </a:lnTo>
                    <a:lnTo>
                      <a:pt x="424" y="0"/>
                    </a:lnTo>
                    <a:lnTo>
                      <a:pt x="432" y="1"/>
                    </a:lnTo>
                    <a:lnTo>
                      <a:pt x="438" y="4"/>
                    </a:lnTo>
                    <a:lnTo>
                      <a:pt x="443" y="9"/>
                    </a:lnTo>
                    <a:lnTo>
                      <a:pt x="448" y="15"/>
                    </a:lnTo>
                    <a:lnTo>
                      <a:pt x="452" y="21"/>
                    </a:lnTo>
                    <a:lnTo>
                      <a:pt x="455" y="27"/>
                    </a:lnTo>
                    <a:lnTo>
                      <a:pt x="458" y="34"/>
                    </a:lnTo>
                    <a:lnTo>
                      <a:pt x="462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3" name="Freeform 143"/>
              <p:cNvSpPr>
                <a:spLocks/>
              </p:cNvSpPr>
              <p:nvPr/>
            </p:nvSpPr>
            <p:spPr bwMode="auto">
              <a:xfrm>
                <a:off x="2373" y="3225"/>
                <a:ext cx="871" cy="420"/>
              </a:xfrm>
              <a:custGeom>
                <a:avLst/>
                <a:gdLst>
                  <a:gd name="T0" fmla="*/ 741 w 1740"/>
                  <a:gd name="T1" fmla="*/ 19 h 840"/>
                  <a:gd name="T2" fmla="*/ 683 w 1740"/>
                  <a:gd name="T3" fmla="*/ 191 h 840"/>
                  <a:gd name="T4" fmla="*/ 685 w 1740"/>
                  <a:gd name="T5" fmla="*/ 225 h 840"/>
                  <a:gd name="T6" fmla="*/ 694 w 1740"/>
                  <a:gd name="T7" fmla="*/ 267 h 840"/>
                  <a:gd name="T8" fmla="*/ 676 w 1740"/>
                  <a:gd name="T9" fmla="*/ 272 h 840"/>
                  <a:gd name="T10" fmla="*/ 677 w 1740"/>
                  <a:gd name="T11" fmla="*/ 247 h 840"/>
                  <a:gd name="T12" fmla="*/ 661 w 1740"/>
                  <a:gd name="T13" fmla="*/ 239 h 840"/>
                  <a:gd name="T14" fmla="*/ 638 w 1740"/>
                  <a:gd name="T15" fmla="*/ 275 h 840"/>
                  <a:gd name="T16" fmla="*/ 652 w 1740"/>
                  <a:gd name="T17" fmla="*/ 321 h 840"/>
                  <a:gd name="T18" fmla="*/ 704 w 1740"/>
                  <a:gd name="T19" fmla="*/ 369 h 840"/>
                  <a:gd name="T20" fmla="*/ 766 w 1740"/>
                  <a:gd name="T21" fmla="*/ 399 h 840"/>
                  <a:gd name="T22" fmla="*/ 823 w 1740"/>
                  <a:gd name="T23" fmla="*/ 408 h 840"/>
                  <a:gd name="T24" fmla="*/ 863 w 1740"/>
                  <a:gd name="T25" fmla="*/ 406 h 840"/>
                  <a:gd name="T26" fmla="*/ 863 w 1740"/>
                  <a:gd name="T27" fmla="*/ 412 h 840"/>
                  <a:gd name="T28" fmla="*/ 829 w 1740"/>
                  <a:gd name="T29" fmla="*/ 419 h 840"/>
                  <a:gd name="T30" fmla="*/ 729 w 1740"/>
                  <a:gd name="T31" fmla="*/ 409 h 840"/>
                  <a:gd name="T32" fmla="*/ 658 w 1740"/>
                  <a:gd name="T33" fmla="*/ 367 h 840"/>
                  <a:gd name="T34" fmla="*/ 611 w 1740"/>
                  <a:gd name="T35" fmla="*/ 304 h 840"/>
                  <a:gd name="T36" fmla="*/ 593 w 1740"/>
                  <a:gd name="T37" fmla="*/ 303 h 840"/>
                  <a:gd name="T38" fmla="*/ 560 w 1740"/>
                  <a:gd name="T39" fmla="*/ 314 h 840"/>
                  <a:gd name="T40" fmla="*/ 520 w 1740"/>
                  <a:gd name="T41" fmla="*/ 351 h 840"/>
                  <a:gd name="T42" fmla="*/ 529 w 1740"/>
                  <a:gd name="T43" fmla="*/ 309 h 840"/>
                  <a:gd name="T44" fmla="*/ 475 w 1740"/>
                  <a:gd name="T45" fmla="*/ 274 h 840"/>
                  <a:gd name="T46" fmla="*/ 425 w 1740"/>
                  <a:gd name="T47" fmla="*/ 251 h 840"/>
                  <a:gd name="T48" fmla="*/ 376 w 1740"/>
                  <a:gd name="T49" fmla="*/ 271 h 840"/>
                  <a:gd name="T50" fmla="*/ 332 w 1740"/>
                  <a:gd name="T51" fmla="*/ 302 h 840"/>
                  <a:gd name="T52" fmla="*/ 298 w 1740"/>
                  <a:gd name="T53" fmla="*/ 342 h 840"/>
                  <a:gd name="T54" fmla="*/ 282 w 1740"/>
                  <a:gd name="T55" fmla="*/ 376 h 840"/>
                  <a:gd name="T56" fmla="*/ 270 w 1740"/>
                  <a:gd name="T57" fmla="*/ 378 h 840"/>
                  <a:gd name="T58" fmla="*/ 285 w 1740"/>
                  <a:gd name="T59" fmla="*/ 311 h 840"/>
                  <a:gd name="T60" fmla="*/ 339 w 1740"/>
                  <a:gd name="T61" fmla="*/ 263 h 840"/>
                  <a:gd name="T62" fmla="*/ 371 w 1740"/>
                  <a:gd name="T63" fmla="*/ 249 h 840"/>
                  <a:gd name="T64" fmla="*/ 403 w 1740"/>
                  <a:gd name="T65" fmla="*/ 239 h 840"/>
                  <a:gd name="T66" fmla="*/ 436 w 1740"/>
                  <a:gd name="T67" fmla="*/ 230 h 840"/>
                  <a:gd name="T68" fmla="*/ 419 w 1740"/>
                  <a:gd name="T69" fmla="*/ 197 h 840"/>
                  <a:gd name="T70" fmla="*/ 286 w 1740"/>
                  <a:gd name="T71" fmla="*/ 213 h 840"/>
                  <a:gd name="T72" fmla="*/ 196 w 1740"/>
                  <a:gd name="T73" fmla="*/ 181 h 840"/>
                  <a:gd name="T74" fmla="*/ 66 w 1740"/>
                  <a:gd name="T75" fmla="*/ 137 h 840"/>
                  <a:gd name="T76" fmla="*/ 0 w 1740"/>
                  <a:gd name="T77" fmla="*/ 114 h 840"/>
                  <a:gd name="T78" fmla="*/ 403 w 1740"/>
                  <a:gd name="T79" fmla="*/ 144 h 840"/>
                  <a:gd name="T80" fmla="*/ 276 w 1740"/>
                  <a:gd name="T81" fmla="*/ 169 h 840"/>
                  <a:gd name="T82" fmla="*/ 171 w 1740"/>
                  <a:gd name="T83" fmla="*/ 139 h 840"/>
                  <a:gd name="T84" fmla="*/ 49 w 1740"/>
                  <a:gd name="T85" fmla="*/ 101 h 840"/>
                  <a:gd name="T86" fmla="*/ 4 w 1740"/>
                  <a:gd name="T87" fmla="*/ 86 h 840"/>
                  <a:gd name="T88" fmla="*/ 285 w 1740"/>
                  <a:gd name="T89" fmla="*/ 158 h 840"/>
                  <a:gd name="T90" fmla="*/ 417 w 1740"/>
                  <a:gd name="T91" fmla="*/ 106 h 840"/>
                  <a:gd name="T92" fmla="*/ 446 w 1740"/>
                  <a:gd name="T93" fmla="*/ 97 h 840"/>
                  <a:gd name="T94" fmla="*/ 434 w 1740"/>
                  <a:gd name="T95" fmla="*/ 112 h 840"/>
                  <a:gd name="T96" fmla="*/ 421 w 1740"/>
                  <a:gd name="T97" fmla="*/ 142 h 840"/>
                  <a:gd name="T98" fmla="*/ 444 w 1740"/>
                  <a:gd name="T99" fmla="*/ 189 h 840"/>
                  <a:gd name="T100" fmla="*/ 484 w 1740"/>
                  <a:gd name="T101" fmla="*/ 245 h 840"/>
                  <a:gd name="T102" fmla="*/ 528 w 1740"/>
                  <a:gd name="T103" fmla="*/ 282 h 840"/>
                  <a:gd name="T104" fmla="*/ 566 w 1740"/>
                  <a:gd name="T105" fmla="*/ 288 h 840"/>
                  <a:gd name="T106" fmla="*/ 615 w 1740"/>
                  <a:gd name="T107" fmla="*/ 257 h 840"/>
                  <a:gd name="T108" fmla="*/ 712 w 1740"/>
                  <a:gd name="T109" fmla="*/ 17 h 840"/>
                  <a:gd name="T110" fmla="*/ 732 w 1740"/>
                  <a:gd name="T111" fmla="*/ 1 h 84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740"/>
                  <a:gd name="T169" fmla="*/ 0 h 840"/>
                  <a:gd name="T170" fmla="*/ 1740 w 1740"/>
                  <a:gd name="T171" fmla="*/ 840 h 84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740" h="840">
                    <a:moveTo>
                      <a:pt x="1494" y="6"/>
                    </a:moveTo>
                    <a:lnTo>
                      <a:pt x="1494" y="12"/>
                    </a:lnTo>
                    <a:lnTo>
                      <a:pt x="1491" y="19"/>
                    </a:lnTo>
                    <a:lnTo>
                      <a:pt x="1486" y="28"/>
                    </a:lnTo>
                    <a:lnTo>
                      <a:pt x="1480" y="37"/>
                    </a:lnTo>
                    <a:lnTo>
                      <a:pt x="1473" y="45"/>
                    </a:lnTo>
                    <a:lnTo>
                      <a:pt x="1467" y="52"/>
                    </a:lnTo>
                    <a:lnTo>
                      <a:pt x="1463" y="57"/>
                    </a:lnTo>
                    <a:lnTo>
                      <a:pt x="1462" y="59"/>
                    </a:lnTo>
                    <a:lnTo>
                      <a:pt x="1364" y="382"/>
                    </a:lnTo>
                    <a:lnTo>
                      <a:pt x="1357" y="396"/>
                    </a:lnTo>
                    <a:lnTo>
                      <a:pt x="1356" y="409"/>
                    </a:lnTo>
                    <a:lnTo>
                      <a:pt x="1358" y="422"/>
                    </a:lnTo>
                    <a:lnTo>
                      <a:pt x="1362" y="436"/>
                    </a:lnTo>
                    <a:lnTo>
                      <a:pt x="1369" y="450"/>
                    </a:lnTo>
                    <a:lnTo>
                      <a:pt x="1375" y="464"/>
                    </a:lnTo>
                    <a:lnTo>
                      <a:pt x="1381" y="477"/>
                    </a:lnTo>
                    <a:lnTo>
                      <a:pt x="1384" y="492"/>
                    </a:lnTo>
                    <a:lnTo>
                      <a:pt x="1387" y="513"/>
                    </a:lnTo>
                    <a:lnTo>
                      <a:pt x="1386" y="534"/>
                    </a:lnTo>
                    <a:lnTo>
                      <a:pt x="1377" y="552"/>
                    </a:lnTo>
                    <a:lnTo>
                      <a:pt x="1361" y="564"/>
                    </a:lnTo>
                    <a:lnTo>
                      <a:pt x="1353" y="561"/>
                    </a:lnTo>
                    <a:lnTo>
                      <a:pt x="1351" y="552"/>
                    </a:lnTo>
                    <a:lnTo>
                      <a:pt x="1351" y="544"/>
                    </a:lnTo>
                    <a:lnTo>
                      <a:pt x="1351" y="540"/>
                    </a:lnTo>
                    <a:lnTo>
                      <a:pt x="1358" y="529"/>
                    </a:lnTo>
                    <a:lnTo>
                      <a:pt x="1359" y="518"/>
                    </a:lnTo>
                    <a:lnTo>
                      <a:pt x="1358" y="506"/>
                    </a:lnTo>
                    <a:lnTo>
                      <a:pt x="1353" y="495"/>
                    </a:lnTo>
                    <a:lnTo>
                      <a:pt x="1349" y="485"/>
                    </a:lnTo>
                    <a:lnTo>
                      <a:pt x="1343" y="476"/>
                    </a:lnTo>
                    <a:lnTo>
                      <a:pt x="1336" y="469"/>
                    </a:lnTo>
                    <a:lnTo>
                      <a:pt x="1328" y="464"/>
                    </a:lnTo>
                    <a:lnTo>
                      <a:pt x="1321" y="479"/>
                    </a:lnTo>
                    <a:lnTo>
                      <a:pt x="1313" y="493"/>
                    </a:lnTo>
                    <a:lnTo>
                      <a:pt x="1304" y="507"/>
                    </a:lnTo>
                    <a:lnTo>
                      <a:pt x="1295" y="521"/>
                    </a:lnTo>
                    <a:lnTo>
                      <a:pt x="1285" y="535"/>
                    </a:lnTo>
                    <a:lnTo>
                      <a:pt x="1274" y="549"/>
                    </a:lnTo>
                    <a:lnTo>
                      <a:pt x="1263" y="561"/>
                    </a:lnTo>
                    <a:lnTo>
                      <a:pt x="1251" y="573"/>
                    </a:lnTo>
                    <a:lnTo>
                      <a:pt x="1267" y="597"/>
                    </a:lnTo>
                    <a:lnTo>
                      <a:pt x="1284" y="620"/>
                    </a:lnTo>
                    <a:lnTo>
                      <a:pt x="1303" y="642"/>
                    </a:lnTo>
                    <a:lnTo>
                      <a:pt x="1322" y="663"/>
                    </a:lnTo>
                    <a:lnTo>
                      <a:pt x="1342" y="682"/>
                    </a:lnTo>
                    <a:lnTo>
                      <a:pt x="1362" y="702"/>
                    </a:lnTo>
                    <a:lnTo>
                      <a:pt x="1384" y="719"/>
                    </a:lnTo>
                    <a:lnTo>
                      <a:pt x="1407" y="737"/>
                    </a:lnTo>
                    <a:lnTo>
                      <a:pt x="1430" y="752"/>
                    </a:lnTo>
                    <a:lnTo>
                      <a:pt x="1455" y="765"/>
                    </a:lnTo>
                    <a:lnTo>
                      <a:pt x="1480" y="777"/>
                    </a:lnTo>
                    <a:lnTo>
                      <a:pt x="1505" y="788"/>
                    </a:lnTo>
                    <a:lnTo>
                      <a:pt x="1531" y="797"/>
                    </a:lnTo>
                    <a:lnTo>
                      <a:pt x="1557" y="805"/>
                    </a:lnTo>
                    <a:lnTo>
                      <a:pt x="1585" y="810"/>
                    </a:lnTo>
                    <a:lnTo>
                      <a:pt x="1612" y="814"/>
                    </a:lnTo>
                    <a:lnTo>
                      <a:pt x="1629" y="815"/>
                    </a:lnTo>
                    <a:lnTo>
                      <a:pt x="1645" y="816"/>
                    </a:lnTo>
                    <a:lnTo>
                      <a:pt x="1661" y="816"/>
                    </a:lnTo>
                    <a:lnTo>
                      <a:pt x="1677" y="815"/>
                    </a:lnTo>
                    <a:lnTo>
                      <a:pt x="1693" y="814"/>
                    </a:lnTo>
                    <a:lnTo>
                      <a:pt x="1709" y="813"/>
                    </a:lnTo>
                    <a:lnTo>
                      <a:pt x="1725" y="811"/>
                    </a:lnTo>
                    <a:lnTo>
                      <a:pt x="1740" y="811"/>
                    </a:lnTo>
                    <a:lnTo>
                      <a:pt x="1738" y="816"/>
                    </a:lnTo>
                    <a:lnTo>
                      <a:pt x="1734" y="820"/>
                    </a:lnTo>
                    <a:lnTo>
                      <a:pt x="1730" y="822"/>
                    </a:lnTo>
                    <a:lnTo>
                      <a:pt x="1724" y="824"/>
                    </a:lnTo>
                    <a:lnTo>
                      <a:pt x="1718" y="825"/>
                    </a:lnTo>
                    <a:lnTo>
                      <a:pt x="1714" y="828"/>
                    </a:lnTo>
                    <a:lnTo>
                      <a:pt x="1708" y="830"/>
                    </a:lnTo>
                    <a:lnTo>
                      <a:pt x="1703" y="832"/>
                    </a:lnTo>
                    <a:lnTo>
                      <a:pt x="1656" y="838"/>
                    </a:lnTo>
                    <a:lnTo>
                      <a:pt x="1611" y="840"/>
                    </a:lnTo>
                    <a:lnTo>
                      <a:pt x="1569" y="839"/>
                    </a:lnTo>
                    <a:lnTo>
                      <a:pt x="1528" y="835"/>
                    </a:lnTo>
                    <a:lnTo>
                      <a:pt x="1491" y="828"/>
                    </a:lnTo>
                    <a:lnTo>
                      <a:pt x="1457" y="817"/>
                    </a:lnTo>
                    <a:lnTo>
                      <a:pt x="1425" y="806"/>
                    </a:lnTo>
                    <a:lnTo>
                      <a:pt x="1394" y="791"/>
                    </a:lnTo>
                    <a:lnTo>
                      <a:pt x="1366" y="773"/>
                    </a:lnTo>
                    <a:lnTo>
                      <a:pt x="1339" y="754"/>
                    </a:lnTo>
                    <a:lnTo>
                      <a:pt x="1315" y="733"/>
                    </a:lnTo>
                    <a:lnTo>
                      <a:pt x="1293" y="710"/>
                    </a:lnTo>
                    <a:lnTo>
                      <a:pt x="1273" y="687"/>
                    </a:lnTo>
                    <a:lnTo>
                      <a:pt x="1254" y="662"/>
                    </a:lnTo>
                    <a:lnTo>
                      <a:pt x="1237" y="635"/>
                    </a:lnTo>
                    <a:lnTo>
                      <a:pt x="1221" y="608"/>
                    </a:lnTo>
                    <a:lnTo>
                      <a:pt x="1215" y="602"/>
                    </a:lnTo>
                    <a:lnTo>
                      <a:pt x="1209" y="599"/>
                    </a:lnTo>
                    <a:lnTo>
                      <a:pt x="1201" y="599"/>
                    </a:lnTo>
                    <a:lnTo>
                      <a:pt x="1193" y="603"/>
                    </a:lnTo>
                    <a:lnTo>
                      <a:pt x="1185" y="606"/>
                    </a:lnTo>
                    <a:lnTo>
                      <a:pt x="1176" y="611"/>
                    </a:lnTo>
                    <a:lnTo>
                      <a:pt x="1168" y="614"/>
                    </a:lnTo>
                    <a:lnTo>
                      <a:pt x="1160" y="617"/>
                    </a:lnTo>
                    <a:lnTo>
                      <a:pt x="1138" y="620"/>
                    </a:lnTo>
                    <a:lnTo>
                      <a:pt x="1118" y="628"/>
                    </a:lnTo>
                    <a:lnTo>
                      <a:pt x="1099" y="639"/>
                    </a:lnTo>
                    <a:lnTo>
                      <a:pt x="1081" y="652"/>
                    </a:lnTo>
                    <a:lnTo>
                      <a:pt x="1065" y="667"/>
                    </a:lnTo>
                    <a:lnTo>
                      <a:pt x="1052" y="685"/>
                    </a:lnTo>
                    <a:lnTo>
                      <a:pt x="1039" y="702"/>
                    </a:lnTo>
                    <a:lnTo>
                      <a:pt x="1028" y="719"/>
                    </a:lnTo>
                    <a:lnTo>
                      <a:pt x="1028" y="710"/>
                    </a:lnTo>
                    <a:lnTo>
                      <a:pt x="1033" y="680"/>
                    </a:lnTo>
                    <a:lnTo>
                      <a:pt x="1042" y="646"/>
                    </a:lnTo>
                    <a:lnTo>
                      <a:pt x="1057" y="617"/>
                    </a:lnTo>
                    <a:lnTo>
                      <a:pt x="1034" y="608"/>
                    </a:lnTo>
                    <a:lnTo>
                      <a:pt x="1012" y="595"/>
                    </a:lnTo>
                    <a:lnTo>
                      <a:pt x="990" y="581"/>
                    </a:lnTo>
                    <a:lnTo>
                      <a:pt x="970" y="565"/>
                    </a:lnTo>
                    <a:lnTo>
                      <a:pt x="949" y="548"/>
                    </a:lnTo>
                    <a:lnTo>
                      <a:pt x="928" y="529"/>
                    </a:lnTo>
                    <a:lnTo>
                      <a:pt x="910" y="511"/>
                    </a:lnTo>
                    <a:lnTo>
                      <a:pt x="891" y="492"/>
                    </a:lnTo>
                    <a:lnTo>
                      <a:pt x="871" y="496"/>
                    </a:lnTo>
                    <a:lnTo>
                      <a:pt x="849" y="502"/>
                    </a:lnTo>
                    <a:lnTo>
                      <a:pt x="829" y="507"/>
                    </a:lnTo>
                    <a:lnTo>
                      <a:pt x="808" y="514"/>
                    </a:lnTo>
                    <a:lnTo>
                      <a:pt x="789" y="522"/>
                    </a:lnTo>
                    <a:lnTo>
                      <a:pt x="769" y="530"/>
                    </a:lnTo>
                    <a:lnTo>
                      <a:pt x="751" y="541"/>
                    </a:lnTo>
                    <a:lnTo>
                      <a:pt x="732" y="552"/>
                    </a:lnTo>
                    <a:lnTo>
                      <a:pt x="714" y="564"/>
                    </a:lnTo>
                    <a:lnTo>
                      <a:pt x="697" y="576"/>
                    </a:lnTo>
                    <a:lnTo>
                      <a:pt x="679" y="590"/>
                    </a:lnTo>
                    <a:lnTo>
                      <a:pt x="663" y="604"/>
                    </a:lnTo>
                    <a:lnTo>
                      <a:pt x="647" y="620"/>
                    </a:lnTo>
                    <a:lnTo>
                      <a:pt x="632" y="636"/>
                    </a:lnTo>
                    <a:lnTo>
                      <a:pt x="617" y="654"/>
                    </a:lnTo>
                    <a:lnTo>
                      <a:pt x="603" y="671"/>
                    </a:lnTo>
                    <a:lnTo>
                      <a:pt x="595" y="684"/>
                    </a:lnTo>
                    <a:lnTo>
                      <a:pt x="587" y="697"/>
                    </a:lnTo>
                    <a:lnTo>
                      <a:pt x="580" y="711"/>
                    </a:lnTo>
                    <a:lnTo>
                      <a:pt x="575" y="724"/>
                    </a:lnTo>
                    <a:lnTo>
                      <a:pt x="569" y="738"/>
                    </a:lnTo>
                    <a:lnTo>
                      <a:pt x="563" y="752"/>
                    </a:lnTo>
                    <a:lnTo>
                      <a:pt x="559" y="767"/>
                    </a:lnTo>
                    <a:lnTo>
                      <a:pt x="554" y="780"/>
                    </a:lnTo>
                    <a:lnTo>
                      <a:pt x="546" y="775"/>
                    </a:lnTo>
                    <a:lnTo>
                      <a:pt x="541" y="765"/>
                    </a:lnTo>
                    <a:lnTo>
                      <a:pt x="539" y="755"/>
                    </a:lnTo>
                    <a:lnTo>
                      <a:pt x="536" y="745"/>
                    </a:lnTo>
                    <a:lnTo>
                      <a:pt x="536" y="710"/>
                    </a:lnTo>
                    <a:lnTo>
                      <a:pt x="541" y="679"/>
                    </a:lnTo>
                    <a:lnTo>
                      <a:pt x="553" y="649"/>
                    </a:lnTo>
                    <a:lnTo>
                      <a:pt x="570" y="621"/>
                    </a:lnTo>
                    <a:lnTo>
                      <a:pt x="590" y="596"/>
                    </a:lnTo>
                    <a:lnTo>
                      <a:pt x="614" y="573"/>
                    </a:lnTo>
                    <a:lnTo>
                      <a:pt x="639" y="552"/>
                    </a:lnTo>
                    <a:lnTo>
                      <a:pt x="667" y="533"/>
                    </a:lnTo>
                    <a:lnTo>
                      <a:pt x="678" y="526"/>
                    </a:lnTo>
                    <a:lnTo>
                      <a:pt x="691" y="520"/>
                    </a:lnTo>
                    <a:lnTo>
                      <a:pt x="703" y="514"/>
                    </a:lnTo>
                    <a:lnTo>
                      <a:pt x="715" y="508"/>
                    </a:lnTo>
                    <a:lnTo>
                      <a:pt x="728" y="504"/>
                    </a:lnTo>
                    <a:lnTo>
                      <a:pt x="741" y="499"/>
                    </a:lnTo>
                    <a:lnTo>
                      <a:pt x="753" y="495"/>
                    </a:lnTo>
                    <a:lnTo>
                      <a:pt x="766" y="490"/>
                    </a:lnTo>
                    <a:lnTo>
                      <a:pt x="779" y="487"/>
                    </a:lnTo>
                    <a:lnTo>
                      <a:pt x="791" y="483"/>
                    </a:lnTo>
                    <a:lnTo>
                      <a:pt x="805" y="479"/>
                    </a:lnTo>
                    <a:lnTo>
                      <a:pt x="818" y="475"/>
                    </a:lnTo>
                    <a:lnTo>
                      <a:pt x="832" y="472"/>
                    </a:lnTo>
                    <a:lnTo>
                      <a:pt x="844" y="468"/>
                    </a:lnTo>
                    <a:lnTo>
                      <a:pt x="858" y="465"/>
                    </a:lnTo>
                    <a:lnTo>
                      <a:pt x="871" y="461"/>
                    </a:lnTo>
                    <a:lnTo>
                      <a:pt x="865" y="449"/>
                    </a:lnTo>
                    <a:lnTo>
                      <a:pt x="858" y="435"/>
                    </a:lnTo>
                    <a:lnTo>
                      <a:pt x="851" y="421"/>
                    </a:lnTo>
                    <a:lnTo>
                      <a:pt x="844" y="408"/>
                    </a:lnTo>
                    <a:lnTo>
                      <a:pt x="837" y="394"/>
                    </a:lnTo>
                    <a:lnTo>
                      <a:pt x="832" y="381"/>
                    </a:lnTo>
                    <a:lnTo>
                      <a:pt x="825" y="366"/>
                    </a:lnTo>
                    <a:lnTo>
                      <a:pt x="820" y="352"/>
                    </a:lnTo>
                    <a:lnTo>
                      <a:pt x="579" y="430"/>
                    </a:lnTo>
                    <a:lnTo>
                      <a:pt x="571" y="427"/>
                    </a:lnTo>
                    <a:lnTo>
                      <a:pt x="552" y="419"/>
                    </a:lnTo>
                    <a:lnTo>
                      <a:pt x="523" y="408"/>
                    </a:lnTo>
                    <a:lnTo>
                      <a:pt x="485" y="394"/>
                    </a:lnTo>
                    <a:lnTo>
                      <a:pt x="441" y="378"/>
                    </a:lnTo>
                    <a:lnTo>
                      <a:pt x="392" y="362"/>
                    </a:lnTo>
                    <a:lnTo>
                      <a:pt x="340" y="344"/>
                    </a:lnTo>
                    <a:lnTo>
                      <a:pt x="287" y="325"/>
                    </a:lnTo>
                    <a:lnTo>
                      <a:pt x="233" y="307"/>
                    </a:lnTo>
                    <a:lnTo>
                      <a:pt x="181" y="290"/>
                    </a:lnTo>
                    <a:lnTo>
                      <a:pt x="132" y="273"/>
                    </a:lnTo>
                    <a:lnTo>
                      <a:pt x="89" y="258"/>
                    </a:lnTo>
                    <a:lnTo>
                      <a:pt x="53" y="246"/>
                    </a:lnTo>
                    <a:lnTo>
                      <a:pt x="24" y="237"/>
                    </a:lnTo>
                    <a:lnTo>
                      <a:pt x="7" y="231"/>
                    </a:lnTo>
                    <a:lnTo>
                      <a:pt x="0" y="229"/>
                    </a:lnTo>
                    <a:lnTo>
                      <a:pt x="0" y="202"/>
                    </a:lnTo>
                    <a:lnTo>
                      <a:pt x="569" y="402"/>
                    </a:lnTo>
                    <a:lnTo>
                      <a:pt x="812" y="321"/>
                    </a:lnTo>
                    <a:lnTo>
                      <a:pt x="807" y="306"/>
                    </a:lnTo>
                    <a:lnTo>
                      <a:pt x="805" y="288"/>
                    </a:lnTo>
                    <a:lnTo>
                      <a:pt x="799" y="275"/>
                    </a:lnTo>
                    <a:lnTo>
                      <a:pt x="787" y="271"/>
                    </a:lnTo>
                    <a:lnTo>
                      <a:pt x="582" y="340"/>
                    </a:lnTo>
                    <a:lnTo>
                      <a:pt x="572" y="341"/>
                    </a:lnTo>
                    <a:lnTo>
                      <a:pt x="552" y="337"/>
                    </a:lnTo>
                    <a:lnTo>
                      <a:pt x="523" y="330"/>
                    </a:lnTo>
                    <a:lnTo>
                      <a:pt x="485" y="321"/>
                    </a:lnTo>
                    <a:lnTo>
                      <a:pt x="441" y="308"/>
                    </a:lnTo>
                    <a:lnTo>
                      <a:pt x="393" y="294"/>
                    </a:lnTo>
                    <a:lnTo>
                      <a:pt x="342" y="278"/>
                    </a:lnTo>
                    <a:lnTo>
                      <a:pt x="289" y="262"/>
                    </a:lnTo>
                    <a:lnTo>
                      <a:pt x="237" y="246"/>
                    </a:lnTo>
                    <a:lnTo>
                      <a:pt x="187" y="230"/>
                    </a:lnTo>
                    <a:lnTo>
                      <a:pt x="139" y="214"/>
                    </a:lnTo>
                    <a:lnTo>
                      <a:pt x="97" y="201"/>
                    </a:lnTo>
                    <a:lnTo>
                      <a:pt x="61" y="189"/>
                    </a:lnTo>
                    <a:lnTo>
                      <a:pt x="35" y="180"/>
                    </a:lnTo>
                    <a:lnTo>
                      <a:pt x="16" y="174"/>
                    </a:lnTo>
                    <a:lnTo>
                      <a:pt x="10" y="172"/>
                    </a:lnTo>
                    <a:lnTo>
                      <a:pt x="7" y="172"/>
                    </a:lnTo>
                    <a:lnTo>
                      <a:pt x="5" y="165"/>
                    </a:lnTo>
                    <a:lnTo>
                      <a:pt x="5" y="158"/>
                    </a:lnTo>
                    <a:lnTo>
                      <a:pt x="5" y="151"/>
                    </a:lnTo>
                    <a:lnTo>
                      <a:pt x="5" y="143"/>
                    </a:lnTo>
                    <a:lnTo>
                      <a:pt x="569" y="315"/>
                    </a:lnTo>
                    <a:lnTo>
                      <a:pt x="785" y="243"/>
                    </a:lnTo>
                    <a:lnTo>
                      <a:pt x="794" y="237"/>
                    </a:lnTo>
                    <a:lnTo>
                      <a:pt x="805" y="229"/>
                    </a:lnTo>
                    <a:lnTo>
                      <a:pt x="819" y="220"/>
                    </a:lnTo>
                    <a:lnTo>
                      <a:pt x="834" y="212"/>
                    </a:lnTo>
                    <a:lnTo>
                      <a:pt x="849" y="204"/>
                    </a:lnTo>
                    <a:lnTo>
                      <a:pt x="864" y="196"/>
                    </a:lnTo>
                    <a:lnTo>
                      <a:pt x="876" y="190"/>
                    </a:lnTo>
                    <a:lnTo>
                      <a:pt x="888" y="186"/>
                    </a:lnTo>
                    <a:lnTo>
                      <a:pt x="891" y="193"/>
                    </a:lnTo>
                    <a:lnTo>
                      <a:pt x="890" y="200"/>
                    </a:lnTo>
                    <a:lnTo>
                      <a:pt x="886" y="205"/>
                    </a:lnTo>
                    <a:lnTo>
                      <a:pt x="880" y="212"/>
                    </a:lnTo>
                    <a:lnTo>
                      <a:pt x="874" y="218"/>
                    </a:lnTo>
                    <a:lnTo>
                      <a:pt x="867" y="224"/>
                    </a:lnTo>
                    <a:lnTo>
                      <a:pt x="861" y="230"/>
                    </a:lnTo>
                    <a:lnTo>
                      <a:pt x="858" y="237"/>
                    </a:lnTo>
                    <a:lnTo>
                      <a:pt x="848" y="254"/>
                    </a:lnTo>
                    <a:lnTo>
                      <a:pt x="842" y="269"/>
                    </a:lnTo>
                    <a:lnTo>
                      <a:pt x="842" y="284"/>
                    </a:lnTo>
                    <a:lnTo>
                      <a:pt x="845" y="300"/>
                    </a:lnTo>
                    <a:lnTo>
                      <a:pt x="852" y="316"/>
                    </a:lnTo>
                    <a:lnTo>
                      <a:pt x="861" y="333"/>
                    </a:lnTo>
                    <a:lnTo>
                      <a:pt x="873" y="354"/>
                    </a:lnTo>
                    <a:lnTo>
                      <a:pt x="886" y="377"/>
                    </a:lnTo>
                    <a:lnTo>
                      <a:pt x="901" y="401"/>
                    </a:lnTo>
                    <a:lnTo>
                      <a:pt x="916" y="424"/>
                    </a:lnTo>
                    <a:lnTo>
                      <a:pt x="932" y="447"/>
                    </a:lnTo>
                    <a:lnTo>
                      <a:pt x="949" y="469"/>
                    </a:lnTo>
                    <a:lnTo>
                      <a:pt x="966" y="491"/>
                    </a:lnTo>
                    <a:lnTo>
                      <a:pt x="985" y="513"/>
                    </a:lnTo>
                    <a:lnTo>
                      <a:pt x="1005" y="533"/>
                    </a:lnTo>
                    <a:lnTo>
                      <a:pt x="1026" y="552"/>
                    </a:lnTo>
                    <a:lnTo>
                      <a:pt x="1040" y="558"/>
                    </a:lnTo>
                    <a:lnTo>
                      <a:pt x="1055" y="564"/>
                    </a:lnTo>
                    <a:lnTo>
                      <a:pt x="1069" y="568"/>
                    </a:lnTo>
                    <a:lnTo>
                      <a:pt x="1084" y="573"/>
                    </a:lnTo>
                    <a:lnTo>
                      <a:pt x="1100" y="575"/>
                    </a:lnTo>
                    <a:lnTo>
                      <a:pt x="1115" y="576"/>
                    </a:lnTo>
                    <a:lnTo>
                      <a:pt x="1131" y="575"/>
                    </a:lnTo>
                    <a:lnTo>
                      <a:pt x="1147" y="573"/>
                    </a:lnTo>
                    <a:lnTo>
                      <a:pt x="1169" y="561"/>
                    </a:lnTo>
                    <a:lnTo>
                      <a:pt x="1190" y="548"/>
                    </a:lnTo>
                    <a:lnTo>
                      <a:pt x="1209" y="533"/>
                    </a:lnTo>
                    <a:lnTo>
                      <a:pt x="1229" y="514"/>
                    </a:lnTo>
                    <a:lnTo>
                      <a:pt x="1246" y="496"/>
                    </a:lnTo>
                    <a:lnTo>
                      <a:pt x="1262" y="476"/>
                    </a:lnTo>
                    <a:lnTo>
                      <a:pt x="1276" y="454"/>
                    </a:lnTo>
                    <a:lnTo>
                      <a:pt x="1288" y="432"/>
                    </a:lnTo>
                    <a:lnTo>
                      <a:pt x="1422" y="34"/>
                    </a:lnTo>
                    <a:lnTo>
                      <a:pt x="1429" y="27"/>
                    </a:lnTo>
                    <a:lnTo>
                      <a:pt x="1437" y="19"/>
                    </a:lnTo>
                    <a:lnTo>
                      <a:pt x="1445" y="12"/>
                    </a:lnTo>
                    <a:lnTo>
                      <a:pt x="1453" y="6"/>
                    </a:lnTo>
                    <a:lnTo>
                      <a:pt x="1463" y="2"/>
                    </a:lnTo>
                    <a:lnTo>
                      <a:pt x="1473" y="0"/>
                    </a:lnTo>
                    <a:lnTo>
                      <a:pt x="1483" y="2"/>
                    </a:lnTo>
                    <a:lnTo>
                      <a:pt x="149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4" name="Freeform 144"/>
              <p:cNvSpPr>
                <a:spLocks/>
              </p:cNvSpPr>
              <p:nvPr/>
            </p:nvSpPr>
            <p:spPr bwMode="auto">
              <a:xfrm>
                <a:off x="3106" y="3227"/>
                <a:ext cx="361" cy="452"/>
              </a:xfrm>
              <a:custGeom>
                <a:avLst/>
                <a:gdLst>
                  <a:gd name="T0" fmla="*/ 171 w 722"/>
                  <a:gd name="T1" fmla="*/ 405 h 903"/>
                  <a:gd name="T2" fmla="*/ 204 w 722"/>
                  <a:gd name="T3" fmla="*/ 181 h 903"/>
                  <a:gd name="T4" fmla="*/ 242 w 722"/>
                  <a:gd name="T5" fmla="*/ 100 h 903"/>
                  <a:gd name="T6" fmla="*/ 287 w 722"/>
                  <a:gd name="T7" fmla="*/ 95 h 903"/>
                  <a:gd name="T8" fmla="*/ 288 w 722"/>
                  <a:gd name="T9" fmla="*/ 278 h 903"/>
                  <a:gd name="T10" fmla="*/ 322 w 722"/>
                  <a:gd name="T11" fmla="*/ 257 h 903"/>
                  <a:gd name="T12" fmla="*/ 340 w 722"/>
                  <a:gd name="T13" fmla="*/ 216 h 903"/>
                  <a:gd name="T14" fmla="*/ 349 w 722"/>
                  <a:gd name="T15" fmla="*/ 90 h 903"/>
                  <a:gd name="T16" fmla="*/ 339 w 722"/>
                  <a:gd name="T17" fmla="*/ 49 h 903"/>
                  <a:gd name="T18" fmla="*/ 305 w 722"/>
                  <a:gd name="T19" fmla="*/ 19 h 903"/>
                  <a:gd name="T20" fmla="*/ 249 w 722"/>
                  <a:gd name="T21" fmla="*/ 15 h 903"/>
                  <a:gd name="T22" fmla="*/ 193 w 722"/>
                  <a:gd name="T23" fmla="*/ 22 h 903"/>
                  <a:gd name="T24" fmla="*/ 141 w 722"/>
                  <a:gd name="T25" fmla="*/ 38 h 903"/>
                  <a:gd name="T26" fmla="*/ 85 w 722"/>
                  <a:gd name="T27" fmla="*/ 63 h 903"/>
                  <a:gd name="T28" fmla="*/ 49 w 722"/>
                  <a:gd name="T29" fmla="*/ 106 h 903"/>
                  <a:gd name="T30" fmla="*/ 23 w 722"/>
                  <a:gd name="T31" fmla="*/ 233 h 903"/>
                  <a:gd name="T32" fmla="*/ 28 w 722"/>
                  <a:gd name="T33" fmla="*/ 283 h 903"/>
                  <a:gd name="T34" fmla="*/ 55 w 722"/>
                  <a:gd name="T35" fmla="*/ 321 h 903"/>
                  <a:gd name="T36" fmla="*/ 87 w 722"/>
                  <a:gd name="T37" fmla="*/ 331 h 903"/>
                  <a:gd name="T38" fmla="*/ 113 w 722"/>
                  <a:gd name="T39" fmla="*/ 334 h 903"/>
                  <a:gd name="T40" fmla="*/ 138 w 722"/>
                  <a:gd name="T41" fmla="*/ 333 h 903"/>
                  <a:gd name="T42" fmla="*/ 165 w 722"/>
                  <a:gd name="T43" fmla="*/ 326 h 903"/>
                  <a:gd name="T44" fmla="*/ 165 w 722"/>
                  <a:gd name="T45" fmla="*/ 339 h 903"/>
                  <a:gd name="T46" fmla="*/ 138 w 722"/>
                  <a:gd name="T47" fmla="*/ 346 h 903"/>
                  <a:gd name="T48" fmla="*/ 113 w 722"/>
                  <a:gd name="T49" fmla="*/ 350 h 903"/>
                  <a:gd name="T50" fmla="*/ 88 w 722"/>
                  <a:gd name="T51" fmla="*/ 349 h 903"/>
                  <a:gd name="T52" fmla="*/ 61 w 722"/>
                  <a:gd name="T53" fmla="*/ 344 h 903"/>
                  <a:gd name="T54" fmla="*/ 27 w 722"/>
                  <a:gd name="T55" fmla="*/ 325 h 903"/>
                  <a:gd name="T56" fmla="*/ 5 w 722"/>
                  <a:gd name="T57" fmla="*/ 293 h 903"/>
                  <a:gd name="T58" fmla="*/ 3 w 722"/>
                  <a:gd name="T59" fmla="*/ 183 h 903"/>
                  <a:gd name="T60" fmla="*/ 31 w 722"/>
                  <a:gd name="T61" fmla="*/ 79 h 903"/>
                  <a:gd name="T62" fmla="*/ 49 w 722"/>
                  <a:gd name="T63" fmla="*/ 54 h 903"/>
                  <a:gd name="T64" fmla="*/ 72 w 722"/>
                  <a:gd name="T65" fmla="*/ 39 h 903"/>
                  <a:gd name="T66" fmla="*/ 99 w 722"/>
                  <a:gd name="T67" fmla="*/ 30 h 903"/>
                  <a:gd name="T68" fmla="*/ 137 w 722"/>
                  <a:gd name="T69" fmla="*/ 20 h 903"/>
                  <a:gd name="T70" fmla="*/ 152 w 722"/>
                  <a:gd name="T71" fmla="*/ 17 h 903"/>
                  <a:gd name="T72" fmla="*/ 187 w 722"/>
                  <a:gd name="T73" fmla="*/ 10 h 903"/>
                  <a:gd name="T74" fmla="*/ 230 w 722"/>
                  <a:gd name="T75" fmla="*/ 3 h 903"/>
                  <a:gd name="T76" fmla="*/ 266 w 722"/>
                  <a:gd name="T77" fmla="*/ 0 h 903"/>
                  <a:gd name="T78" fmla="*/ 315 w 722"/>
                  <a:gd name="T79" fmla="*/ 7 h 903"/>
                  <a:gd name="T80" fmla="*/ 350 w 722"/>
                  <a:gd name="T81" fmla="*/ 35 h 903"/>
                  <a:gd name="T82" fmla="*/ 361 w 722"/>
                  <a:gd name="T83" fmla="*/ 105 h 903"/>
                  <a:gd name="T84" fmla="*/ 360 w 722"/>
                  <a:gd name="T85" fmla="*/ 181 h 903"/>
                  <a:gd name="T86" fmla="*/ 354 w 722"/>
                  <a:gd name="T87" fmla="*/ 235 h 903"/>
                  <a:gd name="T88" fmla="*/ 325 w 722"/>
                  <a:gd name="T89" fmla="*/ 278 h 903"/>
                  <a:gd name="T90" fmla="*/ 301 w 722"/>
                  <a:gd name="T91" fmla="*/ 292 h 903"/>
                  <a:gd name="T92" fmla="*/ 277 w 722"/>
                  <a:gd name="T93" fmla="*/ 305 h 903"/>
                  <a:gd name="T94" fmla="*/ 289 w 722"/>
                  <a:gd name="T95" fmla="*/ 107 h 903"/>
                  <a:gd name="T96" fmla="*/ 250 w 722"/>
                  <a:gd name="T97" fmla="*/ 113 h 903"/>
                  <a:gd name="T98" fmla="*/ 178 w 722"/>
                  <a:gd name="T99" fmla="*/ 452 h 9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722"/>
                  <a:gd name="T151" fmla="*/ 0 h 903"/>
                  <a:gd name="T152" fmla="*/ 722 w 722"/>
                  <a:gd name="T153" fmla="*/ 903 h 9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722" h="903">
                    <a:moveTo>
                      <a:pt x="356" y="903"/>
                    </a:moveTo>
                    <a:lnTo>
                      <a:pt x="328" y="903"/>
                    </a:lnTo>
                    <a:lnTo>
                      <a:pt x="332" y="878"/>
                    </a:lnTo>
                    <a:lnTo>
                      <a:pt x="341" y="809"/>
                    </a:lnTo>
                    <a:lnTo>
                      <a:pt x="354" y="710"/>
                    </a:lnTo>
                    <a:lnTo>
                      <a:pt x="371" y="593"/>
                    </a:lnTo>
                    <a:lnTo>
                      <a:pt x="389" y="474"/>
                    </a:lnTo>
                    <a:lnTo>
                      <a:pt x="409" y="362"/>
                    </a:lnTo>
                    <a:lnTo>
                      <a:pt x="428" y="272"/>
                    </a:lnTo>
                    <a:lnTo>
                      <a:pt x="446" y="215"/>
                    </a:lnTo>
                    <a:lnTo>
                      <a:pt x="464" y="207"/>
                    </a:lnTo>
                    <a:lnTo>
                      <a:pt x="485" y="199"/>
                    </a:lnTo>
                    <a:lnTo>
                      <a:pt x="507" y="194"/>
                    </a:lnTo>
                    <a:lnTo>
                      <a:pt x="529" y="189"/>
                    </a:lnTo>
                    <a:lnTo>
                      <a:pt x="551" y="188"/>
                    </a:lnTo>
                    <a:lnTo>
                      <a:pt x="574" y="189"/>
                    </a:lnTo>
                    <a:lnTo>
                      <a:pt x="594" y="194"/>
                    </a:lnTo>
                    <a:lnTo>
                      <a:pt x="615" y="203"/>
                    </a:lnTo>
                    <a:lnTo>
                      <a:pt x="559" y="561"/>
                    </a:lnTo>
                    <a:lnTo>
                      <a:pt x="575" y="555"/>
                    </a:lnTo>
                    <a:lnTo>
                      <a:pt x="592" y="547"/>
                    </a:lnTo>
                    <a:lnTo>
                      <a:pt x="609" y="538"/>
                    </a:lnTo>
                    <a:lnTo>
                      <a:pt x="628" y="527"/>
                    </a:lnTo>
                    <a:lnTo>
                      <a:pt x="644" y="513"/>
                    </a:lnTo>
                    <a:lnTo>
                      <a:pt x="658" y="499"/>
                    </a:lnTo>
                    <a:lnTo>
                      <a:pt x="669" y="483"/>
                    </a:lnTo>
                    <a:lnTo>
                      <a:pt x="676" y="467"/>
                    </a:lnTo>
                    <a:lnTo>
                      <a:pt x="679" y="431"/>
                    </a:lnTo>
                    <a:lnTo>
                      <a:pt x="688" y="348"/>
                    </a:lnTo>
                    <a:lnTo>
                      <a:pt x="696" y="258"/>
                    </a:lnTo>
                    <a:lnTo>
                      <a:pt x="699" y="197"/>
                    </a:lnTo>
                    <a:lnTo>
                      <a:pt x="698" y="180"/>
                    </a:lnTo>
                    <a:lnTo>
                      <a:pt x="696" y="160"/>
                    </a:lnTo>
                    <a:lnTo>
                      <a:pt x="691" y="139"/>
                    </a:lnTo>
                    <a:lnTo>
                      <a:pt x="685" y="119"/>
                    </a:lnTo>
                    <a:lnTo>
                      <a:pt x="677" y="98"/>
                    </a:lnTo>
                    <a:lnTo>
                      <a:pt x="667" y="77"/>
                    </a:lnTo>
                    <a:lnTo>
                      <a:pt x="653" y="60"/>
                    </a:lnTo>
                    <a:lnTo>
                      <a:pt x="637" y="44"/>
                    </a:lnTo>
                    <a:lnTo>
                      <a:pt x="609" y="38"/>
                    </a:lnTo>
                    <a:lnTo>
                      <a:pt x="580" y="33"/>
                    </a:lnTo>
                    <a:lnTo>
                      <a:pt x="553" y="31"/>
                    </a:lnTo>
                    <a:lnTo>
                      <a:pt x="525" y="30"/>
                    </a:lnTo>
                    <a:lnTo>
                      <a:pt x="498" y="30"/>
                    </a:lnTo>
                    <a:lnTo>
                      <a:pt x="470" y="31"/>
                    </a:lnTo>
                    <a:lnTo>
                      <a:pt x="441" y="35"/>
                    </a:lnTo>
                    <a:lnTo>
                      <a:pt x="415" y="38"/>
                    </a:lnTo>
                    <a:lnTo>
                      <a:pt x="387" y="44"/>
                    </a:lnTo>
                    <a:lnTo>
                      <a:pt x="360" y="50"/>
                    </a:lnTo>
                    <a:lnTo>
                      <a:pt x="333" y="58"/>
                    </a:lnTo>
                    <a:lnTo>
                      <a:pt x="307" y="66"/>
                    </a:lnTo>
                    <a:lnTo>
                      <a:pt x="281" y="75"/>
                    </a:lnTo>
                    <a:lnTo>
                      <a:pt x="256" y="84"/>
                    </a:lnTo>
                    <a:lnTo>
                      <a:pt x="230" y="94"/>
                    </a:lnTo>
                    <a:lnTo>
                      <a:pt x="206" y="106"/>
                    </a:lnTo>
                    <a:lnTo>
                      <a:pt x="170" y="126"/>
                    </a:lnTo>
                    <a:lnTo>
                      <a:pt x="143" y="146"/>
                    </a:lnTo>
                    <a:lnTo>
                      <a:pt x="123" y="167"/>
                    </a:lnTo>
                    <a:lnTo>
                      <a:pt x="109" y="189"/>
                    </a:lnTo>
                    <a:lnTo>
                      <a:pt x="99" y="211"/>
                    </a:lnTo>
                    <a:lnTo>
                      <a:pt x="91" y="235"/>
                    </a:lnTo>
                    <a:lnTo>
                      <a:pt x="83" y="259"/>
                    </a:lnTo>
                    <a:lnTo>
                      <a:pt x="73" y="285"/>
                    </a:lnTo>
                    <a:lnTo>
                      <a:pt x="45" y="465"/>
                    </a:lnTo>
                    <a:lnTo>
                      <a:pt x="46" y="491"/>
                    </a:lnTo>
                    <a:lnTo>
                      <a:pt x="48" y="516"/>
                    </a:lnTo>
                    <a:lnTo>
                      <a:pt x="52" y="541"/>
                    </a:lnTo>
                    <a:lnTo>
                      <a:pt x="56" y="566"/>
                    </a:lnTo>
                    <a:lnTo>
                      <a:pt x="64" y="588"/>
                    </a:lnTo>
                    <a:lnTo>
                      <a:pt x="76" y="608"/>
                    </a:lnTo>
                    <a:lnTo>
                      <a:pt x="91" y="627"/>
                    </a:lnTo>
                    <a:lnTo>
                      <a:pt x="111" y="641"/>
                    </a:lnTo>
                    <a:lnTo>
                      <a:pt x="128" y="647"/>
                    </a:lnTo>
                    <a:lnTo>
                      <a:pt x="144" y="653"/>
                    </a:lnTo>
                    <a:lnTo>
                      <a:pt x="160" y="658"/>
                    </a:lnTo>
                    <a:lnTo>
                      <a:pt x="174" y="661"/>
                    </a:lnTo>
                    <a:lnTo>
                      <a:pt x="188" y="665"/>
                    </a:lnTo>
                    <a:lnTo>
                      <a:pt x="202" y="667"/>
                    </a:lnTo>
                    <a:lnTo>
                      <a:pt x="214" y="668"/>
                    </a:lnTo>
                    <a:lnTo>
                      <a:pt x="227" y="668"/>
                    </a:lnTo>
                    <a:lnTo>
                      <a:pt x="238" y="668"/>
                    </a:lnTo>
                    <a:lnTo>
                      <a:pt x="251" y="668"/>
                    </a:lnTo>
                    <a:lnTo>
                      <a:pt x="263" y="667"/>
                    </a:lnTo>
                    <a:lnTo>
                      <a:pt x="275" y="665"/>
                    </a:lnTo>
                    <a:lnTo>
                      <a:pt x="288" y="662"/>
                    </a:lnTo>
                    <a:lnTo>
                      <a:pt x="301" y="659"/>
                    </a:lnTo>
                    <a:lnTo>
                      <a:pt x="314" y="656"/>
                    </a:lnTo>
                    <a:lnTo>
                      <a:pt x="329" y="652"/>
                    </a:lnTo>
                    <a:lnTo>
                      <a:pt x="333" y="657"/>
                    </a:lnTo>
                    <a:lnTo>
                      <a:pt x="333" y="664"/>
                    </a:lnTo>
                    <a:lnTo>
                      <a:pt x="331" y="672"/>
                    </a:lnTo>
                    <a:lnTo>
                      <a:pt x="329" y="677"/>
                    </a:lnTo>
                    <a:lnTo>
                      <a:pt x="316" y="682"/>
                    </a:lnTo>
                    <a:lnTo>
                      <a:pt x="302" y="686"/>
                    </a:lnTo>
                    <a:lnTo>
                      <a:pt x="289" y="690"/>
                    </a:lnTo>
                    <a:lnTo>
                      <a:pt x="276" y="692"/>
                    </a:lnTo>
                    <a:lnTo>
                      <a:pt x="264" y="695"/>
                    </a:lnTo>
                    <a:lnTo>
                      <a:pt x="251" y="697"/>
                    </a:lnTo>
                    <a:lnTo>
                      <a:pt x="238" y="699"/>
                    </a:lnTo>
                    <a:lnTo>
                      <a:pt x="226" y="699"/>
                    </a:lnTo>
                    <a:lnTo>
                      <a:pt x="213" y="700"/>
                    </a:lnTo>
                    <a:lnTo>
                      <a:pt x="202" y="700"/>
                    </a:lnTo>
                    <a:lnTo>
                      <a:pt x="189" y="699"/>
                    </a:lnTo>
                    <a:lnTo>
                      <a:pt x="176" y="698"/>
                    </a:lnTo>
                    <a:lnTo>
                      <a:pt x="164" y="696"/>
                    </a:lnTo>
                    <a:lnTo>
                      <a:pt x="150" y="694"/>
                    </a:lnTo>
                    <a:lnTo>
                      <a:pt x="137" y="690"/>
                    </a:lnTo>
                    <a:lnTo>
                      <a:pt x="123" y="687"/>
                    </a:lnTo>
                    <a:lnTo>
                      <a:pt x="106" y="680"/>
                    </a:lnTo>
                    <a:lnTo>
                      <a:pt x="88" y="672"/>
                    </a:lnTo>
                    <a:lnTo>
                      <a:pt x="71" y="661"/>
                    </a:lnTo>
                    <a:lnTo>
                      <a:pt x="55" y="650"/>
                    </a:lnTo>
                    <a:lnTo>
                      <a:pt x="40" y="636"/>
                    </a:lnTo>
                    <a:lnTo>
                      <a:pt x="28" y="621"/>
                    </a:lnTo>
                    <a:lnTo>
                      <a:pt x="18" y="605"/>
                    </a:lnTo>
                    <a:lnTo>
                      <a:pt x="10" y="586"/>
                    </a:lnTo>
                    <a:lnTo>
                      <a:pt x="2" y="531"/>
                    </a:lnTo>
                    <a:lnTo>
                      <a:pt x="0" y="476"/>
                    </a:lnTo>
                    <a:lnTo>
                      <a:pt x="1" y="421"/>
                    </a:lnTo>
                    <a:lnTo>
                      <a:pt x="7" y="365"/>
                    </a:lnTo>
                    <a:lnTo>
                      <a:pt x="16" y="311"/>
                    </a:lnTo>
                    <a:lnTo>
                      <a:pt x="29" y="258"/>
                    </a:lnTo>
                    <a:lnTo>
                      <a:pt x="44" y="206"/>
                    </a:lnTo>
                    <a:lnTo>
                      <a:pt x="62" y="157"/>
                    </a:lnTo>
                    <a:lnTo>
                      <a:pt x="71" y="142"/>
                    </a:lnTo>
                    <a:lnTo>
                      <a:pt x="81" y="129"/>
                    </a:lnTo>
                    <a:lnTo>
                      <a:pt x="90" y="118"/>
                    </a:lnTo>
                    <a:lnTo>
                      <a:pt x="99" y="107"/>
                    </a:lnTo>
                    <a:lnTo>
                      <a:pt x="109" y="99"/>
                    </a:lnTo>
                    <a:lnTo>
                      <a:pt x="120" y="91"/>
                    </a:lnTo>
                    <a:lnTo>
                      <a:pt x="131" y="84"/>
                    </a:lnTo>
                    <a:lnTo>
                      <a:pt x="143" y="78"/>
                    </a:lnTo>
                    <a:lnTo>
                      <a:pt x="155" y="73"/>
                    </a:lnTo>
                    <a:lnTo>
                      <a:pt x="169" y="68"/>
                    </a:lnTo>
                    <a:lnTo>
                      <a:pt x="183" y="63"/>
                    </a:lnTo>
                    <a:lnTo>
                      <a:pt x="199" y="59"/>
                    </a:lnTo>
                    <a:lnTo>
                      <a:pt x="215" y="54"/>
                    </a:lnTo>
                    <a:lnTo>
                      <a:pt x="233" y="50"/>
                    </a:lnTo>
                    <a:lnTo>
                      <a:pt x="252" y="45"/>
                    </a:lnTo>
                    <a:lnTo>
                      <a:pt x="273" y="39"/>
                    </a:lnTo>
                    <a:lnTo>
                      <a:pt x="275" y="39"/>
                    </a:lnTo>
                    <a:lnTo>
                      <a:pt x="281" y="38"/>
                    </a:lnTo>
                    <a:lnTo>
                      <a:pt x="290" y="36"/>
                    </a:lnTo>
                    <a:lnTo>
                      <a:pt x="303" y="33"/>
                    </a:lnTo>
                    <a:lnTo>
                      <a:pt x="319" y="30"/>
                    </a:lnTo>
                    <a:lnTo>
                      <a:pt x="336" y="26"/>
                    </a:lnTo>
                    <a:lnTo>
                      <a:pt x="355" y="23"/>
                    </a:lnTo>
                    <a:lnTo>
                      <a:pt x="375" y="20"/>
                    </a:lnTo>
                    <a:lnTo>
                      <a:pt x="397" y="16"/>
                    </a:lnTo>
                    <a:lnTo>
                      <a:pt x="418" y="13"/>
                    </a:lnTo>
                    <a:lnTo>
                      <a:pt x="440" y="9"/>
                    </a:lnTo>
                    <a:lnTo>
                      <a:pt x="461" y="6"/>
                    </a:lnTo>
                    <a:lnTo>
                      <a:pt x="481" y="3"/>
                    </a:lnTo>
                    <a:lnTo>
                      <a:pt x="500" y="1"/>
                    </a:lnTo>
                    <a:lnTo>
                      <a:pt x="516" y="0"/>
                    </a:lnTo>
                    <a:lnTo>
                      <a:pt x="531" y="0"/>
                    </a:lnTo>
                    <a:lnTo>
                      <a:pt x="556" y="0"/>
                    </a:lnTo>
                    <a:lnTo>
                      <a:pt x="582" y="2"/>
                    </a:lnTo>
                    <a:lnTo>
                      <a:pt x="606" y="7"/>
                    </a:lnTo>
                    <a:lnTo>
                      <a:pt x="629" y="13"/>
                    </a:lnTo>
                    <a:lnTo>
                      <a:pt x="650" y="22"/>
                    </a:lnTo>
                    <a:lnTo>
                      <a:pt x="668" y="33"/>
                    </a:lnTo>
                    <a:lnTo>
                      <a:pt x="685" y="50"/>
                    </a:lnTo>
                    <a:lnTo>
                      <a:pt x="699" y="69"/>
                    </a:lnTo>
                    <a:lnTo>
                      <a:pt x="711" y="98"/>
                    </a:lnTo>
                    <a:lnTo>
                      <a:pt x="718" y="131"/>
                    </a:lnTo>
                    <a:lnTo>
                      <a:pt x="721" y="169"/>
                    </a:lnTo>
                    <a:lnTo>
                      <a:pt x="722" y="209"/>
                    </a:lnTo>
                    <a:lnTo>
                      <a:pt x="722" y="249"/>
                    </a:lnTo>
                    <a:lnTo>
                      <a:pt x="720" y="289"/>
                    </a:lnTo>
                    <a:lnTo>
                      <a:pt x="719" y="327"/>
                    </a:lnTo>
                    <a:lnTo>
                      <a:pt x="719" y="362"/>
                    </a:lnTo>
                    <a:lnTo>
                      <a:pt x="716" y="391"/>
                    </a:lnTo>
                    <a:lnTo>
                      <a:pt x="715" y="417"/>
                    </a:lnTo>
                    <a:lnTo>
                      <a:pt x="713" y="445"/>
                    </a:lnTo>
                    <a:lnTo>
                      <a:pt x="708" y="470"/>
                    </a:lnTo>
                    <a:lnTo>
                      <a:pt x="700" y="494"/>
                    </a:lnTo>
                    <a:lnTo>
                      <a:pt x="689" y="516"/>
                    </a:lnTo>
                    <a:lnTo>
                      <a:pt x="673" y="537"/>
                    </a:lnTo>
                    <a:lnTo>
                      <a:pt x="650" y="555"/>
                    </a:lnTo>
                    <a:lnTo>
                      <a:pt x="638" y="562"/>
                    </a:lnTo>
                    <a:lnTo>
                      <a:pt x="625" y="570"/>
                    </a:lnTo>
                    <a:lnTo>
                      <a:pt x="614" y="577"/>
                    </a:lnTo>
                    <a:lnTo>
                      <a:pt x="602" y="584"/>
                    </a:lnTo>
                    <a:lnTo>
                      <a:pt x="590" y="592"/>
                    </a:lnTo>
                    <a:lnTo>
                      <a:pt x="578" y="598"/>
                    </a:lnTo>
                    <a:lnTo>
                      <a:pt x="565" y="604"/>
                    </a:lnTo>
                    <a:lnTo>
                      <a:pt x="553" y="609"/>
                    </a:lnTo>
                    <a:lnTo>
                      <a:pt x="503" y="903"/>
                    </a:lnTo>
                    <a:lnTo>
                      <a:pt x="478" y="903"/>
                    </a:lnTo>
                    <a:lnTo>
                      <a:pt x="589" y="215"/>
                    </a:lnTo>
                    <a:lnTo>
                      <a:pt x="577" y="213"/>
                    </a:lnTo>
                    <a:lnTo>
                      <a:pt x="561" y="213"/>
                    </a:lnTo>
                    <a:lnTo>
                      <a:pt x="542" y="215"/>
                    </a:lnTo>
                    <a:lnTo>
                      <a:pt x="522" y="219"/>
                    </a:lnTo>
                    <a:lnTo>
                      <a:pt x="500" y="225"/>
                    </a:lnTo>
                    <a:lnTo>
                      <a:pt x="481" y="230"/>
                    </a:lnTo>
                    <a:lnTo>
                      <a:pt x="465" y="235"/>
                    </a:lnTo>
                    <a:lnTo>
                      <a:pt x="454" y="241"/>
                    </a:lnTo>
                    <a:lnTo>
                      <a:pt x="356" y="9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5" name="Freeform 145"/>
              <p:cNvSpPr>
                <a:spLocks/>
              </p:cNvSpPr>
              <p:nvPr/>
            </p:nvSpPr>
            <p:spPr bwMode="auto">
              <a:xfrm>
                <a:off x="3162" y="3260"/>
                <a:ext cx="214" cy="263"/>
              </a:xfrm>
              <a:custGeom>
                <a:avLst/>
                <a:gdLst>
                  <a:gd name="T0" fmla="*/ 204 w 428"/>
                  <a:gd name="T1" fmla="*/ 2 h 526"/>
                  <a:gd name="T2" fmla="*/ 184 w 428"/>
                  <a:gd name="T3" fmla="*/ 8 h 526"/>
                  <a:gd name="T4" fmla="*/ 165 w 428"/>
                  <a:gd name="T5" fmla="*/ 14 h 526"/>
                  <a:gd name="T6" fmla="*/ 148 w 428"/>
                  <a:gd name="T7" fmla="*/ 20 h 526"/>
                  <a:gd name="T8" fmla="*/ 130 w 428"/>
                  <a:gd name="T9" fmla="*/ 26 h 526"/>
                  <a:gd name="T10" fmla="*/ 112 w 428"/>
                  <a:gd name="T11" fmla="*/ 33 h 526"/>
                  <a:gd name="T12" fmla="*/ 96 w 428"/>
                  <a:gd name="T13" fmla="*/ 39 h 526"/>
                  <a:gd name="T14" fmla="*/ 79 w 428"/>
                  <a:gd name="T15" fmla="*/ 45 h 526"/>
                  <a:gd name="T16" fmla="*/ 57 w 428"/>
                  <a:gd name="T17" fmla="*/ 58 h 526"/>
                  <a:gd name="T18" fmla="*/ 39 w 428"/>
                  <a:gd name="T19" fmla="*/ 83 h 526"/>
                  <a:gd name="T20" fmla="*/ 28 w 428"/>
                  <a:gd name="T21" fmla="*/ 114 h 526"/>
                  <a:gd name="T22" fmla="*/ 23 w 428"/>
                  <a:gd name="T23" fmla="*/ 146 h 526"/>
                  <a:gd name="T24" fmla="*/ 18 w 428"/>
                  <a:gd name="T25" fmla="*/ 263 h 526"/>
                  <a:gd name="T26" fmla="*/ 13 w 428"/>
                  <a:gd name="T27" fmla="*/ 263 h 526"/>
                  <a:gd name="T28" fmla="*/ 8 w 428"/>
                  <a:gd name="T29" fmla="*/ 262 h 526"/>
                  <a:gd name="T30" fmla="*/ 3 w 428"/>
                  <a:gd name="T31" fmla="*/ 260 h 526"/>
                  <a:gd name="T32" fmla="*/ 1 w 428"/>
                  <a:gd name="T33" fmla="*/ 259 h 526"/>
                  <a:gd name="T34" fmla="*/ 0 w 428"/>
                  <a:gd name="T35" fmla="*/ 206 h 526"/>
                  <a:gd name="T36" fmla="*/ 3 w 428"/>
                  <a:gd name="T37" fmla="*/ 153 h 526"/>
                  <a:gd name="T38" fmla="*/ 15 w 428"/>
                  <a:gd name="T39" fmla="*/ 102 h 526"/>
                  <a:gd name="T40" fmla="*/ 38 w 428"/>
                  <a:gd name="T41" fmla="*/ 57 h 526"/>
                  <a:gd name="T42" fmla="*/ 54 w 428"/>
                  <a:gd name="T43" fmla="*/ 47 h 526"/>
                  <a:gd name="T44" fmla="*/ 72 w 428"/>
                  <a:gd name="T45" fmla="*/ 38 h 526"/>
                  <a:gd name="T46" fmla="*/ 90 w 428"/>
                  <a:gd name="T47" fmla="*/ 30 h 526"/>
                  <a:gd name="T48" fmla="*/ 108 w 428"/>
                  <a:gd name="T49" fmla="*/ 24 h 526"/>
                  <a:gd name="T50" fmla="*/ 126 w 428"/>
                  <a:gd name="T51" fmla="*/ 18 h 526"/>
                  <a:gd name="T52" fmla="*/ 146 w 428"/>
                  <a:gd name="T53" fmla="*/ 12 h 526"/>
                  <a:gd name="T54" fmla="*/ 165 w 428"/>
                  <a:gd name="T55" fmla="*/ 8 h 526"/>
                  <a:gd name="T56" fmla="*/ 184 w 428"/>
                  <a:gd name="T57" fmla="*/ 3 h 526"/>
                  <a:gd name="T58" fmla="*/ 191 w 428"/>
                  <a:gd name="T59" fmla="*/ 2 h 526"/>
                  <a:gd name="T60" fmla="*/ 199 w 428"/>
                  <a:gd name="T61" fmla="*/ 1 h 526"/>
                  <a:gd name="T62" fmla="*/ 207 w 428"/>
                  <a:gd name="T63" fmla="*/ 1 h 526"/>
                  <a:gd name="T64" fmla="*/ 214 w 428"/>
                  <a:gd name="T65" fmla="*/ 0 h 5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28"/>
                  <a:gd name="T100" fmla="*/ 0 h 526"/>
                  <a:gd name="T101" fmla="*/ 428 w 428"/>
                  <a:gd name="T102" fmla="*/ 526 h 5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28" h="526">
                    <a:moveTo>
                      <a:pt x="428" y="0"/>
                    </a:moveTo>
                    <a:lnTo>
                      <a:pt x="407" y="5"/>
                    </a:lnTo>
                    <a:lnTo>
                      <a:pt x="388" y="11"/>
                    </a:lnTo>
                    <a:lnTo>
                      <a:pt x="368" y="17"/>
                    </a:lnTo>
                    <a:lnTo>
                      <a:pt x="349" y="23"/>
                    </a:lnTo>
                    <a:lnTo>
                      <a:pt x="330" y="28"/>
                    </a:lnTo>
                    <a:lnTo>
                      <a:pt x="312" y="34"/>
                    </a:lnTo>
                    <a:lnTo>
                      <a:pt x="295" y="41"/>
                    </a:lnTo>
                    <a:lnTo>
                      <a:pt x="276" y="47"/>
                    </a:lnTo>
                    <a:lnTo>
                      <a:pt x="259" y="53"/>
                    </a:lnTo>
                    <a:lnTo>
                      <a:pt x="242" y="60"/>
                    </a:lnTo>
                    <a:lnTo>
                      <a:pt x="225" y="65"/>
                    </a:lnTo>
                    <a:lnTo>
                      <a:pt x="208" y="71"/>
                    </a:lnTo>
                    <a:lnTo>
                      <a:pt x="191" y="78"/>
                    </a:lnTo>
                    <a:lnTo>
                      <a:pt x="175" y="84"/>
                    </a:lnTo>
                    <a:lnTo>
                      <a:pt x="157" y="91"/>
                    </a:lnTo>
                    <a:lnTo>
                      <a:pt x="141" y="96"/>
                    </a:lnTo>
                    <a:lnTo>
                      <a:pt x="115" y="116"/>
                    </a:lnTo>
                    <a:lnTo>
                      <a:pt x="94" y="140"/>
                    </a:lnTo>
                    <a:lnTo>
                      <a:pt x="78" y="167"/>
                    </a:lnTo>
                    <a:lnTo>
                      <a:pt x="66" y="197"/>
                    </a:lnTo>
                    <a:lnTo>
                      <a:pt x="57" y="228"/>
                    </a:lnTo>
                    <a:lnTo>
                      <a:pt x="50" y="260"/>
                    </a:lnTo>
                    <a:lnTo>
                      <a:pt x="45" y="292"/>
                    </a:lnTo>
                    <a:lnTo>
                      <a:pt x="39" y="323"/>
                    </a:lnTo>
                    <a:lnTo>
                      <a:pt x="35" y="525"/>
                    </a:lnTo>
                    <a:lnTo>
                      <a:pt x="32" y="526"/>
                    </a:lnTo>
                    <a:lnTo>
                      <a:pt x="27" y="526"/>
                    </a:lnTo>
                    <a:lnTo>
                      <a:pt x="22" y="525"/>
                    </a:lnTo>
                    <a:lnTo>
                      <a:pt x="16" y="524"/>
                    </a:lnTo>
                    <a:lnTo>
                      <a:pt x="10" y="522"/>
                    </a:lnTo>
                    <a:lnTo>
                      <a:pt x="5" y="520"/>
                    </a:lnTo>
                    <a:lnTo>
                      <a:pt x="2" y="518"/>
                    </a:lnTo>
                    <a:lnTo>
                      <a:pt x="1" y="518"/>
                    </a:lnTo>
                    <a:lnTo>
                      <a:pt x="0" y="465"/>
                    </a:lnTo>
                    <a:lnTo>
                      <a:pt x="0" y="412"/>
                    </a:lnTo>
                    <a:lnTo>
                      <a:pt x="2" y="358"/>
                    </a:lnTo>
                    <a:lnTo>
                      <a:pt x="7" y="306"/>
                    </a:lnTo>
                    <a:lnTo>
                      <a:pt x="16" y="254"/>
                    </a:lnTo>
                    <a:lnTo>
                      <a:pt x="30" y="205"/>
                    </a:lnTo>
                    <a:lnTo>
                      <a:pt x="49" y="159"/>
                    </a:lnTo>
                    <a:lnTo>
                      <a:pt x="76" y="115"/>
                    </a:lnTo>
                    <a:lnTo>
                      <a:pt x="92" y="105"/>
                    </a:lnTo>
                    <a:lnTo>
                      <a:pt x="109" y="94"/>
                    </a:lnTo>
                    <a:lnTo>
                      <a:pt x="126" y="85"/>
                    </a:lnTo>
                    <a:lnTo>
                      <a:pt x="144" y="77"/>
                    </a:lnTo>
                    <a:lnTo>
                      <a:pt x="161" y="69"/>
                    </a:lnTo>
                    <a:lnTo>
                      <a:pt x="179" y="61"/>
                    </a:lnTo>
                    <a:lnTo>
                      <a:pt x="198" y="54"/>
                    </a:lnTo>
                    <a:lnTo>
                      <a:pt x="216" y="48"/>
                    </a:lnTo>
                    <a:lnTo>
                      <a:pt x="235" y="41"/>
                    </a:lnTo>
                    <a:lnTo>
                      <a:pt x="253" y="37"/>
                    </a:lnTo>
                    <a:lnTo>
                      <a:pt x="272" y="31"/>
                    </a:lnTo>
                    <a:lnTo>
                      <a:pt x="291" y="25"/>
                    </a:lnTo>
                    <a:lnTo>
                      <a:pt x="310" y="20"/>
                    </a:lnTo>
                    <a:lnTo>
                      <a:pt x="329" y="16"/>
                    </a:lnTo>
                    <a:lnTo>
                      <a:pt x="348" y="11"/>
                    </a:lnTo>
                    <a:lnTo>
                      <a:pt x="367" y="7"/>
                    </a:lnTo>
                    <a:lnTo>
                      <a:pt x="375" y="5"/>
                    </a:lnTo>
                    <a:lnTo>
                      <a:pt x="382" y="4"/>
                    </a:lnTo>
                    <a:lnTo>
                      <a:pt x="390" y="3"/>
                    </a:lnTo>
                    <a:lnTo>
                      <a:pt x="398" y="3"/>
                    </a:lnTo>
                    <a:lnTo>
                      <a:pt x="405" y="2"/>
                    </a:lnTo>
                    <a:lnTo>
                      <a:pt x="413" y="1"/>
                    </a:lnTo>
                    <a:lnTo>
                      <a:pt x="420" y="1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6" name="Freeform 146"/>
              <p:cNvSpPr>
                <a:spLocks/>
              </p:cNvSpPr>
              <p:nvPr/>
            </p:nvSpPr>
            <p:spPr bwMode="auto">
              <a:xfrm>
                <a:off x="3293" y="3347"/>
                <a:ext cx="64" cy="331"/>
              </a:xfrm>
              <a:custGeom>
                <a:avLst/>
                <a:gdLst>
                  <a:gd name="T0" fmla="*/ 0 w 128"/>
                  <a:gd name="T1" fmla="*/ 331 h 661"/>
                  <a:gd name="T2" fmla="*/ 37 w 128"/>
                  <a:gd name="T3" fmla="*/ 108 h 661"/>
                  <a:gd name="T4" fmla="*/ 56 w 128"/>
                  <a:gd name="T5" fmla="*/ 3 h 661"/>
                  <a:gd name="T6" fmla="*/ 57 w 128"/>
                  <a:gd name="T7" fmla="*/ 1 h 661"/>
                  <a:gd name="T8" fmla="*/ 59 w 128"/>
                  <a:gd name="T9" fmla="*/ 0 h 661"/>
                  <a:gd name="T10" fmla="*/ 62 w 128"/>
                  <a:gd name="T11" fmla="*/ 0 h 661"/>
                  <a:gd name="T12" fmla="*/ 64 w 128"/>
                  <a:gd name="T13" fmla="*/ 0 h 661"/>
                  <a:gd name="T14" fmla="*/ 46 w 128"/>
                  <a:gd name="T15" fmla="*/ 111 h 661"/>
                  <a:gd name="T16" fmla="*/ 10 w 128"/>
                  <a:gd name="T17" fmla="*/ 331 h 661"/>
                  <a:gd name="T18" fmla="*/ 0 w 128"/>
                  <a:gd name="T19" fmla="*/ 331 h 6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8"/>
                  <a:gd name="T31" fmla="*/ 0 h 661"/>
                  <a:gd name="T32" fmla="*/ 128 w 128"/>
                  <a:gd name="T33" fmla="*/ 661 h 6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8" h="661">
                    <a:moveTo>
                      <a:pt x="0" y="661"/>
                    </a:moveTo>
                    <a:lnTo>
                      <a:pt x="74" y="215"/>
                    </a:lnTo>
                    <a:lnTo>
                      <a:pt x="113" y="6"/>
                    </a:lnTo>
                    <a:lnTo>
                      <a:pt x="114" y="1"/>
                    </a:lnTo>
                    <a:lnTo>
                      <a:pt x="118" y="0"/>
                    </a:lnTo>
                    <a:lnTo>
                      <a:pt x="124" y="0"/>
                    </a:lnTo>
                    <a:lnTo>
                      <a:pt x="128" y="0"/>
                    </a:lnTo>
                    <a:lnTo>
                      <a:pt x="92" y="222"/>
                    </a:lnTo>
                    <a:lnTo>
                      <a:pt x="20" y="661"/>
                    </a:lnTo>
                    <a:lnTo>
                      <a:pt x="0" y="6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7" name="Freeform 147"/>
              <p:cNvSpPr>
                <a:spLocks/>
              </p:cNvSpPr>
              <p:nvPr/>
            </p:nvSpPr>
            <p:spPr bwMode="auto">
              <a:xfrm>
                <a:off x="2649" y="2775"/>
                <a:ext cx="44" cy="198"/>
              </a:xfrm>
              <a:custGeom>
                <a:avLst/>
                <a:gdLst>
                  <a:gd name="T0" fmla="*/ 44 w 88"/>
                  <a:gd name="T1" fmla="*/ 197 h 395"/>
                  <a:gd name="T2" fmla="*/ 40 w 88"/>
                  <a:gd name="T3" fmla="*/ 0 h 395"/>
                  <a:gd name="T4" fmla="*/ 0 w 88"/>
                  <a:gd name="T5" fmla="*/ 1 h 395"/>
                  <a:gd name="T6" fmla="*/ 5 w 88"/>
                  <a:gd name="T7" fmla="*/ 198 h 395"/>
                  <a:gd name="T8" fmla="*/ 44 w 88"/>
                  <a:gd name="T9" fmla="*/ 197 h 3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395"/>
                  <a:gd name="T17" fmla="*/ 88 w 88"/>
                  <a:gd name="T18" fmla="*/ 395 h 3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395">
                    <a:moveTo>
                      <a:pt x="88" y="394"/>
                    </a:moveTo>
                    <a:lnTo>
                      <a:pt x="79" y="0"/>
                    </a:lnTo>
                    <a:lnTo>
                      <a:pt x="0" y="1"/>
                    </a:lnTo>
                    <a:lnTo>
                      <a:pt x="9" y="395"/>
                    </a:lnTo>
                    <a:lnTo>
                      <a:pt x="88" y="394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8" name="Freeform 148"/>
              <p:cNvSpPr>
                <a:spLocks/>
              </p:cNvSpPr>
              <p:nvPr/>
            </p:nvSpPr>
            <p:spPr bwMode="auto">
              <a:xfrm>
                <a:off x="2705" y="2698"/>
                <a:ext cx="45" cy="273"/>
              </a:xfrm>
              <a:custGeom>
                <a:avLst/>
                <a:gdLst>
                  <a:gd name="T0" fmla="*/ 45 w 90"/>
                  <a:gd name="T1" fmla="*/ 272 h 545"/>
                  <a:gd name="T2" fmla="*/ 40 w 90"/>
                  <a:gd name="T3" fmla="*/ 0 h 545"/>
                  <a:gd name="T4" fmla="*/ 0 w 90"/>
                  <a:gd name="T5" fmla="*/ 1 h 545"/>
                  <a:gd name="T6" fmla="*/ 5 w 90"/>
                  <a:gd name="T7" fmla="*/ 273 h 545"/>
                  <a:gd name="T8" fmla="*/ 45 w 90"/>
                  <a:gd name="T9" fmla="*/ 272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545"/>
                  <a:gd name="T17" fmla="*/ 90 w 90"/>
                  <a:gd name="T18" fmla="*/ 545 h 5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545">
                    <a:moveTo>
                      <a:pt x="90" y="543"/>
                    </a:moveTo>
                    <a:lnTo>
                      <a:pt x="80" y="0"/>
                    </a:lnTo>
                    <a:lnTo>
                      <a:pt x="0" y="2"/>
                    </a:lnTo>
                    <a:lnTo>
                      <a:pt x="9" y="545"/>
                    </a:lnTo>
                    <a:lnTo>
                      <a:pt x="90" y="543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89" name="Freeform 149"/>
              <p:cNvSpPr>
                <a:spLocks/>
              </p:cNvSpPr>
              <p:nvPr/>
            </p:nvSpPr>
            <p:spPr bwMode="auto">
              <a:xfrm>
                <a:off x="2760" y="2743"/>
                <a:ext cx="45" cy="225"/>
              </a:xfrm>
              <a:custGeom>
                <a:avLst/>
                <a:gdLst>
                  <a:gd name="T0" fmla="*/ 45 w 90"/>
                  <a:gd name="T1" fmla="*/ 224 h 450"/>
                  <a:gd name="T2" fmla="*/ 40 w 90"/>
                  <a:gd name="T3" fmla="*/ 0 h 450"/>
                  <a:gd name="T4" fmla="*/ 0 w 90"/>
                  <a:gd name="T5" fmla="*/ 2 h 450"/>
                  <a:gd name="T6" fmla="*/ 5 w 90"/>
                  <a:gd name="T7" fmla="*/ 225 h 450"/>
                  <a:gd name="T8" fmla="*/ 45 w 90"/>
                  <a:gd name="T9" fmla="*/ 224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450"/>
                  <a:gd name="T17" fmla="*/ 90 w 90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450">
                    <a:moveTo>
                      <a:pt x="90" y="448"/>
                    </a:moveTo>
                    <a:lnTo>
                      <a:pt x="79" y="0"/>
                    </a:lnTo>
                    <a:lnTo>
                      <a:pt x="0" y="3"/>
                    </a:lnTo>
                    <a:lnTo>
                      <a:pt x="9" y="450"/>
                    </a:lnTo>
                    <a:lnTo>
                      <a:pt x="90" y="448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" name="Group 150"/>
            <p:cNvGrpSpPr>
              <a:grpSpLocks/>
            </p:cNvGrpSpPr>
            <p:nvPr/>
          </p:nvGrpSpPr>
          <p:grpSpPr bwMode="auto">
            <a:xfrm flipH="1">
              <a:off x="613" y="727"/>
              <a:ext cx="757" cy="737"/>
              <a:chOff x="1950" y="2534"/>
              <a:chExt cx="1547" cy="1277"/>
            </a:xfrm>
          </p:grpSpPr>
          <p:sp>
            <p:nvSpPr>
              <p:cNvPr id="8222" name="AutoShape 151"/>
              <p:cNvSpPr>
                <a:spLocks noChangeAspect="1" noChangeArrowheads="1" noTextEdit="1"/>
              </p:cNvSpPr>
              <p:nvPr/>
            </p:nvSpPr>
            <p:spPr bwMode="auto">
              <a:xfrm>
                <a:off x="1950" y="2537"/>
                <a:ext cx="1440" cy="1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3" name="AutoShape 152"/>
              <p:cNvSpPr>
                <a:spLocks noChangeAspect="1" noChangeArrowheads="1" noTextEdit="1"/>
              </p:cNvSpPr>
              <p:nvPr/>
            </p:nvSpPr>
            <p:spPr bwMode="auto">
              <a:xfrm>
                <a:off x="2366" y="2534"/>
                <a:ext cx="1131" cy="11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4" name="Freeform 153"/>
              <p:cNvSpPr>
                <a:spLocks/>
              </p:cNvSpPr>
              <p:nvPr/>
            </p:nvSpPr>
            <p:spPr bwMode="auto">
              <a:xfrm>
                <a:off x="2145" y="3062"/>
                <a:ext cx="921" cy="399"/>
              </a:xfrm>
              <a:custGeom>
                <a:avLst/>
                <a:gdLst>
                  <a:gd name="T0" fmla="*/ 0 w 921"/>
                  <a:gd name="T1" fmla="*/ 190 h 399"/>
                  <a:gd name="T2" fmla="*/ 522 w 921"/>
                  <a:gd name="T3" fmla="*/ 399 h 399"/>
                  <a:gd name="T4" fmla="*/ 913 w 921"/>
                  <a:gd name="T5" fmla="*/ 251 h 399"/>
                  <a:gd name="T6" fmla="*/ 921 w 921"/>
                  <a:gd name="T7" fmla="*/ 85 h 399"/>
                  <a:gd name="T8" fmla="*/ 680 w 921"/>
                  <a:gd name="T9" fmla="*/ 0 h 399"/>
                  <a:gd name="T10" fmla="*/ 0 w 921"/>
                  <a:gd name="T11" fmla="*/ 190 h 3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21"/>
                  <a:gd name="T19" fmla="*/ 0 h 399"/>
                  <a:gd name="T20" fmla="*/ 921 w 921"/>
                  <a:gd name="T21" fmla="*/ 399 h 3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21" h="399">
                    <a:moveTo>
                      <a:pt x="0" y="190"/>
                    </a:moveTo>
                    <a:lnTo>
                      <a:pt x="522" y="399"/>
                    </a:lnTo>
                    <a:lnTo>
                      <a:pt x="913" y="251"/>
                    </a:lnTo>
                    <a:lnTo>
                      <a:pt x="921" y="85"/>
                    </a:lnTo>
                    <a:lnTo>
                      <a:pt x="680" y="0"/>
                    </a:lnTo>
                    <a:lnTo>
                      <a:pt x="0" y="190"/>
                    </a:lnTo>
                    <a:close/>
                  </a:path>
                </a:pathLst>
              </a:custGeom>
              <a:blipFill dpi="0" rotWithShape="1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5" name="Freeform 154"/>
              <p:cNvSpPr>
                <a:spLocks/>
              </p:cNvSpPr>
              <p:nvPr/>
            </p:nvSpPr>
            <p:spPr bwMode="auto">
              <a:xfrm>
                <a:off x="3002" y="2631"/>
                <a:ext cx="338" cy="438"/>
              </a:xfrm>
              <a:custGeom>
                <a:avLst/>
                <a:gdLst>
                  <a:gd name="T0" fmla="*/ 266 w 676"/>
                  <a:gd name="T1" fmla="*/ 217 h 876"/>
                  <a:gd name="T2" fmla="*/ 271 w 676"/>
                  <a:gd name="T3" fmla="*/ 184 h 876"/>
                  <a:gd name="T4" fmla="*/ 271 w 676"/>
                  <a:gd name="T5" fmla="*/ 150 h 876"/>
                  <a:gd name="T6" fmla="*/ 265 w 676"/>
                  <a:gd name="T7" fmla="*/ 117 h 876"/>
                  <a:gd name="T8" fmla="*/ 255 w 676"/>
                  <a:gd name="T9" fmla="*/ 88 h 876"/>
                  <a:gd name="T10" fmla="*/ 240 w 676"/>
                  <a:gd name="T11" fmla="*/ 61 h 876"/>
                  <a:gd name="T12" fmla="*/ 222 w 676"/>
                  <a:gd name="T13" fmla="*/ 38 h 876"/>
                  <a:gd name="T14" fmla="*/ 200 w 676"/>
                  <a:gd name="T15" fmla="*/ 20 h 876"/>
                  <a:gd name="T16" fmla="*/ 176 w 676"/>
                  <a:gd name="T17" fmla="*/ 7 h 876"/>
                  <a:gd name="T18" fmla="*/ 150 w 676"/>
                  <a:gd name="T19" fmla="*/ 1 h 876"/>
                  <a:gd name="T20" fmla="*/ 122 w 676"/>
                  <a:gd name="T21" fmla="*/ 1 h 876"/>
                  <a:gd name="T22" fmla="*/ 95 w 676"/>
                  <a:gd name="T23" fmla="*/ 7 h 876"/>
                  <a:gd name="T24" fmla="*/ 71 w 676"/>
                  <a:gd name="T25" fmla="*/ 20 h 876"/>
                  <a:gd name="T26" fmla="*/ 49 w 676"/>
                  <a:gd name="T27" fmla="*/ 38 h 876"/>
                  <a:gd name="T28" fmla="*/ 31 w 676"/>
                  <a:gd name="T29" fmla="*/ 61 h 876"/>
                  <a:gd name="T30" fmla="*/ 17 w 676"/>
                  <a:gd name="T31" fmla="*/ 88 h 876"/>
                  <a:gd name="T32" fmla="*/ 6 w 676"/>
                  <a:gd name="T33" fmla="*/ 117 h 876"/>
                  <a:gd name="T34" fmla="*/ 1 w 676"/>
                  <a:gd name="T35" fmla="*/ 150 h 876"/>
                  <a:gd name="T36" fmla="*/ 1 w 676"/>
                  <a:gd name="T37" fmla="*/ 185 h 876"/>
                  <a:gd name="T38" fmla="*/ 5 w 676"/>
                  <a:gd name="T39" fmla="*/ 217 h 876"/>
                  <a:gd name="T40" fmla="*/ 15 w 676"/>
                  <a:gd name="T41" fmla="*/ 247 h 876"/>
                  <a:gd name="T42" fmla="*/ 28 w 676"/>
                  <a:gd name="T43" fmla="*/ 274 h 876"/>
                  <a:gd name="T44" fmla="*/ 45 w 676"/>
                  <a:gd name="T45" fmla="*/ 297 h 876"/>
                  <a:gd name="T46" fmla="*/ 66 w 676"/>
                  <a:gd name="T47" fmla="*/ 315 h 876"/>
                  <a:gd name="T48" fmla="*/ 89 w 676"/>
                  <a:gd name="T49" fmla="*/ 328 h 876"/>
                  <a:gd name="T50" fmla="*/ 115 w 676"/>
                  <a:gd name="T51" fmla="*/ 334 h 876"/>
                  <a:gd name="T52" fmla="*/ 133 w 676"/>
                  <a:gd name="T53" fmla="*/ 335 h 876"/>
                  <a:gd name="T54" fmla="*/ 139 w 676"/>
                  <a:gd name="T55" fmla="*/ 335 h 876"/>
                  <a:gd name="T56" fmla="*/ 145 w 676"/>
                  <a:gd name="T57" fmla="*/ 334 h 876"/>
                  <a:gd name="T58" fmla="*/ 151 w 676"/>
                  <a:gd name="T59" fmla="*/ 332 h 876"/>
                  <a:gd name="T60" fmla="*/ 138 w 676"/>
                  <a:gd name="T61" fmla="*/ 389 h 876"/>
                  <a:gd name="T62" fmla="*/ 143 w 676"/>
                  <a:gd name="T63" fmla="*/ 393 h 876"/>
                  <a:gd name="T64" fmla="*/ 157 w 676"/>
                  <a:gd name="T65" fmla="*/ 404 h 876"/>
                  <a:gd name="T66" fmla="*/ 178 w 676"/>
                  <a:gd name="T67" fmla="*/ 419 h 876"/>
                  <a:gd name="T68" fmla="*/ 205 w 676"/>
                  <a:gd name="T69" fmla="*/ 433 h 876"/>
                  <a:gd name="T70" fmla="*/ 220 w 676"/>
                  <a:gd name="T71" fmla="*/ 438 h 876"/>
                  <a:gd name="T72" fmla="*/ 235 w 676"/>
                  <a:gd name="T73" fmla="*/ 438 h 876"/>
                  <a:gd name="T74" fmla="*/ 251 w 676"/>
                  <a:gd name="T75" fmla="*/ 435 h 876"/>
                  <a:gd name="T76" fmla="*/ 266 w 676"/>
                  <a:gd name="T77" fmla="*/ 430 h 876"/>
                  <a:gd name="T78" fmla="*/ 279 w 676"/>
                  <a:gd name="T79" fmla="*/ 423 h 876"/>
                  <a:gd name="T80" fmla="*/ 291 w 676"/>
                  <a:gd name="T81" fmla="*/ 417 h 876"/>
                  <a:gd name="T82" fmla="*/ 301 w 676"/>
                  <a:gd name="T83" fmla="*/ 412 h 876"/>
                  <a:gd name="T84" fmla="*/ 309 w 676"/>
                  <a:gd name="T85" fmla="*/ 408 h 876"/>
                  <a:gd name="T86" fmla="*/ 320 w 676"/>
                  <a:gd name="T87" fmla="*/ 400 h 876"/>
                  <a:gd name="T88" fmla="*/ 329 w 676"/>
                  <a:gd name="T89" fmla="*/ 385 h 876"/>
                  <a:gd name="T90" fmla="*/ 336 w 676"/>
                  <a:gd name="T91" fmla="*/ 372 h 876"/>
                  <a:gd name="T92" fmla="*/ 338 w 676"/>
                  <a:gd name="T93" fmla="*/ 366 h 8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676"/>
                  <a:gd name="T142" fmla="*/ 0 h 876"/>
                  <a:gd name="T143" fmla="*/ 676 w 676"/>
                  <a:gd name="T144" fmla="*/ 876 h 87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676" h="876">
                    <a:moveTo>
                      <a:pt x="521" y="464"/>
                    </a:moveTo>
                    <a:lnTo>
                      <a:pt x="531" y="433"/>
                    </a:lnTo>
                    <a:lnTo>
                      <a:pt x="538" y="402"/>
                    </a:lnTo>
                    <a:lnTo>
                      <a:pt x="541" y="368"/>
                    </a:lnTo>
                    <a:lnTo>
                      <a:pt x="542" y="335"/>
                    </a:lnTo>
                    <a:lnTo>
                      <a:pt x="541" y="300"/>
                    </a:lnTo>
                    <a:lnTo>
                      <a:pt x="536" y="267"/>
                    </a:lnTo>
                    <a:lnTo>
                      <a:pt x="529" y="235"/>
                    </a:lnTo>
                    <a:lnTo>
                      <a:pt x="521" y="205"/>
                    </a:lnTo>
                    <a:lnTo>
                      <a:pt x="510" y="175"/>
                    </a:lnTo>
                    <a:lnTo>
                      <a:pt x="496" y="147"/>
                    </a:lnTo>
                    <a:lnTo>
                      <a:pt x="480" y="122"/>
                    </a:lnTo>
                    <a:lnTo>
                      <a:pt x="463" y="97"/>
                    </a:lnTo>
                    <a:lnTo>
                      <a:pt x="444" y="76"/>
                    </a:lnTo>
                    <a:lnTo>
                      <a:pt x="422" y="57"/>
                    </a:lnTo>
                    <a:lnTo>
                      <a:pt x="400" y="40"/>
                    </a:lnTo>
                    <a:lnTo>
                      <a:pt x="377" y="26"/>
                    </a:lnTo>
                    <a:lnTo>
                      <a:pt x="352" y="15"/>
                    </a:lnTo>
                    <a:lnTo>
                      <a:pt x="326" y="6"/>
                    </a:lnTo>
                    <a:lnTo>
                      <a:pt x="299" y="1"/>
                    </a:lnTo>
                    <a:lnTo>
                      <a:pt x="271" y="0"/>
                    </a:lnTo>
                    <a:lnTo>
                      <a:pt x="244" y="1"/>
                    </a:lnTo>
                    <a:lnTo>
                      <a:pt x="217" y="6"/>
                    </a:lnTo>
                    <a:lnTo>
                      <a:pt x="191" y="15"/>
                    </a:lnTo>
                    <a:lnTo>
                      <a:pt x="166" y="26"/>
                    </a:lnTo>
                    <a:lnTo>
                      <a:pt x="142" y="40"/>
                    </a:lnTo>
                    <a:lnTo>
                      <a:pt x="119" y="57"/>
                    </a:lnTo>
                    <a:lnTo>
                      <a:pt x="99" y="76"/>
                    </a:lnTo>
                    <a:lnTo>
                      <a:pt x="79" y="97"/>
                    </a:lnTo>
                    <a:lnTo>
                      <a:pt x="62" y="122"/>
                    </a:lnTo>
                    <a:lnTo>
                      <a:pt x="46" y="147"/>
                    </a:lnTo>
                    <a:lnTo>
                      <a:pt x="33" y="175"/>
                    </a:lnTo>
                    <a:lnTo>
                      <a:pt x="22" y="205"/>
                    </a:lnTo>
                    <a:lnTo>
                      <a:pt x="12" y="235"/>
                    </a:lnTo>
                    <a:lnTo>
                      <a:pt x="5" y="267"/>
                    </a:lnTo>
                    <a:lnTo>
                      <a:pt x="1" y="300"/>
                    </a:lnTo>
                    <a:lnTo>
                      <a:pt x="0" y="335"/>
                    </a:lnTo>
                    <a:lnTo>
                      <a:pt x="1" y="369"/>
                    </a:lnTo>
                    <a:lnTo>
                      <a:pt x="4" y="402"/>
                    </a:lnTo>
                    <a:lnTo>
                      <a:pt x="11" y="434"/>
                    </a:lnTo>
                    <a:lnTo>
                      <a:pt x="19" y="465"/>
                    </a:lnTo>
                    <a:lnTo>
                      <a:pt x="30" y="494"/>
                    </a:lnTo>
                    <a:lnTo>
                      <a:pt x="42" y="521"/>
                    </a:lnTo>
                    <a:lnTo>
                      <a:pt x="57" y="548"/>
                    </a:lnTo>
                    <a:lnTo>
                      <a:pt x="73" y="571"/>
                    </a:lnTo>
                    <a:lnTo>
                      <a:pt x="91" y="593"/>
                    </a:lnTo>
                    <a:lnTo>
                      <a:pt x="111" y="612"/>
                    </a:lnTo>
                    <a:lnTo>
                      <a:pt x="132" y="630"/>
                    </a:lnTo>
                    <a:lnTo>
                      <a:pt x="155" y="644"/>
                    </a:lnTo>
                    <a:lnTo>
                      <a:pt x="179" y="655"/>
                    </a:lnTo>
                    <a:lnTo>
                      <a:pt x="205" y="663"/>
                    </a:lnTo>
                    <a:lnTo>
                      <a:pt x="231" y="668"/>
                    </a:lnTo>
                    <a:lnTo>
                      <a:pt x="259" y="670"/>
                    </a:lnTo>
                    <a:lnTo>
                      <a:pt x="265" y="670"/>
                    </a:lnTo>
                    <a:lnTo>
                      <a:pt x="270" y="669"/>
                    </a:lnTo>
                    <a:lnTo>
                      <a:pt x="277" y="669"/>
                    </a:lnTo>
                    <a:lnTo>
                      <a:pt x="283" y="668"/>
                    </a:lnTo>
                    <a:lnTo>
                      <a:pt x="290" y="667"/>
                    </a:lnTo>
                    <a:lnTo>
                      <a:pt x="296" y="665"/>
                    </a:lnTo>
                    <a:lnTo>
                      <a:pt x="301" y="664"/>
                    </a:lnTo>
                    <a:lnTo>
                      <a:pt x="307" y="663"/>
                    </a:lnTo>
                    <a:lnTo>
                      <a:pt x="276" y="778"/>
                    </a:lnTo>
                    <a:lnTo>
                      <a:pt x="278" y="781"/>
                    </a:lnTo>
                    <a:lnTo>
                      <a:pt x="285" y="786"/>
                    </a:lnTo>
                    <a:lnTo>
                      <a:pt x="298" y="797"/>
                    </a:lnTo>
                    <a:lnTo>
                      <a:pt x="313" y="808"/>
                    </a:lnTo>
                    <a:lnTo>
                      <a:pt x="333" y="822"/>
                    </a:lnTo>
                    <a:lnTo>
                      <a:pt x="356" y="837"/>
                    </a:lnTo>
                    <a:lnTo>
                      <a:pt x="381" y="852"/>
                    </a:lnTo>
                    <a:lnTo>
                      <a:pt x="410" y="866"/>
                    </a:lnTo>
                    <a:lnTo>
                      <a:pt x="425" y="872"/>
                    </a:lnTo>
                    <a:lnTo>
                      <a:pt x="440" y="875"/>
                    </a:lnTo>
                    <a:lnTo>
                      <a:pt x="456" y="876"/>
                    </a:lnTo>
                    <a:lnTo>
                      <a:pt x="471" y="875"/>
                    </a:lnTo>
                    <a:lnTo>
                      <a:pt x="487" y="873"/>
                    </a:lnTo>
                    <a:lnTo>
                      <a:pt x="502" y="869"/>
                    </a:lnTo>
                    <a:lnTo>
                      <a:pt x="517" y="865"/>
                    </a:lnTo>
                    <a:lnTo>
                      <a:pt x="531" y="859"/>
                    </a:lnTo>
                    <a:lnTo>
                      <a:pt x="544" y="853"/>
                    </a:lnTo>
                    <a:lnTo>
                      <a:pt x="558" y="846"/>
                    </a:lnTo>
                    <a:lnTo>
                      <a:pt x="571" y="839"/>
                    </a:lnTo>
                    <a:lnTo>
                      <a:pt x="582" y="834"/>
                    </a:lnTo>
                    <a:lnTo>
                      <a:pt x="593" y="828"/>
                    </a:lnTo>
                    <a:lnTo>
                      <a:pt x="602" y="823"/>
                    </a:lnTo>
                    <a:lnTo>
                      <a:pt x="610" y="819"/>
                    </a:lnTo>
                    <a:lnTo>
                      <a:pt x="617" y="816"/>
                    </a:lnTo>
                    <a:lnTo>
                      <a:pt x="629" y="809"/>
                    </a:lnTo>
                    <a:lnTo>
                      <a:pt x="640" y="799"/>
                    </a:lnTo>
                    <a:lnTo>
                      <a:pt x="649" y="785"/>
                    </a:lnTo>
                    <a:lnTo>
                      <a:pt x="658" y="770"/>
                    </a:lnTo>
                    <a:lnTo>
                      <a:pt x="665" y="755"/>
                    </a:lnTo>
                    <a:lnTo>
                      <a:pt x="671" y="743"/>
                    </a:lnTo>
                    <a:lnTo>
                      <a:pt x="675" y="735"/>
                    </a:lnTo>
                    <a:lnTo>
                      <a:pt x="676" y="731"/>
                    </a:lnTo>
                    <a:lnTo>
                      <a:pt x="521" y="464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6" name="Freeform 155"/>
              <p:cNvSpPr>
                <a:spLocks/>
              </p:cNvSpPr>
              <p:nvPr/>
            </p:nvSpPr>
            <p:spPr bwMode="auto">
              <a:xfrm>
                <a:off x="3005" y="2536"/>
                <a:ext cx="491" cy="398"/>
              </a:xfrm>
              <a:custGeom>
                <a:avLst/>
                <a:gdLst>
                  <a:gd name="T0" fmla="*/ 488 w 983"/>
                  <a:gd name="T1" fmla="*/ 180 h 798"/>
                  <a:gd name="T2" fmla="*/ 481 w 983"/>
                  <a:gd name="T3" fmla="*/ 151 h 798"/>
                  <a:gd name="T4" fmla="*/ 470 w 983"/>
                  <a:gd name="T5" fmla="*/ 129 h 798"/>
                  <a:gd name="T6" fmla="*/ 450 w 983"/>
                  <a:gd name="T7" fmla="*/ 100 h 798"/>
                  <a:gd name="T8" fmla="*/ 425 w 983"/>
                  <a:gd name="T9" fmla="*/ 79 h 798"/>
                  <a:gd name="T10" fmla="*/ 391 w 983"/>
                  <a:gd name="T11" fmla="*/ 71 h 798"/>
                  <a:gd name="T12" fmla="*/ 360 w 983"/>
                  <a:gd name="T13" fmla="*/ 75 h 798"/>
                  <a:gd name="T14" fmla="*/ 332 w 983"/>
                  <a:gd name="T15" fmla="*/ 81 h 798"/>
                  <a:gd name="T16" fmla="*/ 311 w 983"/>
                  <a:gd name="T17" fmla="*/ 62 h 798"/>
                  <a:gd name="T18" fmla="*/ 282 w 983"/>
                  <a:gd name="T19" fmla="*/ 35 h 798"/>
                  <a:gd name="T20" fmla="*/ 243 w 983"/>
                  <a:gd name="T21" fmla="*/ 13 h 798"/>
                  <a:gd name="T22" fmla="*/ 216 w 983"/>
                  <a:gd name="T23" fmla="*/ 4 h 798"/>
                  <a:gd name="T24" fmla="*/ 188 w 983"/>
                  <a:gd name="T25" fmla="*/ 0 h 798"/>
                  <a:gd name="T26" fmla="*/ 158 w 983"/>
                  <a:gd name="T27" fmla="*/ 1 h 798"/>
                  <a:gd name="T28" fmla="*/ 132 w 983"/>
                  <a:gd name="T29" fmla="*/ 5 h 798"/>
                  <a:gd name="T30" fmla="*/ 109 w 983"/>
                  <a:gd name="T31" fmla="*/ 8 h 798"/>
                  <a:gd name="T32" fmla="*/ 87 w 983"/>
                  <a:gd name="T33" fmla="*/ 13 h 798"/>
                  <a:gd name="T34" fmla="*/ 69 w 983"/>
                  <a:gd name="T35" fmla="*/ 18 h 798"/>
                  <a:gd name="T36" fmla="*/ 53 w 983"/>
                  <a:gd name="T37" fmla="*/ 25 h 798"/>
                  <a:gd name="T38" fmla="*/ 20 w 983"/>
                  <a:gd name="T39" fmla="*/ 48 h 798"/>
                  <a:gd name="T40" fmla="*/ 3 w 983"/>
                  <a:gd name="T41" fmla="*/ 79 h 798"/>
                  <a:gd name="T42" fmla="*/ 1 w 983"/>
                  <a:gd name="T43" fmla="*/ 115 h 798"/>
                  <a:gd name="T44" fmla="*/ 11 w 983"/>
                  <a:gd name="T45" fmla="*/ 144 h 798"/>
                  <a:gd name="T46" fmla="*/ 34 w 983"/>
                  <a:gd name="T47" fmla="*/ 166 h 798"/>
                  <a:gd name="T48" fmla="*/ 67 w 983"/>
                  <a:gd name="T49" fmla="*/ 182 h 798"/>
                  <a:gd name="T50" fmla="*/ 109 w 983"/>
                  <a:gd name="T51" fmla="*/ 194 h 798"/>
                  <a:gd name="T52" fmla="*/ 159 w 983"/>
                  <a:gd name="T53" fmla="*/ 202 h 798"/>
                  <a:gd name="T54" fmla="*/ 179 w 983"/>
                  <a:gd name="T55" fmla="*/ 209 h 798"/>
                  <a:gd name="T56" fmla="*/ 199 w 983"/>
                  <a:gd name="T57" fmla="*/ 222 h 798"/>
                  <a:gd name="T58" fmla="*/ 210 w 983"/>
                  <a:gd name="T59" fmla="*/ 301 h 798"/>
                  <a:gd name="T60" fmla="*/ 216 w 983"/>
                  <a:gd name="T61" fmla="*/ 316 h 798"/>
                  <a:gd name="T62" fmla="*/ 237 w 983"/>
                  <a:gd name="T63" fmla="*/ 350 h 798"/>
                  <a:gd name="T64" fmla="*/ 269 w 983"/>
                  <a:gd name="T65" fmla="*/ 382 h 798"/>
                  <a:gd name="T66" fmla="*/ 298 w 983"/>
                  <a:gd name="T67" fmla="*/ 398 h 798"/>
                  <a:gd name="T68" fmla="*/ 324 w 983"/>
                  <a:gd name="T69" fmla="*/ 393 h 798"/>
                  <a:gd name="T70" fmla="*/ 344 w 983"/>
                  <a:gd name="T71" fmla="*/ 368 h 798"/>
                  <a:gd name="T72" fmla="*/ 347 w 983"/>
                  <a:gd name="T73" fmla="*/ 341 h 798"/>
                  <a:gd name="T74" fmla="*/ 345 w 983"/>
                  <a:gd name="T75" fmla="*/ 328 h 798"/>
                  <a:gd name="T76" fmla="*/ 355 w 983"/>
                  <a:gd name="T77" fmla="*/ 336 h 798"/>
                  <a:gd name="T78" fmla="*/ 378 w 983"/>
                  <a:gd name="T79" fmla="*/ 347 h 798"/>
                  <a:gd name="T80" fmla="*/ 405 w 983"/>
                  <a:gd name="T81" fmla="*/ 349 h 798"/>
                  <a:gd name="T82" fmla="*/ 443 w 983"/>
                  <a:gd name="T83" fmla="*/ 330 h 798"/>
                  <a:gd name="T84" fmla="*/ 477 w 983"/>
                  <a:gd name="T85" fmla="*/ 291 h 798"/>
                  <a:gd name="T86" fmla="*/ 490 w 983"/>
                  <a:gd name="T87" fmla="*/ 236 h 79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83"/>
                  <a:gd name="T133" fmla="*/ 0 h 798"/>
                  <a:gd name="T134" fmla="*/ 983 w 983"/>
                  <a:gd name="T135" fmla="*/ 798 h 79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83" h="798">
                    <a:moveTo>
                      <a:pt x="982" y="406"/>
                    </a:moveTo>
                    <a:lnTo>
                      <a:pt x="979" y="383"/>
                    </a:lnTo>
                    <a:lnTo>
                      <a:pt x="977" y="361"/>
                    </a:lnTo>
                    <a:lnTo>
                      <a:pt x="972" y="341"/>
                    </a:lnTo>
                    <a:lnTo>
                      <a:pt x="968" y="322"/>
                    </a:lnTo>
                    <a:lnTo>
                      <a:pt x="962" y="303"/>
                    </a:lnTo>
                    <a:lnTo>
                      <a:pt x="955" y="287"/>
                    </a:lnTo>
                    <a:lnTo>
                      <a:pt x="948" y="272"/>
                    </a:lnTo>
                    <a:lnTo>
                      <a:pt x="940" y="259"/>
                    </a:lnTo>
                    <a:lnTo>
                      <a:pt x="926" y="238"/>
                    </a:lnTo>
                    <a:lnTo>
                      <a:pt x="914" y="218"/>
                    </a:lnTo>
                    <a:lnTo>
                      <a:pt x="900" y="200"/>
                    </a:lnTo>
                    <a:lnTo>
                      <a:pt x="886" y="184"/>
                    </a:lnTo>
                    <a:lnTo>
                      <a:pt x="870" y="171"/>
                    </a:lnTo>
                    <a:lnTo>
                      <a:pt x="850" y="159"/>
                    </a:lnTo>
                    <a:lnTo>
                      <a:pt x="829" y="150"/>
                    </a:lnTo>
                    <a:lnTo>
                      <a:pt x="803" y="144"/>
                    </a:lnTo>
                    <a:lnTo>
                      <a:pt x="782" y="143"/>
                    </a:lnTo>
                    <a:lnTo>
                      <a:pt x="762" y="144"/>
                    </a:lnTo>
                    <a:lnTo>
                      <a:pt x="741" y="147"/>
                    </a:lnTo>
                    <a:lnTo>
                      <a:pt x="720" y="150"/>
                    </a:lnTo>
                    <a:lnTo>
                      <a:pt x="701" y="155"/>
                    </a:lnTo>
                    <a:lnTo>
                      <a:pt x="682" y="158"/>
                    </a:lnTo>
                    <a:lnTo>
                      <a:pt x="665" y="162"/>
                    </a:lnTo>
                    <a:lnTo>
                      <a:pt x="651" y="164"/>
                    </a:lnTo>
                    <a:lnTo>
                      <a:pt x="638" y="144"/>
                    </a:lnTo>
                    <a:lnTo>
                      <a:pt x="622" y="125"/>
                    </a:lnTo>
                    <a:lnTo>
                      <a:pt x="605" y="105"/>
                    </a:lnTo>
                    <a:lnTo>
                      <a:pt x="586" y="87"/>
                    </a:lnTo>
                    <a:lnTo>
                      <a:pt x="564" y="70"/>
                    </a:lnTo>
                    <a:lnTo>
                      <a:pt x="539" y="53"/>
                    </a:lnTo>
                    <a:lnTo>
                      <a:pt x="514" y="38"/>
                    </a:lnTo>
                    <a:lnTo>
                      <a:pt x="486" y="26"/>
                    </a:lnTo>
                    <a:lnTo>
                      <a:pt x="469" y="19"/>
                    </a:lnTo>
                    <a:lnTo>
                      <a:pt x="451" y="13"/>
                    </a:lnTo>
                    <a:lnTo>
                      <a:pt x="432" y="9"/>
                    </a:lnTo>
                    <a:lnTo>
                      <a:pt x="414" y="5"/>
                    </a:lnTo>
                    <a:lnTo>
                      <a:pt x="395" y="2"/>
                    </a:lnTo>
                    <a:lnTo>
                      <a:pt x="376" y="0"/>
                    </a:lnTo>
                    <a:lnTo>
                      <a:pt x="355" y="0"/>
                    </a:lnTo>
                    <a:lnTo>
                      <a:pt x="336" y="2"/>
                    </a:lnTo>
                    <a:lnTo>
                      <a:pt x="317" y="3"/>
                    </a:lnTo>
                    <a:lnTo>
                      <a:pt x="299" y="5"/>
                    </a:lnTo>
                    <a:lnTo>
                      <a:pt x="281" y="7"/>
                    </a:lnTo>
                    <a:lnTo>
                      <a:pt x="265" y="10"/>
                    </a:lnTo>
                    <a:lnTo>
                      <a:pt x="249" y="12"/>
                    </a:lnTo>
                    <a:lnTo>
                      <a:pt x="233" y="14"/>
                    </a:lnTo>
                    <a:lnTo>
                      <a:pt x="218" y="17"/>
                    </a:lnTo>
                    <a:lnTo>
                      <a:pt x="203" y="20"/>
                    </a:lnTo>
                    <a:lnTo>
                      <a:pt x="189" y="23"/>
                    </a:lnTo>
                    <a:lnTo>
                      <a:pt x="175" y="27"/>
                    </a:lnTo>
                    <a:lnTo>
                      <a:pt x="163" y="30"/>
                    </a:lnTo>
                    <a:lnTo>
                      <a:pt x="150" y="34"/>
                    </a:lnTo>
                    <a:lnTo>
                      <a:pt x="139" y="37"/>
                    </a:lnTo>
                    <a:lnTo>
                      <a:pt x="127" y="42"/>
                    </a:lnTo>
                    <a:lnTo>
                      <a:pt x="117" y="47"/>
                    </a:lnTo>
                    <a:lnTo>
                      <a:pt x="106" y="51"/>
                    </a:lnTo>
                    <a:lnTo>
                      <a:pt x="81" y="65"/>
                    </a:lnTo>
                    <a:lnTo>
                      <a:pt x="59" y="80"/>
                    </a:lnTo>
                    <a:lnTo>
                      <a:pt x="41" y="97"/>
                    </a:lnTo>
                    <a:lnTo>
                      <a:pt x="26" y="116"/>
                    </a:lnTo>
                    <a:lnTo>
                      <a:pt x="14" y="136"/>
                    </a:lnTo>
                    <a:lnTo>
                      <a:pt x="6" y="159"/>
                    </a:lnTo>
                    <a:lnTo>
                      <a:pt x="2" y="184"/>
                    </a:lnTo>
                    <a:lnTo>
                      <a:pt x="0" y="209"/>
                    </a:lnTo>
                    <a:lnTo>
                      <a:pt x="2" y="231"/>
                    </a:lnTo>
                    <a:lnTo>
                      <a:pt x="6" y="252"/>
                    </a:lnTo>
                    <a:lnTo>
                      <a:pt x="13" y="271"/>
                    </a:lnTo>
                    <a:lnTo>
                      <a:pt x="23" y="288"/>
                    </a:lnTo>
                    <a:lnTo>
                      <a:pt x="36" y="305"/>
                    </a:lnTo>
                    <a:lnTo>
                      <a:pt x="51" y="320"/>
                    </a:lnTo>
                    <a:lnTo>
                      <a:pt x="68" y="332"/>
                    </a:lnTo>
                    <a:lnTo>
                      <a:pt x="88" y="344"/>
                    </a:lnTo>
                    <a:lnTo>
                      <a:pt x="110" y="355"/>
                    </a:lnTo>
                    <a:lnTo>
                      <a:pt x="134" y="365"/>
                    </a:lnTo>
                    <a:lnTo>
                      <a:pt x="161" y="374"/>
                    </a:lnTo>
                    <a:lnTo>
                      <a:pt x="189" y="382"/>
                    </a:lnTo>
                    <a:lnTo>
                      <a:pt x="219" y="389"/>
                    </a:lnTo>
                    <a:lnTo>
                      <a:pt x="250" y="394"/>
                    </a:lnTo>
                    <a:lnTo>
                      <a:pt x="285" y="400"/>
                    </a:lnTo>
                    <a:lnTo>
                      <a:pt x="319" y="406"/>
                    </a:lnTo>
                    <a:lnTo>
                      <a:pt x="330" y="408"/>
                    </a:lnTo>
                    <a:lnTo>
                      <a:pt x="344" y="413"/>
                    </a:lnTo>
                    <a:lnTo>
                      <a:pt x="359" y="419"/>
                    </a:lnTo>
                    <a:lnTo>
                      <a:pt x="374" y="427"/>
                    </a:lnTo>
                    <a:lnTo>
                      <a:pt x="386" y="436"/>
                    </a:lnTo>
                    <a:lnTo>
                      <a:pt x="398" y="445"/>
                    </a:lnTo>
                    <a:lnTo>
                      <a:pt x="405" y="456"/>
                    </a:lnTo>
                    <a:lnTo>
                      <a:pt x="407" y="467"/>
                    </a:lnTo>
                    <a:lnTo>
                      <a:pt x="421" y="603"/>
                    </a:lnTo>
                    <a:lnTo>
                      <a:pt x="422" y="606"/>
                    </a:lnTo>
                    <a:lnTo>
                      <a:pt x="427" y="618"/>
                    </a:lnTo>
                    <a:lnTo>
                      <a:pt x="433" y="634"/>
                    </a:lnTo>
                    <a:lnTo>
                      <a:pt x="445" y="655"/>
                    </a:lnTo>
                    <a:lnTo>
                      <a:pt x="458" y="678"/>
                    </a:lnTo>
                    <a:lnTo>
                      <a:pt x="474" y="702"/>
                    </a:lnTo>
                    <a:lnTo>
                      <a:pt x="493" y="725"/>
                    </a:lnTo>
                    <a:lnTo>
                      <a:pt x="516" y="747"/>
                    </a:lnTo>
                    <a:lnTo>
                      <a:pt x="539" y="765"/>
                    </a:lnTo>
                    <a:lnTo>
                      <a:pt x="560" y="779"/>
                    </a:lnTo>
                    <a:lnTo>
                      <a:pt x="579" y="790"/>
                    </a:lnTo>
                    <a:lnTo>
                      <a:pt x="597" y="797"/>
                    </a:lnTo>
                    <a:lnTo>
                      <a:pt x="614" y="798"/>
                    </a:lnTo>
                    <a:lnTo>
                      <a:pt x="630" y="794"/>
                    </a:lnTo>
                    <a:lnTo>
                      <a:pt x="648" y="787"/>
                    </a:lnTo>
                    <a:lnTo>
                      <a:pt x="665" y="774"/>
                    </a:lnTo>
                    <a:lnTo>
                      <a:pt x="680" y="756"/>
                    </a:lnTo>
                    <a:lnTo>
                      <a:pt x="689" y="738"/>
                    </a:lnTo>
                    <a:lnTo>
                      <a:pt x="694" y="718"/>
                    </a:lnTo>
                    <a:lnTo>
                      <a:pt x="696" y="700"/>
                    </a:lnTo>
                    <a:lnTo>
                      <a:pt x="695" y="684"/>
                    </a:lnTo>
                    <a:lnTo>
                      <a:pt x="693" y="670"/>
                    </a:lnTo>
                    <a:lnTo>
                      <a:pt x="691" y="662"/>
                    </a:lnTo>
                    <a:lnTo>
                      <a:pt x="690" y="658"/>
                    </a:lnTo>
                    <a:lnTo>
                      <a:pt x="693" y="661"/>
                    </a:lnTo>
                    <a:lnTo>
                      <a:pt x="700" y="665"/>
                    </a:lnTo>
                    <a:lnTo>
                      <a:pt x="710" y="673"/>
                    </a:lnTo>
                    <a:lnTo>
                      <a:pt x="724" y="681"/>
                    </a:lnTo>
                    <a:lnTo>
                      <a:pt x="739" y="689"/>
                    </a:lnTo>
                    <a:lnTo>
                      <a:pt x="756" y="696"/>
                    </a:lnTo>
                    <a:lnTo>
                      <a:pt x="773" y="701"/>
                    </a:lnTo>
                    <a:lnTo>
                      <a:pt x="791" y="702"/>
                    </a:lnTo>
                    <a:lnTo>
                      <a:pt x="810" y="699"/>
                    </a:lnTo>
                    <a:lnTo>
                      <a:pt x="834" y="689"/>
                    </a:lnTo>
                    <a:lnTo>
                      <a:pt x="860" y="677"/>
                    </a:lnTo>
                    <a:lnTo>
                      <a:pt x="886" y="661"/>
                    </a:lnTo>
                    <a:lnTo>
                      <a:pt x="911" y="639"/>
                    </a:lnTo>
                    <a:lnTo>
                      <a:pt x="934" y="613"/>
                    </a:lnTo>
                    <a:lnTo>
                      <a:pt x="954" y="583"/>
                    </a:lnTo>
                    <a:lnTo>
                      <a:pt x="967" y="550"/>
                    </a:lnTo>
                    <a:lnTo>
                      <a:pt x="975" y="512"/>
                    </a:lnTo>
                    <a:lnTo>
                      <a:pt x="981" y="474"/>
                    </a:lnTo>
                    <a:lnTo>
                      <a:pt x="983" y="439"/>
                    </a:lnTo>
                    <a:lnTo>
                      <a:pt x="982" y="406"/>
                    </a:lnTo>
                    <a:close/>
                  </a:path>
                </a:pathLst>
              </a:custGeom>
              <a:solidFill>
                <a:srgbClr val="66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7" name="Freeform 156"/>
              <p:cNvSpPr>
                <a:spLocks/>
              </p:cNvSpPr>
              <p:nvPr/>
            </p:nvSpPr>
            <p:spPr bwMode="auto">
              <a:xfrm>
                <a:off x="2615" y="3448"/>
                <a:ext cx="675" cy="230"/>
              </a:xfrm>
              <a:custGeom>
                <a:avLst/>
                <a:gdLst>
                  <a:gd name="T0" fmla="*/ 10 w 1349"/>
                  <a:gd name="T1" fmla="*/ 230 h 461"/>
                  <a:gd name="T2" fmla="*/ 675 w 1349"/>
                  <a:gd name="T3" fmla="*/ 230 h 461"/>
                  <a:gd name="T4" fmla="*/ 529 w 1349"/>
                  <a:gd name="T5" fmla="*/ 41 h 461"/>
                  <a:gd name="T6" fmla="*/ 528 w 1349"/>
                  <a:gd name="T7" fmla="*/ 41 h 461"/>
                  <a:gd name="T8" fmla="*/ 525 w 1349"/>
                  <a:gd name="T9" fmla="*/ 41 h 461"/>
                  <a:gd name="T10" fmla="*/ 521 w 1349"/>
                  <a:gd name="T11" fmla="*/ 40 h 461"/>
                  <a:gd name="T12" fmla="*/ 516 w 1349"/>
                  <a:gd name="T13" fmla="*/ 39 h 461"/>
                  <a:gd name="T14" fmla="*/ 509 w 1349"/>
                  <a:gd name="T15" fmla="*/ 37 h 461"/>
                  <a:gd name="T16" fmla="*/ 501 w 1349"/>
                  <a:gd name="T17" fmla="*/ 36 h 461"/>
                  <a:gd name="T18" fmla="*/ 492 w 1349"/>
                  <a:gd name="T19" fmla="*/ 34 h 461"/>
                  <a:gd name="T20" fmla="*/ 482 w 1349"/>
                  <a:gd name="T21" fmla="*/ 32 h 461"/>
                  <a:gd name="T22" fmla="*/ 471 w 1349"/>
                  <a:gd name="T23" fmla="*/ 30 h 461"/>
                  <a:gd name="T24" fmla="*/ 458 w 1349"/>
                  <a:gd name="T25" fmla="*/ 28 h 461"/>
                  <a:gd name="T26" fmla="*/ 446 w 1349"/>
                  <a:gd name="T27" fmla="*/ 26 h 461"/>
                  <a:gd name="T28" fmla="*/ 432 w 1349"/>
                  <a:gd name="T29" fmla="*/ 23 h 461"/>
                  <a:gd name="T30" fmla="*/ 418 w 1349"/>
                  <a:gd name="T31" fmla="*/ 21 h 461"/>
                  <a:gd name="T32" fmla="*/ 403 w 1349"/>
                  <a:gd name="T33" fmla="*/ 19 h 461"/>
                  <a:gd name="T34" fmla="*/ 388 w 1349"/>
                  <a:gd name="T35" fmla="*/ 17 h 461"/>
                  <a:gd name="T36" fmla="*/ 372 w 1349"/>
                  <a:gd name="T37" fmla="*/ 14 h 461"/>
                  <a:gd name="T38" fmla="*/ 356 w 1349"/>
                  <a:gd name="T39" fmla="*/ 12 h 461"/>
                  <a:gd name="T40" fmla="*/ 340 w 1349"/>
                  <a:gd name="T41" fmla="*/ 10 h 461"/>
                  <a:gd name="T42" fmla="*/ 324 w 1349"/>
                  <a:gd name="T43" fmla="*/ 8 h 461"/>
                  <a:gd name="T44" fmla="*/ 308 w 1349"/>
                  <a:gd name="T45" fmla="*/ 6 h 461"/>
                  <a:gd name="T46" fmla="*/ 291 w 1349"/>
                  <a:gd name="T47" fmla="*/ 4 h 461"/>
                  <a:gd name="T48" fmla="*/ 275 w 1349"/>
                  <a:gd name="T49" fmla="*/ 3 h 461"/>
                  <a:gd name="T50" fmla="*/ 260 w 1349"/>
                  <a:gd name="T51" fmla="*/ 2 h 461"/>
                  <a:gd name="T52" fmla="*/ 244 w 1349"/>
                  <a:gd name="T53" fmla="*/ 1 h 461"/>
                  <a:gd name="T54" fmla="*/ 230 w 1349"/>
                  <a:gd name="T55" fmla="*/ 0 h 461"/>
                  <a:gd name="T56" fmla="*/ 215 w 1349"/>
                  <a:gd name="T57" fmla="*/ 0 h 461"/>
                  <a:gd name="T58" fmla="*/ 202 w 1349"/>
                  <a:gd name="T59" fmla="*/ 0 h 461"/>
                  <a:gd name="T60" fmla="*/ 188 w 1349"/>
                  <a:gd name="T61" fmla="*/ 0 h 461"/>
                  <a:gd name="T62" fmla="*/ 176 w 1349"/>
                  <a:gd name="T63" fmla="*/ 2 h 461"/>
                  <a:gd name="T64" fmla="*/ 165 w 1349"/>
                  <a:gd name="T65" fmla="*/ 3 h 461"/>
                  <a:gd name="T66" fmla="*/ 154 w 1349"/>
                  <a:gd name="T67" fmla="*/ 4 h 461"/>
                  <a:gd name="T68" fmla="*/ 145 w 1349"/>
                  <a:gd name="T69" fmla="*/ 7 h 461"/>
                  <a:gd name="T70" fmla="*/ 138 w 1349"/>
                  <a:gd name="T71" fmla="*/ 9 h 461"/>
                  <a:gd name="T72" fmla="*/ 131 w 1349"/>
                  <a:gd name="T73" fmla="*/ 11 h 461"/>
                  <a:gd name="T74" fmla="*/ 124 w 1349"/>
                  <a:gd name="T75" fmla="*/ 14 h 461"/>
                  <a:gd name="T76" fmla="*/ 116 w 1349"/>
                  <a:gd name="T77" fmla="*/ 17 h 461"/>
                  <a:gd name="T78" fmla="*/ 108 w 1349"/>
                  <a:gd name="T79" fmla="*/ 21 h 461"/>
                  <a:gd name="T80" fmla="*/ 99 w 1349"/>
                  <a:gd name="T81" fmla="*/ 25 h 461"/>
                  <a:gd name="T82" fmla="*/ 91 w 1349"/>
                  <a:gd name="T83" fmla="*/ 30 h 461"/>
                  <a:gd name="T84" fmla="*/ 82 w 1349"/>
                  <a:gd name="T85" fmla="*/ 34 h 461"/>
                  <a:gd name="T86" fmla="*/ 74 w 1349"/>
                  <a:gd name="T87" fmla="*/ 40 h 461"/>
                  <a:gd name="T88" fmla="*/ 66 w 1349"/>
                  <a:gd name="T89" fmla="*/ 45 h 461"/>
                  <a:gd name="T90" fmla="*/ 58 w 1349"/>
                  <a:gd name="T91" fmla="*/ 51 h 461"/>
                  <a:gd name="T92" fmla="*/ 50 w 1349"/>
                  <a:gd name="T93" fmla="*/ 57 h 461"/>
                  <a:gd name="T94" fmla="*/ 42 w 1349"/>
                  <a:gd name="T95" fmla="*/ 64 h 461"/>
                  <a:gd name="T96" fmla="*/ 35 w 1349"/>
                  <a:gd name="T97" fmla="*/ 71 h 461"/>
                  <a:gd name="T98" fmla="*/ 29 w 1349"/>
                  <a:gd name="T99" fmla="*/ 79 h 461"/>
                  <a:gd name="T100" fmla="*/ 23 w 1349"/>
                  <a:gd name="T101" fmla="*/ 87 h 461"/>
                  <a:gd name="T102" fmla="*/ 10 w 1349"/>
                  <a:gd name="T103" fmla="*/ 111 h 461"/>
                  <a:gd name="T104" fmla="*/ 3 w 1349"/>
                  <a:gd name="T105" fmla="*/ 135 h 461"/>
                  <a:gd name="T106" fmla="*/ 0 w 1349"/>
                  <a:gd name="T107" fmla="*/ 159 h 461"/>
                  <a:gd name="T108" fmla="*/ 0 w 1349"/>
                  <a:gd name="T109" fmla="*/ 182 h 461"/>
                  <a:gd name="T110" fmla="*/ 3 w 1349"/>
                  <a:gd name="T111" fmla="*/ 202 h 461"/>
                  <a:gd name="T112" fmla="*/ 6 w 1349"/>
                  <a:gd name="T113" fmla="*/ 216 h 461"/>
                  <a:gd name="T114" fmla="*/ 9 w 1349"/>
                  <a:gd name="T115" fmla="*/ 227 h 461"/>
                  <a:gd name="T116" fmla="*/ 10 w 1349"/>
                  <a:gd name="T117" fmla="*/ 230 h 461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349"/>
                  <a:gd name="T178" fmla="*/ 0 h 461"/>
                  <a:gd name="T179" fmla="*/ 1349 w 1349"/>
                  <a:gd name="T180" fmla="*/ 461 h 461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349" h="461">
                    <a:moveTo>
                      <a:pt x="19" y="461"/>
                    </a:moveTo>
                    <a:lnTo>
                      <a:pt x="1349" y="461"/>
                    </a:lnTo>
                    <a:lnTo>
                      <a:pt x="1057" y="83"/>
                    </a:lnTo>
                    <a:lnTo>
                      <a:pt x="1056" y="83"/>
                    </a:lnTo>
                    <a:lnTo>
                      <a:pt x="1050" y="82"/>
                    </a:lnTo>
                    <a:lnTo>
                      <a:pt x="1042" y="80"/>
                    </a:lnTo>
                    <a:lnTo>
                      <a:pt x="1031" y="79"/>
                    </a:lnTo>
                    <a:lnTo>
                      <a:pt x="1018" y="75"/>
                    </a:lnTo>
                    <a:lnTo>
                      <a:pt x="1002" y="73"/>
                    </a:lnTo>
                    <a:lnTo>
                      <a:pt x="984" y="68"/>
                    </a:lnTo>
                    <a:lnTo>
                      <a:pt x="964" y="65"/>
                    </a:lnTo>
                    <a:lnTo>
                      <a:pt x="941" y="61"/>
                    </a:lnTo>
                    <a:lnTo>
                      <a:pt x="916" y="57"/>
                    </a:lnTo>
                    <a:lnTo>
                      <a:pt x="891" y="52"/>
                    </a:lnTo>
                    <a:lnTo>
                      <a:pt x="863" y="47"/>
                    </a:lnTo>
                    <a:lnTo>
                      <a:pt x="835" y="43"/>
                    </a:lnTo>
                    <a:lnTo>
                      <a:pt x="805" y="38"/>
                    </a:lnTo>
                    <a:lnTo>
                      <a:pt x="775" y="34"/>
                    </a:lnTo>
                    <a:lnTo>
                      <a:pt x="744" y="29"/>
                    </a:lnTo>
                    <a:lnTo>
                      <a:pt x="711" y="24"/>
                    </a:lnTo>
                    <a:lnTo>
                      <a:pt x="679" y="20"/>
                    </a:lnTo>
                    <a:lnTo>
                      <a:pt x="647" y="16"/>
                    </a:lnTo>
                    <a:lnTo>
                      <a:pt x="615" y="13"/>
                    </a:lnTo>
                    <a:lnTo>
                      <a:pt x="582" y="9"/>
                    </a:lnTo>
                    <a:lnTo>
                      <a:pt x="550" y="7"/>
                    </a:lnTo>
                    <a:lnTo>
                      <a:pt x="519" y="5"/>
                    </a:lnTo>
                    <a:lnTo>
                      <a:pt x="488" y="3"/>
                    </a:lnTo>
                    <a:lnTo>
                      <a:pt x="459" y="1"/>
                    </a:lnTo>
                    <a:lnTo>
                      <a:pt x="430" y="0"/>
                    </a:lnTo>
                    <a:lnTo>
                      <a:pt x="403" y="1"/>
                    </a:lnTo>
                    <a:lnTo>
                      <a:pt x="376" y="1"/>
                    </a:lnTo>
                    <a:lnTo>
                      <a:pt x="352" y="4"/>
                    </a:lnTo>
                    <a:lnTo>
                      <a:pt x="329" y="6"/>
                    </a:lnTo>
                    <a:lnTo>
                      <a:pt x="308" y="9"/>
                    </a:lnTo>
                    <a:lnTo>
                      <a:pt x="290" y="14"/>
                    </a:lnTo>
                    <a:lnTo>
                      <a:pt x="276" y="19"/>
                    </a:lnTo>
                    <a:lnTo>
                      <a:pt x="262" y="23"/>
                    </a:lnTo>
                    <a:lnTo>
                      <a:pt x="247" y="29"/>
                    </a:lnTo>
                    <a:lnTo>
                      <a:pt x="231" y="35"/>
                    </a:lnTo>
                    <a:lnTo>
                      <a:pt x="215" y="43"/>
                    </a:lnTo>
                    <a:lnTo>
                      <a:pt x="198" y="51"/>
                    </a:lnTo>
                    <a:lnTo>
                      <a:pt x="182" y="60"/>
                    </a:lnTo>
                    <a:lnTo>
                      <a:pt x="164" y="69"/>
                    </a:lnTo>
                    <a:lnTo>
                      <a:pt x="147" y="80"/>
                    </a:lnTo>
                    <a:lnTo>
                      <a:pt x="131" y="91"/>
                    </a:lnTo>
                    <a:lnTo>
                      <a:pt x="115" y="103"/>
                    </a:lnTo>
                    <a:lnTo>
                      <a:pt x="99" y="115"/>
                    </a:lnTo>
                    <a:lnTo>
                      <a:pt x="84" y="129"/>
                    </a:lnTo>
                    <a:lnTo>
                      <a:pt x="70" y="143"/>
                    </a:lnTo>
                    <a:lnTo>
                      <a:pt x="57" y="158"/>
                    </a:lnTo>
                    <a:lnTo>
                      <a:pt x="46" y="174"/>
                    </a:lnTo>
                    <a:lnTo>
                      <a:pt x="19" y="223"/>
                    </a:lnTo>
                    <a:lnTo>
                      <a:pt x="5" y="271"/>
                    </a:lnTo>
                    <a:lnTo>
                      <a:pt x="0" y="319"/>
                    </a:lnTo>
                    <a:lnTo>
                      <a:pt x="0" y="364"/>
                    </a:lnTo>
                    <a:lnTo>
                      <a:pt x="5" y="404"/>
                    </a:lnTo>
                    <a:lnTo>
                      <a:pt x="11" y="433"/>
                    </a:lnTo>
                    <a:lnTo>
                      <a:pt x="17" y="454"/>
                    </a:lnTo>
                    <a:lnTo>
                      <a:pt x="19" y="461"/>
                    </a:lnTo>
                    <a:close/>
                  </a:path>
                </a:pathLst>
              </a:custGeom>
              <a:solidFill>
                <a:srgbClr val="0035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8" name="Freeform 157"/>
              <p:cNvSpPr>
                <a:spLocks/>
              </p:cNvSpPr>
              <p:nvPr/>
            </p:nvSpPr>
            <p:spPr bwMode="auto">
              <a:xfrm>
                <a:off x="2759" y="2982"/>
                <a:ext cx="688" cy="680"/>
              </a:xfrm>
              <a:custGeom>
                <a:avLst/>
                <a:gdLst>
                  <a:gd name="T0" fmla="*/ 381 w 1375"/>
                  <a:gd name="T1" fmla="*/ 22 h 1360"/>
                  <a:gd name="T2" fmla="*/ 361 w 1375"/>
                  <a:gd name="T3" fmla="*/ 28 h 1360"/>
                  <a:gd name="T4" fmla="*/ 330 w 1375"/>
                  <a:gd name="T5" fmla="*/ 38 h 1360"/>
                  <a:gd name="T6" fmla="*/ 295 w 1375"/>
                  <a:gd name="T7" fmla="*/ 55 h 1360"/>
                  <a:gd name="T8" fmla="*/ 263 w 1375"/>
                  <a:gd name="T9" fmla="*/ 81 h 1360"/>
                  <a:gd name="T10" fmla="*/ 236 w 1375"/>
                  <a:gd name="T11" fmla="*/ 120 h 1360"/>
                  <a:gd name="T12" fmla="*/ 217 w 1375"/>
                  <a:gd name="T13" fmla="*/ 169 h 1360"/>
                  <a:gd name="T14" fmla="*/ 204 w 1375"/>
                  <a:gd name="T15" fmla="*/ 230 h 1360"/>
                  <a:gd name="T16" fmla="*/ 195 w 1375"/>
                  <a:gd name="T17" fmla="*/ 313 h 1360"/>
                  <a:gd name="T18" fmla="*/ 185 w 1375"/>
                  <a:gd name="T19" fmla="*/ 380 h 1360"/>
                  <a:gd name="T20" fmla="*/ 158 w 1375"/>
                  <a:gd name="T21" fmla="*/ 411 h 1360"/>
                  <a:gd name="T22" fmla="*/ 116 w 1375"/>
                  <a:gd name="T23" fmla="*/ 388 h 1360"/>
                  <a:gd name="T24" fmla="*/ 91 w 1375"/>
                  <a:gd name="T25" fmla="*/ 342 h 1360"/>
                  <a:gd name="T26" fmla="*/ 0 w 1375"/>
                  <a:gd name="T27" fmla="*/ 373 h 1360"/>
                  <a:gd name="T28" fmla="*/ 4 w 1375"/>
                  <a:gd name="T29" fmla="*/ 388 h 1360"/>
                  <a:gd name="T30" fmla="*/ 16 w 1375"/>
                  <a:gd name="T31" fmla="*/ 426 h 1360"/>
                  <a:gd name="T32" fmla="*/ 32 w 1375"/>
                  <a:gd name="T33" fmla="*/ 468 h 1360"/>
                  <a:gd name="T34" fmla="*/ 49 w 1375"/>
                  <a:gd name="T35" fmla="*/ 496 h 1360"/>
                  <a:gd name="T36" fmla="*/ 71 w 1375"/>
                  <a:gd name="T37" fmla="*/ 523 h 1360"/>
                  <a:gd name="T38" fmla="*/ 97 w 1375"/>
                  <a:gd name="T39" fmla="*/ 547 h 1360"/>
                  <a:gd name="T40" fmla="*/ 121 w 1375"/>
                  <a:gd name="T41" fmla="*/ 563 h 1360"/>
                  <a:gd name="T42" fmla="*/ 142 w 1375"/>
                  <a:gd name="T43" fmla="*/ 571 h 1360"/>
                  <a:gd name="T44" fmla="*/ 164 w 1375"/>
                  <a:gd name="T45" fmla="*/ 574 h 1360"/>
                  <a:gd name="T46" fmla="*/ 180 w 1375"/>
                  <a:gd name="T47" fmla="*/ 571 h 1360"/>
                  <a:gd name="T48" fmla="*/ 209 w 1375"/>
                  <a:gd name="T49" fmla="*/ 566 h 1360"/>
                  <a:gd name="T50" fmla="*/ 219 w 1375"/>
                  <a:gd name="T51" fmla="*/ 572 h 1360"/>
                  <a:gd name="T52" fmla="*/ 227 w 1375"/>
                  <a:gd name="T53" fmla="*/ 587 h 1360"/>
                  <a:gd name="T54" fmla="*/ 238 w 1375"/>
                  <a:gd name="T55" fmla="*/ 609 h 1360"/>
                  <a:gd name="T56" fmla="*/ 261 w 1375"/>
                  <a:gd name="T57" fmla="*/ 633 h 1360"/>
                  <a:gd name="T58" fmla="*/ 302 w 1375"/>
                  <a:gd name="T59" fmla="*/ 657 h 1360"/>
                  <a:gd name="T60" fmla="*/ 367 w 1375"/>
                  <a:gd name="T61" fmla="*/ 676 h 1360"/>
                  <a:gd name="T62" fmla="*/ 427 w 1375"/>
                  <a:gd name="T63" fmla="*/ 680 h 1360"/>
                  <a:gd name="T64" fmla="*/ 478 w 1375"/>
                  <a:gd name="T65" fmla="*/ 675 h 1360"/>
                  <a:gd name="T66" fmla="*/ 515 w 1375"/>
                  <a:gd name="T67" fmla="*/ 666 h 1360"/>
                  <a:gd name="T68" fmla="*/ 536 w 1375"/>
                  <a:gd name="T69" fmla="*/ 658 h 1360"/>
                  <a:gd name="T70" fmla="*/ 547 w 1375"/>
                  <a:gd name="T71" fmla="*/ 638 h 1360"/>
                  <a:gd name="T72" fmla="*/ 576 w 1375"/>
                  <a:gd name="T73" fmla="*/ 563 h 1360"/>
                  <a:gd name="T74" fmla="*/ 615 w 1375"/>
                  <a:gd name="T75" fmla="*/ 455 h 1360"/>
                  <a:gd name="T76" fmla="*/ 654 w 1375"/>
                  <a:gd name="T77" fmla="*/ 343 h 1360"/>
                  <a:gd name="T78" fmla="*/ 681 w 1375"/>
                  <a:gd name="T79" fmla="*/ 255 h 1360"/>
                  <a:gd name="T80" fmla="*/ 688 w 1375"/>
                  <a:gd name="T81" fmla="*/ 204 h 1360"/>
                  <a:gd name="T82" fmla="*/ 682 w 1375"/>
                  <a:gd name="T83" fmla="*/ 146 h 1360"/>
                  <a:gd name="T84" fmla="*/ 667 w 1375"/>
                  <a:gd name="T85" fmla="*/ 94 h 1360"/>
                  <a:gd name="T86" fmla="*/ 644 w 1375"/>
                  <a:gd name="T87" fmla="*/ 59 h 1360"/>
                  <a:gd name="T88" fmla="*/ 601 w 1375"/>
                  <a:gd name="T89" fmla="*/ 15 h 1360"/>
                  <a:gd name="T90" fmla="*/ 572 w 1375"/>
                  <a:gd name="T91" fmla="*/ 1 h 1360"/>
                  <a:gd name="T92" fmla="*/ 527 w 1375"/>
                  <a:gd name="T93" fmla="*/ 48 h 1360"/>
                  <a:gd name="T94" fmla="*/ 480 w 1375"/>
                  <a:gd name="T95" fmla="*/ 62 h 1360"/>
                  <a:gd name="T96" fmla="*/ 437 w 1375"/>
                  <a:gd name="T97" fmla="*/ 53 h 1360"/>
                  <a:gd name="T98" fmla="*/ 404 w 1375"/>
                  <a:gd name="T99" fmla="*/ 36 h 1360"/>
                  <a:gd name="T100" fmla="*/ 387 w 1375"/>
                  <a:gd name="T101" fmla="*/ 23 h 136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375"/>
                  <a:gd name="T154" fmla="*/ 0 h 1360"/>
                  <a:gd name="T155" fmla="*/ 1375 w 1375"/>
                  <a:gd name="T156" fmla="*/ 1360 h 136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375" h="1360">
                    <a:moveTo>
                      <a:pt x="771" y="44"/>
                    </a:moveTo>
                    <a:lnTo>
                      <a:pt x="769" y="44"/>
                    </a:lnTo>
                    <a:lnTo>
                      <a:pt x="762" y="45"/>
                    </a:lnTo>
                    <a:lnTo>
                      <a:pt x="752" y="48"/>
                    </a:lnTo>
                    <a:lnTo>
                      <a:pt x="738" y="51"/>
                    </a:lnTo>
                    <a:lnTo>
                      <a:pt x="722" y="56"/>
                    </a:lnTo>
                    <a:lnTo>
                      <a:pt x="702" y="61"/>
                    </a:lnTo>
                    <a:lnTo>
                      <a:pt x="681" y="68"/>
                    </a:lnTo>
                    <a:lnTo>
                      <a:pt x="660" y="76"/>
                    </a:lnTo>
                    <a:lnTo>
                      <a:pt x="635" y="87"/>
                    </a:lnTo>
                    <a:lnTo>
                      <a:pt x="612" y="98"/>
                    </a:lnTo>
                    <a:lnTo>
                      <a:pt x="589" y="111"/>
                    </a:lnTo>
                    <a:lnTo>
                      <a:pt x="566" y="126"/>
                    </a:lnTo>
                    <a:lnTo>
                      <a:pt x="544" y="143"/>
                    </a:lnTo>
                    <a:lnTo>
                      <a:pt x="525" y="162"/>
                    </a:lnTo>
                    <a:lnTo>
                      <a:pt x="506" y="182"/>
                    </a:lnTo>
                    <a:lnTo>
                      <a:pt x="491" y="205"/>
                    </a:lnTo>
                    <a:lnTo>
                      <a:pt x="472" y="240"/>
                    </a:lnTo>
                    <a:lnTo>
                      <a:pt x="456" y="272"/>
                    </a:lnTo>
                    <a:lnTo>
                      <a:pt x="443" y="305"/>
                    </a:lnTo>
                    <a:lnTo>
                      <a:pt x="433" y="338"/>
                    </a:lnTo>
                    <a:lnTo>
                      <a:pt x="423" y="374"/>
                    </a:lnTo>
                    <a:lnTo>
                      <a:pt x="415" y="414"/>
                    </a:lnTo>
                    <a:lnTo>
                      <a:pt x="408" y="460"/>
                    </a:lnTo>
                    <a:lnTo>
                      <a:pt x="400" y="514"/>
                    </a:lnTo>
                    <a:lnTo>
                      <a:pt x="394" y="571"/>
                    </a:lnTo>
                    <a:lnTo>
                      <a:pt x="389" y="626"/>
                    </a:lnTo>
                    <a:lnTo>
                      <a:pt x="384" y="677"/>
                    </a:lnTo>
                    <a:lnTo>
                      <a:pt x="379" y="722"/>
                    </a:lnTo>
                    <a:lnTo>
                      <a:pt x="369" y="760"/>
                    </a:lnTo>
                    <a:lnTo>
                      <a:pt x="357" y="791"/>
                    </a:lnTo>
                    <a:lnTo>
                      <a:pt x="339" y="813"/>
                    </a:lnTo>
                    <a:lnTo>
                      <a:pt x="315" y="823"/>
                    </a:lnTo>
                    <a:lnTo>
                      <a:pt x="285" y="821"/>
                    </a:lnTo>
                    <a:lnTo>
                      <a:pt x="258" y="803"/>
                    </a:lnTo>
                    <a:lnTo>
                      <a:pt x="232" y="777"/>
                    </a:lnTo>
                    <a:lnTo>
                      <a:pt x="212" y="746"/>
                    </a:lnTo>
                    <a:lnTo>
                      <a:pt x="194" y="714"/>
                    </a:lnTo>
                    <a:lnTo>
                      <a:pt x="182" y="685"/>
                    </a:lnTo>
                    <a:lnTo>
                      <a:pt x="174" y="665"/>
                    </a:lnTo>
                    <a:lnTo>
                      <a:pt x="171" y="657"/>
                    </a:lnTo>
                    <a:lnTo>
                      <a:pt x="0" y="747"/>
                    </a:lnTo>
                    <a:lnTo>
                      <a:pt x="1" y="750"/>
                    </a:lnTo>
                    <a:lnTo>
                      <a:pt x="3" y="761"/>
                    </a:lnTo>
                    <a:lnTo>
                      <a:pt x="7" y="776"/>
                    </a:lnTo>
                    <a:lnTo>
                      <a:pt x="13" y="796"/>
                    </a:lnTo>
                    <a:lnTo>
                      <a:pt x="20" y="822"/>
                    </a:lnTo>
                    <a:lnTo>
                      <a:pt x="31" y="852"/>
                    </a:lnTo>
                    <a:lnTo>
                      <a:pt x="41" y="884"/>
                    </a:lnTo>
                    <a:lnTo>
                      <a:pt x="55" y="919"/>
                    </a:lnTo>
                    <a:lnTo>
                      <a:pt x="63" y="937"/>
                    </a:lnTo>
                    <a:lnTo>
                      <a:pt x="72" y="955"/>
                    </a:lnTo>
                    <a:lnTo>
                      <a:pt x="84" y="974"/>
                    </a:lnTo>
                    <a:lnTo>
                      <a:pt x="98" y="992"/>
                    </a:lnTo>
                    <a:lnTo>
                      <a:pt x="111" y="1011"/>
                    </a:lnTo>
                    <a:lnTo>
                      <a:pt x="126" y="1028"/>
                    </a:lnTo>
                    <a:lnTo>
                      <a:pt x="142" y="1045"/>
                    </a:lnTo>
                    <a:lnTo>
                      <a:pt x="159" y="1063"/>
                    </a:lnTo>
                    <a:lnTo>
                      <a:pt x="176" y="1078"/>
                    </a:lnTo>
                    <a:lnTo>
                      <a:pt x="193" y="1093"/>
                    </a:lnTo>
                    <a:lnTo>
                      <a:pt x="209" y="1105"/>
                    </a:lnTo>
                    <a:lnTo>
                      <a:pt x="225" y="1117"/>
                    </a:lnTo>
                    <a:lnTo>
                      <a:pt x="241" y="1126"/>
                    </a:lnTo>
                    <a:lnTo>
                      <a:pt x="256" y="1133"/>
                    </a:lnTo>
                    <a:lnTo>
                      <a:pt x="270" y="1139"/>
                    </a:lnTo>
                    <a:lnTo>
                      <a:pt x="283" y="1142"/>
                    </a:lnTo>
                    <a:lnTo>
                      <a:pt x="304" y="1146"/>
                    </a:lnTo>
                    <a:lnTo>
                      <a:pt x="318" y="1147"/>
                    </a:lnTo>
                    <a:lnTo>
                      <a:pt x="328" y="1148"/>
                    </a:lnTo>
                    <a:lnTo>
                      <a:pt x="337" y="1147"/>
                    </a:lnTo>
                    <a:lnTo>
                      <a:pt x="346" y="1144"/>
                    </a:lnTo>
                    <a:lnTo>
                      <a:pt x="360" y="1142"/>
                    </a:lnTo>
                    <a:lnTo>
                      <a:pt x="379" y="1137"/>
                    </a:lnTo>
                    <a:lnTo>
                      <a:pt x="406" y="1132"/>
                    </a:lnTo>
                    <a:lnTo>
                      <a:pt x="418" y="1131"/>
                    </a:lnTo>
                    <a:lnTo>
                      <a:pt x="426" y="1133"/>
                    </a:lnTo>
                    <a:lnTo>
                      <a:pt x="433" y="1137"/>
                    </a:lnTo>
                    <a:lnTo>
                      <a:pt x="438" y="1143"/>
                    </a:lnTo>
                    <a:lnTo>
                      <a:pt x="443" y="1152"/>
                    </a:lnTo>
                    <a:lnTo>
                      <a:pt x="448" y="1163"/>
                    </a:lnTo>
                    <a:lnTo>
                      <a:pt x="453" y="1174"/>
                    </a:lnTo>
                    <a:lnTo>
                      <a:pt x="459" y="1188"/>
                    </a:lnTo>
                    <a:lnTo>
                      <a:pt x="467" y="1202"/>
                    </a:lnTo>
                    <a:lnTo>
                      <a:pt x="476" y="1218"/>
                    </a:lnTo>
                    <a:lnTo>
                      <a:pt x="488" y="1233"/>
                    </a:lnTo>
                    <a:lnTo>
                      <a:pt x="503" y="1249"/>
                    </a:lnTo>
                    <a:lnTo>
                      <a:pt x="521" y="1265"/>
                    </a:lnTo>
                    <a:lnTo>
                      <a:pt x="543" y="1282"/>
                    </a:lnTo>
                    <a:lnTo>
                      <a:pt x="571" y="1298"/>
                    </a:lnTo>
                    <a:lnTo>
                      <a:pt x="603" y="1313"/>
                    </a:lnTo>
                    <a:lnTo>
                      <a:pt x="648" y="1330"/>
                    </a:lnTo>
                    <a:lnTo>
                      <a:pt x="692" y="1343"/>
                    </a:lnTo>
                    <a:lnTo>
                      <a:pt x="734" y="1351"/>
                    </a:lnTo>
                    <a:lnTo>
                      <a:pt x="776" y="1356"/>
                    </a:lnTo>
                    <a:lnTo>
                      <a:pt x="816" y="1360"/>
                    </a:lnTo>
                    <a:lnTo>
                      <a:pt x="854" y="1360"/>
                    </a:lnTo>
                    <a:lnTo>
                      <a:pt x="890" y="1358"/>
                    </a:lnTo>
                    <a:lnTo>
                      <a:pt x="924" y="1354"/>
                    </a:lnTo>
                    <a:lnTo>
                      <a:pt x="956" y="1349"/>
                    </a:lnTo>
                    <a:lnTo>
                      <a:pt x="983" y="1344"/>
                    </a:lnTo>
                    <a:lnTo>
                      <a:pt x="1009" y="1338"/>
                    </a:lnTo>
                    <a:lnTo>
                      <a:pt x="1029" y="1331"/>
                    </a:lnTo>
                    <a:lnTo>
                      <a:pt x="1048" y="1325"/>
                    </a:lnTo>
                    <a:lnTo>
                      <a:pt x="1062" y="1320"/>
                    </a:lnTo>
                    <a:lnTo>
                      <a:pt x="1071" y="1315"/>
                    </a:lnTo>
                    <a:lnTo>
                      <a:pt x="1077" y="1313"/>
                    </a:lnTo>
                    <a:lnTo>
                      <a:pt x="1082" y="1302"/>
                    </a:lnTo>
                    <a:lnTo>
                      <a:pt x="1094" y="1276"/>
                    </a:lnTo>
                    <a:lnTo>
                      <a:pt x="1110" y="1237"/>
                    </a:lnTo>
                    <a:lnTo>
                      <a:pt x="1129" y="1186"/>
                    </a:lnTo>
                    <a:lnTo>
                      <a:pt x="1151" y="1126"/>
                    </a:lnTo>
                    <a:lnTo>
                      <a:pt x="1177" y="1059"/>
                    </a:lnTo>
                    <a:lnTo>
                      <a:pt x="1203" y="987"/>
                    </a:lnTo>
                    <a:lnTo>
                      <a:pt x="1230" y="911"/>
                    </a:lnTo>
                    <a:lnTo>
                      <a:pt x="1256" y="834"/>
                    </a:lnTo>
                    <a:lnTo>
                      <a:pt x="1283" y="758"/>
                    </a:lnTo>
                    <a:lnTo>
                      <a:pt x="1307" y="687"/>
                    </a:lnTo>
                    <a:lnTo>
                      <a:pt x="1328" y="619"/>
                    </a:lnTo>
                    <a:lnTo>
                      <a:pt x="1346" y="560"/>
                    </a:lnTo>
                    <a:lnTo>
                      <a:pt x="1361" y="510"/>
                    </a:lnTo>
                    <a:lnTo>
                      <a:pt x="1370" y="470"/>
                    </a:lnTo>
                    <a:lnTo>
                      <a:pt x="1375" y="445"/>
                    </a:lnTo>
                    <a:lnTo>
                      <a:pt x="1375" y="408"/>
                    </a:lnTo>
                    <a:lnTo>
                      <a:pt x="1374" y="369"/>
                    </a:lnTo>
                    <a:lnTo>
                      <a:pt x="1370" y="330"/>
                    </a:lnTo>
                    <a:lnTo>
                      <a:pt x="1364" y="292"/>
                    </a:lnTo>
                    <a:lnTo>
                      <a:pt x="1356" y="255"/>
                    </a:lnTo>
                    <a:lnTo>
                      <a:pt x="1346" y="220"/>
                    </a:lnTo>
                    <a:lnTo>
                      <a:pt x="1334" y="189"/>
                    </a:lnTo>
                    <a:lnTo>
                      <a:pt x="1322" y="163"/>
                    </a:lnTo>
                    <a:lnTo>
                      <a:pt x="1308" y="144"/>
                    </a:lnTo>
                    <a:lnTo>
                      <a:pt x="1287" y="118"/>
                    </a:lnTo>
                    <a:lnTo>
                      <a:pt x="1260" y="88"/>
                    </a:lnTo>
                    <a:lnTo>
                      <a:pt x="1231" y="58"/>
                    </a:lnTo>
                    <a:lnTo>
                      <a:pt x="1201" y="31"/>
                    </a:lnTo>
                    <a:lnTo>
                      <a:pt x="1174" y="11"/>
                    </a:lnTo>
                    <a:lnTo>
                      <a:pt x="1155" y="0"/>
                    </a:lnTo>
                    <a:lnTo>
                      <a:pt x="1143" y="3"/>
                    </a:lnTo>
                    <a:lnTo>
                      <a:pt x="1115" y="43"/>
                    </a:lnTo>
                    <a:lnTo>
                      <a:pt x="1085" y="74"/>
                    </a:lnTo>
                    <a:lnTo>
                      <a:pt x="1053" y="97"/>
                    </a:lnTo>
                    <a:lnTo>
                      <a:pt x="1022" y="112"/>
                    </a:lnTo>
                    <a:lnTo>
                      <a:pt x="990" y="120"/>
                    </a:lnTo>
                    <a:lnTo>
                      <a:pt x="960" y="124"/>
                    </a:lnTo>
                    <a:lnTo>
                      <a:pt x="930" y="121"/>
                    </a:lnTo>
                    <a:lnTo>
                      <a:pt x="901" y="114"/>
                    </a:lnTo>
                    <a:lnTo>
                      <a:pt x="874" y="106"/>
                    </a:lnTo>
                    <a:lnTo>
                      <a:pt x="850" y="96"/>
                    </a:lnTo>
                    <a:lnTo>
                      <a:pt x="828" y="83"/>
                    </a:lnTo>
                    <a:lnTo>
                      <a:pt x="808" y="72"/>
                    </a:lnTo>
                    <a:lnTo>
                      <a:pt x="793" y="61"/>
                    </a:lnTo>
                    <a:lnTo>
                      <a:pt x="782" y="52"/>
                    </a:lnTo>
                    <a:lnTo>
                      <a:pt x="774" y="46"/>
                    </a:lnTo>
                    <a:lnTo>
                      <a:pt x="771" y="44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29" name="Freeform 158"/>
              <p:cNvSpPr>
                <a:spLocks/>
              </p:cNvSpPr>
              <p:nvPr/>
            </p:nvSpPr>
            <p:spPr bwMode="auto">
              <a:xfrm>
                <a:off x="2430" y="2576"/>
                <a:ext cx="541" cy="663"/>
              </a:xfrm>
              <a:custGeom>
                <a:avLst/>
                <a:gdLst>
                  <a:gd name="T0" fmla="*/ 11 w 1081"/>
                  <a:gd name="T1" fmla="*/ 93 h 1326"/>
                  <a:gd name="T2" fmla="*/ 35 w 1081"/>
                  <a:gd name="T3" fmla="*/ 530 h 1326"/>
                  <a:gd name="T4" fmla="*/ 165 w 1081"/>
                  <a:gd name="T5" fmla="*/ 533 h 1326"/>
                  <a:gd name="T6" fmla="*/ 165 w 1081"/>
                  <a:gd name="T7" fmla="*/ 546 h 1326"/>
                  <a:gd name="T8" fmla="*/ 0 w 1081"/>
                  <a:gd name="T9" fmla="*/ 562 h 1326"/>
                  <a:gd name="T10" fmla="*/ 0 w 1081"/>
                  <a:gd name="T11" fmla="*/ 610 h 1326"/>
                  <a:gd name="T12" fmla="*/ 136 w 1081"/>
                  <a:gd name="T13" fmla="*/ 663 h 1326"/>
                  <a:gd name="T14" fmla="*/ 509 w 1081"/>
                  <a:gd name="T15" fmla="*/ 583 h 1326"/>
                  <a:gd name="T16" fmla="*/ 509 w 1081"/>
                  <a:gd name="T17" fmla="*/ 554 h 1326"/>
                  <a:gd name="T18" fmla="*/ 392 w 1081"/>
                  <a:gd name="T19" fmla="*/ 533 h 1326"/>
                  <a:gd name="T20" fmla="*/ 392 w 1081"/>
                  <a:gd name="T21" fmla="*/ 508 h 1326"/>
                  <a:gd name="T22" fmla="*/ 527 w 1081"/>
                  <a:gd name="T23" fmla="*/ 460 h 1326"/>
                  <a:gd name="T24" fmla="*/ 541 w 1081"/>
                  <a:gd name="T25" fmla="*/ 10 h 1326"/>
                  <a:gd name="T26" fmla="*/ 96 w 1081"/>
                  <a:gd name="T27" fmla="*/ 0 h 1326"/>
                  <a:gd name="T28" fmla="*/ 11 w 1081"/>
                  <a:gd name="T29" fmla="*/ 93 h 132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1"/>
                  <a:gd name="T46" fmla="*/ 0 h 1326"/>
                  <a:gd name="T47" fmla="*/ 1081 w 1081"/>
                  <a:gd name="T48" fmla="*/ 1326 h 132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1" h="1326">
                    <a:moveTo>
                      <a:pt x="22" y="187"/>
                    </a:moveTo>
                    <a:lnTo>
                      <a:pt x="69" y="1060"/>
                    </a:lnTo>
                    <a:lnTo>
                      <a:pt x="330" y="1065"/>
                    </a:lnTo>
                    <a:lnTo>
                      <a:pt x="330" y="1091"/>
                    </a:lnTo>
                    <a:lnTo>
                      <a:pt x="0" y="1123"/>
                    </a:lnTo>
                    <a:lnTo>
                      <a:pt x="0" y="1219"/>
                    </a:lnTo>
                    <a:lnTo>
                      <a:pt x="272" y="1326"/>
                    </a:lnTo>
                    <a:lnTo>
                      <a:pt x="1017" y="1166"/>
                    </a:lnTo>
                    <a:lnTo>
                      <a:pt x="1017" y="1107"/>
                    </a:lnTo>
                    <a:lnTo>
                      <a:pt x="783" y="1065"/>
                    </a:lnTo>
                    <a:lnTo>
                      <a:pt x="783" y="1017"/>
                    </a:lnTo>
                    <a:lnTo>
                      <a:pt x="1054" y="921"/>
                    </a:lnTo>
                    <a:lnTo>
                      <a:pt x="1081" y="21"/>
                    </a:lnTo>
                    <a:lnTo>
                      <a:pt x="192" y="0"/>
                    </a:lnTo>
                    <a:lnTo>
                      <a:pt x="22" y="187"/>
                    </a:lnTo>
                    <a:close/>
                  </a:path>
                </a:pathLst>
              </a:custGeom>
              <a:solidFill>
                <a:srgbClr val="D8D8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0" name="Freeform 159"/>
              <p:cNvSpPr>
                <a:spLocks/>
              </p:cNvSpPr>
              <p:nvPr/>
            </p:nvSpPr>
            <p:spPr bwMode="auto">
              <a:xfrm>
                <a:off x="2513" y="3149"/>
                <a:ext cx="476" cy="189"/>
              </a:xfrm>
              <a:custGeom>
                <a:avLst/>
                <a:gdLst>
                  <a:gd name="T0" fmla="*/ 2 w 952"/>
                  <a:gd name="T1" fmla="*/ 75 h 378"/>
                  <a:gd name="T2" fmla="*/ 0 w 952"/>
                  <a:gd name="T3" fmla="*/ 112 h 378"/>
                  <a:gd name="T4" fmla="*/ 184 w 952"/>
                  <a:gd name="T5" fmla="*/ 189 h 378"/>
                  <a:gd name="T6" fmla="*/ 465 w 952"/>
                  <a:gd name="T7" fmla="*/ 106 h 378"/>
                  <a:gd name="T8" fmla="*/ 476 w 952"/>
                  <a:gd name="T9" fmla="*/ 22 h 378"/>
                  <a:gd name="T10" fmla="*/ 412 w 952"/>
                  <a:gd name="T11" fmla="*/ 0 h 378"/>
                  <a:gd name="T12" fmla="*/ 2 w 952"/>
                  <a:gd name="T13" fmla="*/ 75 h 3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52"/>
                  <a:gd name="T22" fmla="*/ 0 h 378"/>
                  <a:gd name="T23" fmla="*/ 952 w 952"/>
                  <a:gd name="T24" fmla="*/ 378 h 3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52" h="378">
                    <a:moveTo>
                      <a:pt x="4" y="149"/>
                    </a:moveTo>
                    <a:lnTo>
                      <a:pt x="0" y="224"/>
                    </a:lnTo>
                    <a:lnTo>
                      <a:pt x="367" y="378"/>
                    </a:lnTo>
                    <a:lnTo>
                      <a:pt x="930" y="212"/>
                    </a:lnTo>
                    <a:lnTo>
                      <a:pt x="952" y="43"/>
                    </a:lnTo>
                    <a:lnTo>
                      <a:pt x="824" y="0"/>
                    </a:lnTo>
                    <a:lnTo>
                      <a:pt x="4" y="149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1" name="Freeform 160"/>
              <p:cNvSpPr>
                <a:spLocks/>
              </p:cNvSpPr>
              <p:nvPr/>
            </p:nvSpPr>
            <p:spPr bwMode="auto">
              <a:xfrm>
                <a:off x="2897" y="3162"/>
                <a:ext cx="92" cy="125"/>
              </a:xfrm>
              <a:custGeom>
                <a:avLst/>
                <a:gdLst>
                  <a:gd name="T0" fmla="*/ 3 w 184"/>
                  <a:gd name="T1" fmla="*/ 35 h 250"/>
                  <a:gd name="T2" fmla="*/ 3 w 184"/>
                  <a:gd name="T3" fmla="*/ 38 h 250"/>
                  <a:gd name="T4" fmla="*/ 3 w 184"/>
                  <a:gd name="T5" fmla="*/ 42 h 250"/>
                  <a:gd name="T6" fmla="*/ 1 w 184"/>
                  <a:gd name="T7" fmla="*/ 47 h 250"/>
                  <a:gd name="T8" fmla="*/ 3 w 184"/>
                  <a:gd name="T9" fmla="*/ 51 h 250"/>
                  <a:gd name="T10" fmla="*/ 9 w 184"/>
                  <a:gd name="T11" fmla="*/ 58 h 250"/>
                  <a:gd name="T12" fmla="*/ 15 w 184"/>
                  <a:gd name="T13" fmla="*/ 63 h 250"/>
                  <a:gd name="T14" fmla="*/ 22 w 184"/>
                  <a:gd name="T15" fmla="*/ 69 h 250"/>
                  <a:gd name="T16" fmla="*/ 28 w 184"/>
                  <a:gd name="T17" fmla="*/ 74 h 250"/>
                  <a:gd name="T18" fmla="*/ 35 w 184"/>
                  <a:gd name="T19" fmla="*/ 79 h 250"/>
                  <a:gd name="T20" fmla="*/ 39 w 184"/>
                  <a:gd name="T21" fmla="*/ 83 h 250"/>
                  <a:gd name="T22" fmla="*/ 43 w 184"/>
                  <a:gd name="T23" fmla="*/ 85 h 250"/>
                  <a:gd name="T24" fmla="*/ 44 w 184"/>
                  <a:gd name="T25" fmla="*/ 85 h 250"/>
                  <a:gd name="T26" fmla="*/ 71 w 184"/>
                  <a:gd name="T27" fmla="*/ 125 h 250"/>
                  <a:gd name="T28" fmla="*/ 92 w 184"/>
                  <a:gd name="T29" fmla="*/ 21 h 250"/>
                  <a:gd name="T30" fmla="*/ 36 w 184"/>
                  <a:gd name="T31" fmla="*/ 0 h 250"/>
                  <a:gd name="T32" fmla="*/ 34 w 184"/>
                  <a:gd name="T33" fmla="*/ 1 h 250"/>
                  <a:gd name="T34" fmla="*/ 28 w 184"/>
                  <a:gd name="T35" fmla="*/ 2 h 250"/>
                  <a:gd name="T36" fmla="*/ 22 w 184"/>
                  <a:gd name="T37" fmla="*/ 6 h 250"/>
                  <a:gd name="T38" fmla="*/ 14 w 184"/>
                  <a:gd name="T39" fmla="*/ 10 h 250"/>
                  <a:gd name="T40" fmla="*/ 7 w 184"/>
                  <a:gd name="T41" fmla="*/ 15 h 250"/>
                  <a:gd name="T42" fmla="*/ 3 w 184"/>
                  <a:gd name="T43" fmla="*/ 21 h 250"/>
                  <a:gd name="T44" fmla="*/ 0 w 184"/>
                  <a:gd name="T45" fmla="*/ 28 h 250"/>
                  <a:gd name="T46" fmla="*/ 3 w 184"/>
                  <a:gd name="T47" fmla="*/ 35 h 25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84"/>
                  <a:gd name="T73" fmla="*/ 0 h 250"/>
                  <a:gd name="T74" fmla="*/ 184 w 184"/>
                  <a:gd name="T75" fmla="*/ 250 h 25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84" h="250">
                    <a:moveTo>
                      <a:pt x="6" y="70"/>
                    </a:moveTo>
                    <a:lnTo>
                      <a:pt x="7" y="76"/>
                    </a:lnTo>
                    <a:lnTo>
                      <a:pt x="5" y="84"/>
                    </a:lnTo>
                    <a:lnTo>
                      <a:pt x="3" y="93"/>
                    </a:lnTo>
                    <a:lnTo>
                      <a:pt x="7" y="102"/>
                    </a:lnTo>
                    <a:lnTo>
                      <a:pt x="18" y="115"/>
                    </a:lnTo>
                    <a:lnTo>
                      <a:pt x="31" y="127"/>
                    </a:lnTo>
                    <a:lnTo>
                      <a:pt x="44" y="138"/>
                    </a:lnTo>
                    <a:lnTo>
                      <a:pt x="57" y="148"/>
                    </a:lnTo>
                    <a:lnTo>
                      <a:pt x="69" y="158"/>
                    </a:lnTo>
                    <a:lnTo>
                      <a:pt x="78" y="165"/>
                    </a:lnTo>
                    <a:lnTo>
                      <a:pt x="85" y="169"/>
                    </a:lnTo>
                    <a:lnTo>
                      <a:pt x="87" y="170"/>
                    </a:lnTo>
                    <a:lnTo>
                      <a:pt x="142" y="250"/>
                    </a:lnTo>
                    <a:lnTo>
                      <a:pt x="184" y="42"/>
                    </a:lnTo>
                    <a:lnTo>
                      <a:pt x="72" y="0"/>
                    </a:lnTo>
                    <a:lnTo>
                      <a:pt x="68" y="1"/>
                    </a:lnTo>
                    <a:lnTo>
                      <a:pt x="57" y="4"/>
                    </a:lnTo>
                    <a:lnTo>
                      <a:pt x="44" y="11"/>
                    </a:lnTo>
                    <a:lnTo>
                      <a:pt x="29" y="19"/>
                    </a:lnTo>
                    <a:lnTo>
                      <a:pt x="14" y="30"/>
                    </a:lnTo>
                    <a:lnTo>
                      <a:pt x="5" y="41"/>
                    </a:lnTo>
                    <a:lnTo>
                      <a:pt x="0" y="55"/>
                    </a:lnTo>
                    <a:lnTo>
                      <a:pt x="6" y="70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2" name="Freeform 161"/>
              <p:cNvSpPr>
                <a:spLocks/>
              </p:cNvSpPr>
              <p:nvPr/>
            </p:nvSpPr>
            <p:spPr bwMode="auto">
              <a:xfrm>
                <a:off x="2728" y="3190"/>
                <a:ext cx="144" cy="160"/>
              </a:xfrm>
              <a:custGeom>
                <a:avLst/>
                <a:gdLst>
                  <a:gd name="T0" fmla="*/ 6 w 288"/>
                  <a:gd name="T1" fmla="*/ 38 h 322"/>
                  <a:gd name="T2" fmla="*/ 14 w 288"/>
                  <a:gd name="T3" fmla="*/ 61 h 322"/>
                  <a:gd name="T4" fmla="*/ 16 w 288"/>
                  <a:gd name="T5" fmla="*/ 85 h 322"/>
                  <a:gd name="T6" fmla="*/ 15 w 288"/>
                  <a:gd name="T7" fmla="*/ 107 h 322"/>
                  <a:gd name="T8" fmla="*/ 17 w 288"/>
                  <a:gd name="T9" fmla="*/ 131 h 322"/>
                  <a:gd name="T10" fmla="*/ 24 w 288"/>
                  <a:gd name="T11" fmla="*/ 151 h 322"/>
                  <a:gd name="T12" fmla="*/ 42 w 288"/>
                  <a:gd name="T13" fmla="*/ 160 h 322"/>
                  <a:gd name="T14" fmla="*/ 69 w 288"/>
                  <a:gd name="T15" fmla="*/ 151 h 322"/>
                  <a:gd name="T16" fmla="*/ 95 w 288"/>
                  <a:gd name="T17" fmla="*/ 134 h 322"/>
                  <a:gd name="T18" fmla="*/ 112 w 288"/>
                  <a:gd name="T19" fmla="*/ 120 h 322"/>
                  <a:gd name="T20" fmla="*/ 116 w 288"/>
                  <a:gd name="T21" fmla="*/ 116 h 322"/>
                  <a:gd name="T22" fmla="*/ 124 w 288"/>
                  <a:gd name="T23" fmla="*/ 104 h 322"/>
                  <a:gd name="T24" fmla="*/ 135 w 288"/>
                  <a:gd name="T25" fmla="*/ 85 h 322"/>
                  <a:gd name="T26" fmla="*/ 143 w 288"/>
                  <a:gd name="T27" fmla="*/ 70 h 322"/>
                  <a:gd name="T28" fmla="*/ 144 w 288"/>
                  <a:gd name="T29" fmla="*/ 52 h 322"/>
                  <a:gd name="T30" fmla="*/ 138 w 288"/>
                  <a:gd name="T31" fmla="*/ 11 h 322"/>
                  <a:gd name="T32" fmla="*/ 123 w 288"/>
                  <a:gd name="T33" fmla="*/ 2 h 322"/>
                  <a:gd name="T34" fmla="*/ 115 w 288"/>
                  <a:gd name="T35" fmla="*/ 10 h 322"/>
                  <a:gd name="T36" fmla="*/ 111 w 288"/>
                  <a:gd name="T37" fmla="*/ 22 h 322"/>
                  <a:gd name="T38" fmla="*/ 109 w 288"/>
                  <a:gd name="T39" fmla="*/ 31 h 322"/>
                  <a:gd name="T40" fmla="*/ 108 w 288"/>
                  <a:gd name="T41" fmla="*/ 32 h 322"/>
                  <a:gd name="T42" fmla="*/ 104 w 288"/>
                  <a:gd name="T43" fmla="*/ 25 h 322"/>
                  <a:gd name="T44" fmla="*/ 98 w 288"/>
                  <a:gd name="T45" fmla="*/ 14 h 322"/>
                  <a:gd name="T46" fmla="*/ 93 w 288"/>
                  <a:gd name="T47" fmla="*/ 4 h 322"/>
                  <a:gd name="T48" fmla="*/ 89 w 288"/>
                  <a:gd name="T49" fmla="*/ 0 h 322"/>
                  <a:gd name="T50" fmla="*/ 79 w 288"/>
                  <a:gd name="T51" fmla="*/ 0 h 322"/>
                  <a:gd name="T52" fmla="*/ 66 w 288"/>
                  <a:gd name="T53" fmla="*/ 2 h 322"/>
                  <a:gd name="T54" fmla="*/ 49 w 288"/>
                  <a:gd name="T55" fmla="*/ 6 h 322"/>
                  <a:gd name="T56" fmla="*/ 33 w 288"/>
                  <a:gd name="T57" fmla="*/ 10 h 322"/>
                  <a:gd name="T58" fmla="*/ 17 w 288"/>
                  <a:gd name="T59" fmla="*/ 15 h 322"/>
                  <a:gd name="T60" fmla="*/ 5 w 288"/>
                  <a:gd name="T61" fmla="*/ 20 h 322"/>
                  <a:gd name="T62" fmla="*/ 0 w 288"/>
                  <a:gd name="T63" fmla="*/ 26 h 32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88"/>
                  <a:gd name="T97" fmla="*/ 0 h 322"/>
                  <a:gd name="T98" fmla="*/ 288 w 288"/>
                  <a:gd name="T99" fmla="*/ 322 h 32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88" h="322">
                    <a:moveTo>
                      <a:pt x="0" y="57"/>
                    </a:moveTo>
                    <a:lnTo>
                      <a:pt x="12" y="76"/>
                    </a:lnTo>
                    <a:lnTo>
                      <a:pt x="22" y="98"/>
                    </a:lnTo>
                    <a:lnTo>
                      <a:pt x="29" y="123"/>
                    </a:lnTo>
                    <a:lnTo>
                      <a:pt x="33" y="152"/>
                    </a:lnTo>
                    <a:lnTo>
                      <a:pt x="32" y="171"/>
                    </a:lnTo>
                    <a:lnTo>
                      <a:pt x="30" y="193"/>
                    </a:lnTo>
                    <a:lnTo>
                      <a:pt x="30" y="216"/>
                    </a:lnTo>
                    <a:lnTo>
                      <a:pt x="30" y="241"/>
                    </a:lnTo>
                    <a:lnTo>
                      <a:pt x="33" y="264"/>
                    </a:lnTo>
                    <a:lnTo>
                      <a:pt x="38" y="286"/>
                    </a:lnTo>
                    <a:lnTo>
                      <a:pt x="49" y="304"/>
                    </a:lnTo>
                    <a:lnTo>
                      <a:pt x="64" y="317"/>
                    </a:lnTo>
                    <a:lnTo>
                      <a:pt x="85" y="322"/>
                    </a:lnTo>
                    <a:lnTo>
                      <a:pt x="110" y="316"/>
                    </a:lnTo>
                    <a:lnTo>
                      <a:pt x="137" y="303"/>
                    </a:lnTo>
                    <a:lnTo>
                      <a:pt x="165" y="287"/>
                    </a:lnTo>
                    <a:lnTo>
                      <a:pt x="190" y="270"/>
                    </a:lnTo>
                    <a:lnTo>
                      <a:pt x="210" y="254"/>
                    </a:lnTo>
                    <a:lnTo>
                      <a:pt x="225" y="242"/>
                    </a:lnTo>
                    <a:lnTo>
                      <a:pt x="230" y="237"/>
                    </a:lnTo>
                    <a:lnTo>
                      <a:pt x="232" y="234"/>
                    </a:lnTo>
                    <a:lnTo>
                      <a:pt x="239" y="224"/>
                    </a:lnTo>
                    <a:lnTo>
                      <a:pt x="248" y="209"/>
                    </a:lnTo>
                    <a:lnTo>
                      <a:pt x="258" y="190"/>
                    </a:lnTo>
                    <a:lnTo>
                      <a:pt x="269" y="172"/>
                    </a:lnTo>
                    <a:lnTo>
                      <a:pt x="279" y="154"/>
                    </a:lnTo>
                    <a:lnTo>
                      <a:pt x="286" y="140"/>
                    </a:lnTo>
                    <a:lnTo>
                      <a:pt x="288" y="130"/>
                    </a:lnTo>
                    <a:lnTo>
                      <a:pt x="288" y="104"/>
                    </a:lnTo>
                    <a:lnTo>
                      <a:pt x="285" y="62"/>
                    </a:lnTo>
                    <a:lnTo>
                      <a:pt x="275" y="22"/>
                    </a:lnTo>
                    <a:lnTo>
                      <a:pt x="256" y="2"/>
                    </a:lnTo>
                    <a:lnTo>
                      <a:pt x="246" y="4"/>
                    </a:lnTo>
                    <a:lnTo>
                      <a:pt x="237" y="10"/>
                    </a:lnTo>
                    <a:lnTo>
                      <a:pt x="231" y="21"/>
                    </a:lnTo>
                    <a:lnTo>
                      <a:pt x="225" y="32"/>
                    </a:lnTo>
                    <a:lnTo>
                      <a:pt x="222" y="45"/>
                    </a:lnTo>
                    <a:lnTo>
                      <a:pt x="219" y="57"/>
                    </a:lnTo>
                    <a:lnTo>
                      <a:pt x="218" y="63"/>
                    </a:lnTo>
                    <a:lnTo>
                      <a:pt x="218" y="67"/>
                    </a:lnTo>
                    <a:lnTo>
                      <a:pt x="217" y="65"/>
                    </a:lnTo>
                    <a:lnTo>
                      <a:pt x="214" y="59"/>
                    </a:lnTo>
                    <a:lnTo>
                      <a:pt x="209" y="50"/>
                    </a:lnTo>
                    <a:lnTo>
                      <a:pt x="203" y="39"/>
                    </a:lnTo>
                    <a:lnTo>
                      <a:pt x="197" y="28"/>
                    </a:lnTo>
                    <a:lnTo>
                      <a:pt x="192" y="17"/>
                    </a:lnTo>
                    <a:lnTo>
                      <a:pt x="186" y="8"/>
                    </a:lnTo>
                    <a:lnTo>
                      <a:pt x="181" y="2"/>
                    </a:lnTo>
                    <a:lnTo>
                      <a:pt x="178" y="1"/>
                    </a:lnTo>
                    <a:lnTo>
                      <a:pt x="170" y="0"/>
                    </a:lnTo>
                    <a:lnTo>
                      <a:pt x="159" y="1"/>
                    </a:lnTo>
                    <a:lnTo>
                      <a:pt x="147" y="2"/>
                    </a:lnTo>
                    <a:lnTo>
                      <a:pt x="132" y="5"/>
                    </a:lnTo>
                    <a:lnTo>
                      <a:pt x="116" y="8"/>
                    </a:lnTo>
                    <a:lnTo>
                      <a:pt x="99" y="12"/>
                    </a:lnTo>
                    <a:lnTo>
                      <a:pt x="82" y="15"/>
                    </a:lnTo>
                    <a:lnTo>
                      <a:pt x="65" y="20"/>
                    </a:lnTo>
                    <a:lnTo>
                      <a:pt x="49" y="25"/>
                    </a:lnTo>
                    <a:lnTo>
                      <a:pt x="34" y="30"/>
                    </a:lnTo>
                    <a:lnTo>
                      <a:pt x="21" y="36"/>
                    </a:lnTo>
                    <a:lnTo>
                      <a:pt x="11" y="40"/>
                    </a:lnTo>
                    <a:lnTo>
                      <a:pt x="4" y="46"/>
                    </a:lnTo>
                    <a:lnTo>
                      <a:pt x="0" y="52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F2C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3" name="Freeform 162"/>
              <p:cNvSpPr>
                <a:spLocks/>
              </p:cNvSpPr>
              <p:nvPr/>
            </p:nvSpPr>
            <p:spPr bwMode="auto">
              <a:xfrm>
                <a:off x="3089" y="3216"/>
                <a:ext cx="394" cy="380"/>
              </a:xfrm>
              <a:custGeom>
                <a:avLst/>
                <a:gdLst>
                  <a:gd name="T0" fmla="*/ 58 w 787"/>
                  <a:gd name="T1" fmla="*/ 52 h 759"/>
                  <a:gd name="T2" fmla="*/ 40 w 787"/>
                  <a:gd name="T3" fmla="*/ 73 h 759"/>
                  <a:gd name="T4" fmla="*/ 25 w 787"/>
                  <a:gd name="T5" fmla="*/ 102 h 759"/>
                  <a:gd name="T6" fmla="*/ 16 w 787"/>
                  <a:gd name="T7" fmla="*/ 130 h 759"/>
                  <a:gd name="T8" fmla="*/ 8 w 787"/>
                  <a:gd name="T9" fmla="*/ 191 h 759"/>
                  <a:gd name="T10" fmla="*/ 1 w 787"/>
                  <a:gd name="T11" fmla="*/ 275 h 759"/>
                  <a:gd name="T12" fmla="*/ 1 w 787"/>
                  <a:gd name="T13" fmla="*/ 292 h 759"/>
                  <a:gd name="T14" fmla="*/ 6 w 787"/>
                  <a:gd name="T15" fmla="*/ 310 h 759"/>
                  <a:gd name="T16" fmla="*/ 18 w 787"/>
                  <a:gd name="T17" fmla="*/ 336 h 759"/>
                  <a:gd name="T18" fmla="*/ 43 w 787"/>
                  <a:gd name="T19" fmla="*/ 360 h 759"/>
                  <a:gd name="T20" fmla="*/ 73 w 787"/>
                  <a:gd name="T21" fmla="*/ 373 h 759"/>
                  <a:gd name="T22" fmla="*/ 99 w 787"/>
                  <a:gd name="T23" fmla="*/ 378 h 759"/>
                  <a:gd name="T24" fmla="*/ 122 w 787"/>
                  <a:gd name="T25" fmla="*/ 380 h 759"/>
                  <a:gd name="T26" fmla="*/ 143 w 787"/>
                  <a:gd name="T27" fmla="*/ 379 h 759"/>
                  <a:gd name="T28" fmla="*/ 160 w 787"/>
                  <a:gd name="T29" fmla="*/ 376 h 759"/>
                  <a:gd name="T30" fmla="*/ 175 w 787"/>
                  <a:gd name="T31" fmla="*/ 372 h 759"/>
                  <a:gd name="T32" fmla="*/ 184 w 787"/>
                  <a:gd name="T33" fmla="*/ 369 h 759"/>
                  <a:gd name="T34" fmla="*/ 189 w 787"/>
                  <a:gd name="T35" fmla="*/ 367 h 759"/>
                  <a:gd name="T36" fmla="*/ 192 w 787"/>
                  <a:gd name="T37" fmla="*/ 366 h 759"/>
                  <a:gd name="T38" fmla="*/ 206 w 787"/>
                  <a:gd name="T39" fmla="*/ 361 h 759"/>
                  <a:gd name="T40" fmla="*/ 229 w 787"/>
                  <a:gd name="T41" fmla="*/ 353 h 759"/>
                  <a:gd name="T42" fmla="*/ 259 w 787"/>
                  <a:gd name="T43" fmla="*/ 343 h 759"/>
                  <a:gd name="T44" fmla="*/ 290 w 787"/>
                  <a:gd name="T45" fmla="*/ 332 h 759"/>
                  <a:gd name="T46" fmla="*/ 321 w 787"/>
                  <a:gd name="T47" fmla="*/ 319 h 759"/>
                  <a:gd name="T48" fmla="*/ 346 w 787"/>
                  <a:gd name="T49" fmla="*/ 308 h 759"/>
                  <a:gd name="T50" fmla="*/ 362 w 787"/>
                  <a:gd name="T51" fmla="*/ 299 h 759"/>
                  <a:gd name="T52" fmla="*/ 375 w 787"/>
                  <a:gd name="T53" fmla="*/ 271 h 759"/>
                  <a:gd name="T54" fmla="*/ 389 w 787"/>
                  <a:gd name="T55" fmla="*/ 203 h 759"/>
                  <a:gd name="T56" fmla="*/ 394 w 787"/>
                  <a:gd name="T57" fmla="*/ 124 h 759"/>
                  <a:gd name="T58" fmla="*/ 387 w 787"/>
                  <a:gd name="T59" fmla="*/ 59 h 759"/>
                  <a:gd name="T60" fmla="*/ 366 w 787"/>
                  <a:gd name="T61" fmla="*/ 26 h 759"/>
                  <a:gd name="T62" fmla="*/ 344 w 787"/>
                  <a:gd name="T63" fmla="*/ 10 h 759"/>
                  <a:gd name="T64" fmla="*/ 326 w 787"/>
                  <a:gd name="T65" fmla="*/ 2 h 759"/>
                  <a:gd name="T66" fmla="*/ 316 w 787"/>
                  <a:gd name="T67" fmla="*/ 0 h 759"/>
                  <a:gd name="T68" fmla="*/ 313 w 787"/>
                  <a:gd name="T69" fmla="*/ 0 h 759"/>
                  <a:gd name="T70" fmla="*/ 306 w 787"/>
                  <a:gd name="T71" fmla="*/ 0 h 759"/>
                  <a:gd name="T72" fmla="*/ 291 w 787"/>
                  <a:gd name="T73" fmla="*/ 1 h 759"/>
                  <a:gd name="T74" fmla="*/ 272 w 787"/>
                  <a:gd name="T75" fmla="*/ 1 h 759"/>
                  <a:gd name="T76" fmla="*/ 249 w 787"/>
                  <a:gd name="T77" fmla="*/ 3 h 759"/>
                  <a:gd name="T78" fmla="*/ 223 w 787"/>
                  <a:gd name="T79" fmla="*/ 5 h 759"/>
                  <a:gd name="T80" fmla="*/ 196 w 787"/>
                  <a:gd name="T81" fmla="*/ 9 h 759"/>
                  <a:gd name="T82" fmla="*/ 169 w 787"/>
                  <a:gd name="T83" fmla="*/ 14 h 759"/>
                  <a:gd name="T84" fmla="*/ 139 w 787"/>
                  <a:gd name="T85" fmla="*/ 22 h 759"/>
                  <a:gd name="T86" fmla="*/ 111 w 787"/>
                  <a:gd name="T87" fmla="*/ 30 h 759"/>
                  <a:gd name="T88" fmla="*/ 90 w 787"/>
                  <a:gd name="T89" fmla="*/ 37 h 759"/>
                  <a:gd name="T90" fmla="*/ 74 w 787"/>
                  <a:gd name="T91" fmla="*/ 43 h 759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87"/>
                  <a:gd name="T139" fmla="*/ 0 h 759"/>
                  <a:gd name="T140" fmla="*/ 787 w 787"/>
                  <a:gd name="T141" fmla="*/ 759 h 759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87" h="759">
                    <a:moveTo>
                      <a:pt x="132" y="91"/>
                    </a:moveTo>
                    <a:lnTo>
                      <a:pt x="115" y="103"/>
                    </a:lnTo>
                    <a:lnTo>
                      <a:pt x="97" y="121"/>
                    </a:lnTo>
                    <a:lnTo>
                      <a:pt x="80" y="146"/>
                    </a:lnTo>
                    <a:lnTo>
                      <a:pt x="64" y="174"/>
                    </a:lnTo>
                    <a:lnTo>
                      <a:pt x="50" y="204"/>
                    </a:lnTo>
                    <a:lnTo>
                      <a:pt x="39" y="234"/>
                    </a:lnTo>
                    <a:lnTo>
                      <a:pt x="31" y="260"/>
                    </a:lnTo>
                    <a:lnTo>
                      <a:pt x="26" y="282"/>
                    </a:lnTo>
                    <a:lnTo>
                      <a:pt x="16" y="381"/>
                    </a:lnTo>
                    <a:lnTo>
                      <a:pt x="8" y="477"/>
                    </a:lnTo>
                    <a:lnTo>
                      <a:pt x="2" y="549"/>
                    </a:lnTo>
                    <a:lnTo>
                      <a:pt x="0" y="577"/>
                    </a:lnTo>
                    <a:lnTo>
                      <a:pt x="1" y="583"/>
                    </a:lnTo>
                    <a:lnTo>
                      <a:pt x="4" y="597"/>
                    </a:lnTo>
                    <a:lnTo>
                      <a:pt x="11" y="619"/>
                    </a:lnTo>
                    <a:lnTo>
                      <a:pt x="21" y="644"/>
                    </a:lnTo>
                    <a:lnTo>
                      <a:pt x="36" y="672"/>
                    </a:lnTo>
                    <a:lnTo>
                      <a:pt x="57" y="698"/>
                    </a:lnTo>
                    <a:lnTo>
                      <a:pt x="85" y="720"/>
                    </a:lnTo>
                    <a:lnTo>
                      <a:pt x="118" y="737"/>
                    </a:lnTo>
                    <a:lnTo>
                      <a:pt x="145" y="746"/>
                    </a:lnTo>
                    <a:lnTo>
                      <a:pt x="171" y="752"/>
                    </a:lnTo>
                    <a:lnTo>
                      <a:pt x="197" y="756"/>
                    </a:lnTo>
                    <a:lnTo>
                      <a:pt x="221" y="758"/>
                    </a:lnTo>
                    <a:lnTo>
                      <a:pt x="243" y="759"/>
                    </a:lnTo>
                    <a:lnTo>
                      <a:pt x="264" y="759"/>
                    </a:lnTo>
                    <a:lnTo>
                      <a:pt x="285" y="757"/>
                    </a:lnTo>
                    <a:lnTo>
                      <a:pt x="304" y="755"/>
                    </a:lnTo>
                    <a:lnTo>
                      <a:pt x="320" y="751"/>
                    </a:lnTo>
                    <a:lnTo>
                      <a:pt x="335" y="748"/>
                    </a:lnTo>
                    <a:lnTo>
                      <a:pt x="349" y="744"/>
                    </a:lnTo>
                    <a:lnTo>
                      <a:pt x="359" y="741"/>
                    </a:lnTo>
                    <a:lnTo>
                      <a:pt x="368" y="737"/>
                    </a:lnTo>
                    <a:lnTo>
                      <a:pt x="374" y="735"/>
                    </a:lnTo>
                    <a:lnTo>
                      <a:pt x="378" y="734"/>
                    </a:lnTo>
                    <a:lnTo>
                      <a:pt x="380" y="733"/>
                    </a:lnTo>
                    <a:lnTo>
                      <a:pt x="383" y="732"/>
                    </a:lnTo>
                    <a:lnTo>
                      <a:pt x="393" y="728"/>
                    </a:lnTo>
                    <a:lnTo>
                      <a:pt x="411" y="722"/>
                    </a:lnTo>
                    <a:lnTo>
                      <a:pt x="431" y="716"/>
                    </a:lnTo>
                    <a:lnTo>
                      <a:pt x="457" y="706"/>
                    </a:lnTo>
                    <a:lnTo>
                      <a:pt x="486" y="697"/>
                    </a:lnTo>
                    <a:lnTo>
                      <a:pt x="517" y="686"/>
                    </a:lnTo>
                    <a:lnTo>
                      <a:pt x="548" y="674"/>
                    </a:lnTo>
                    <a:lnTo>
                      <a:pt x="580" y="663"/>
                    </a:lnTo>
                    <a:lnTo>
                      <a:pt x="611" y="650"/>
                    </a:lnTo>
                    <a:lnTo>
                      <a:pt x="641" y="638"/>
                    </a:lnTo>
                    <a:lnTo>
                      <a:pt x="668" y="627"/>
                    </a:lnTo>
                    <a:lnTo>
                      <a:pt x="692" y="615"/>
                    </a:lnTo>
                    <a:lnTo>
                      <a:pt x="710" y="605"/>
                    </a:lnTo>
                    <a:lnTo>
                      <a:pt x="724" y="597"/>
                    </a:lnTo>
                    <a:lnTo>
                      <a:pt x="731" y="589"/>
                    </a:lnTo>
                    <a:lnTo>
                      <a:pt x="749" y="542"/>
                    </a:lnTo>
                    <a:lnTo>
                      <a:pt x="764" y="478"/>
                    </a:lnTo>
                    <a:lnTo>
                      <a:pt x="777" y="405"/>
                    </a:lnTo>
                    <a:lnTo>
                      <a:pt x="785" y="325"/>
                    </a:lnTo>
                    <a:lnTo>
                      <a:pt x="787" y="247"/>
                    </a:lnTo>
                    <a:lnTo>
                      <a:pt x="784" y="175"/>
                    </a:lnTo>
                    <a:lnTo>
                      <a:pt x="774" y="118"/>
                    </a:lnTo>
                    <a:lnTo>
                      <a:pt x="756" y="78"/>
                    </a:lnTo>
                    <a:lnTo>
                      <a:pt x="732" y="52"/>
                    </a:lnTo>
                    <a:lnTo>
                      <a:pt x="709" y="32"/>
                    </a:lnTo>
                    <a:lnTo>
                      <a:pt x="687" y="19"/>
                    </a:lnTo>
                    <a:lnTo>
                      <a:pt x="669" y="9"/>
                    </a:lnTo>
                    <a:lnTo>
                      <a:pt x="651" y="4"/>
                    </a:lnTo>
                    <a:lnTo>
                      <a:pt x="639" y="1"/>
                    </a:lnTo>
                    <a:lnTo>
                      <a:pt x="631" y="0"/>
                    </a:lnTo>
                    <a:lnTo>
                      <a:pt x="628" y="0"/>
                    </a:lnTo>
                    <a:lnTo>
                      <a:pt x="626" y="0"/>
                    </a:lnTo>
                    <a:lnTo>
                      <a:pt x="620" y="0"/>
                    </a:lnTo>
                    <a:lnTo>
                      <a:pt x="611" y="0"/>
                    </a:lnTo>
                    <a:lnTo>
                      <a:pt x="598" y="0"/>
                    </a:lnTo>
                    <a:lnTo>
                      <a:pt x="582" y="1"/>
                    </a:lnTo>
                    <a:lnTo>
                      <a:pt x="564" y="1"/>
                    </a:lnTo>
                    <a:lnTo>
                      <a:pt x="544" y="2"/>
                    </a:lnTo>
                    <a:lnTo>
                      <a:pt x="521" y="4"/>
                    </a:lnTo>
                    <a:lnTo>
                      <a:pt x="497" y="6"/>
                    </a:lnTo>
                    <a:lnTo>
                      <a:pt x="472" y="7"/>
                    </a:lnTo>
                    <a:lnTo>
                      <a:pt x="445" y="10"/>
                    </a:lnTo>
                    <a:lnTo>
                      <a:pt x="419" y="14"/>
                    </a:lnTo>
                    <a:lnTo>
                      <a:pt x="391" y="17"/>
                    </a:lnTo>
                    <a:lnTo>
                      <a:pt x="364" y="23"/>
                    </a:lnTo>
                    <a:lnTo>
                      <a:pt x="337" y="28"/>
                    </a:lnTo>
                    <a:lnTo>
                      <a:pt x="311" y="35"/>
                    </a:lnTo>
                    <a:lnTo>
                      <a:pt x="277" y="44"/>
                    </a:lnTo>
                    <a:lnTo>
                      <a:pt x="247" y="52"/>
                    </a:lnTo>
                    <a:lnTo>
                      <a:pt x="222" y="60"/>
                    </a:lnTo>
                    <a:lnTo>
                      <a:pt x="199" y="67"/>
                    </a:lnTo>
                    <a:lnTo>
                      <a:pt x="179" y="73"/>
                    </a:lnTo>
                    <a:lnTo>
                      <a:pt x="162" y="80"/>
                    </a:lnTo>
                    <a:lnTo>
                      <a:pt x="147" y="85"/>
                    </a:lnTo>
                    <a:lnTo>
                      <a:pt x="132" y="91"/>
                    </a:lnTo>
                    <a:close/>
                  </a:path>
                </a:pathLst>
              </a:custGeom>
              <a:solidFill>
                <a:srgbClr val="59A3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4" name="Freeform 163"/>
              <p:cNvSpPr>
                <a:spLocks/>
              </p:cNvSpPr>
              <p:nvPr/>
            </p:nvSpPr>
            <p:spPr bwMode="auto">
              <a:xfrm>
                <a:off x="3255" y="3312"/>
                <a:ext cx="168" cy="366"/>
              </a:xfrm>
              <a:custGeom>
                <a:avLst/>
                <a:gdLst>
                  <a:gd name="T0" fmla="*/ 49 w 336"/>
                  <a:gd name="T1" fmla="*/ 24 h 733"/>
                  <a:gd name="T2" fmla="*/ 0 w 336"/>
                  <a:gd name="T3" fmla="*/ 366 h 733"/>
                  <a:gd name="T4" fmla="*/ 114 w 336"/>
                  <a:gd name="T5" fmla="*/ 366 h 733"/>
                  <a:gd name="T6" fmla="*/ 168 w 336"/>
                  <a:gd name="T7" fmla="*/ 15 h 733"/>
                  <a:gd name="T8" fmla="*/ 168 w 336"/>
                  <a:gd name="T9" fmla="*/ 14 h 733"/>
                  <a:gd name="T10" fmla="*/ 168 w 336"/>
                  <a:gd name="T11" fmla="*/ 13 h 733"/>
                  <a:gd name="T12" fmla="*/ 168 w 336"/>
                  <a:gd name="T13" fmla="*/ 11 h 733"/>
                  <a:gd name="T14" fmla="*/ 166 w 336"/>
                  <a:gd name="T15" fmla="*/ 8 h 733"/>
                  <a:gd name="T16" fmla="*/ 161 w 336"/>
                  <a:gd name="T17" fmla="*/ 6 h 733"/>
                  <a:gd name="T18" fmla="*/ 155 w 336"/>
                  <a:gd name="T19" fmla="*/ 3 h 733"/>
                  <a:gd name="T20" fmla="*/ 144 w 336"/>
                  <a:gd name="T21" fmla="*/ 1 h 733"/>
                  <a:gd name="T22" fmla="*/ 130 w 336"/>
                  <a:gd name="T23" fmla="*/ 0 h 733"/>
                  <a:gd name="T24" fmla="*/ 114 w 336"/>
                  <a:gd name="T25" fmla="*/ 1 h 733"/>
                  <a:gd name="T26" fmla="*/ 99 w 336"/>
                  <a:gd name="T27" fmla="*/ 3 h 733"/>
                  <a:gd name="T28" fmla="*/ 86 w 336"/>
                  <a:gd name="T29" fmla="*/ 7 h 733"/>
                  <a:gd name="T30" fmla="*/ 74 w 336"/>
                  <a:gd name="T31" fmla="*/ 11 h 733"/>
                  <a:gd name="T32" fmla="*/ 64 w 336"/>
                  <a:gd name="T33" fmla="*/ 16 h 733"/>
                  <a:gd name="T34" fmla="*/ 56 w 336"/>
                  <a:gd name="T35" fmla="*/ 20 h 733"/>
                  <a:gd name="T36" fmla="*/ 51 w 336"/>
                  <a:gd name="T37" fmla="*/ 23 h 733"/>
                  <a:gd name="T38" fmla="*/ 49 w 336"/>
                  <a:gd name="T39" fmla="*/ 24 h 73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36"/>
                  <a:gd name="T61" fmla="*/ 0 h 733"/>
                  <a:gd name="T62" fmla="*/ 336 w 336"/>
                  <a:gd name="T63" fmla="*/ 733 h 733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36" h="733">
                    <a:moveTo>
                      <a:pt x="99" y="49"/>
                    </a:moveTo>
                    <a:lnTo>
                      <a:pt x="0" y="733"/>
                    </a:lnTo>
                    <a:lnTo>
                      <a:pt x="229" y="733"/>
                    </a:lnTo>
                    <a:lnTo>
                      <a:pt x="336" y="30"/>
                    </a:lnTo>
                    <a:lnTo>
                      <a:pt x="336" y="29"/>
                    </a:lnTo>
                    <a:lnTo>
                      <a:pt x="336" y="26"/>
                    </a:lnTo>
                    <a:lnTo>
                      <a:pt x="335" y="22"/>
                    </a:lnTo>
                    <a:lnTo>
                      <a:pt x="331" y="16"/>
                    </a:lnTo>
                    <a:lnTo>
                      <a:pt x="321" y="12"/>
                    </a:lnTo>
                    <a:lnTo>
                      <a:pt x="309" y="6"/>
                    </a:lnTo>
                    <a:lnTo>
                      <a:pt x="288" y="3"/>
                    </a:lnTo>
                    <a:lnTo>
                      <a:pt x="260" y="0"/>
                    </a:lnTo>
                    <a:lnTo>
                      <a:pt x="228" y="2"/>
                    </a:lnTo>
                    <a:lnTo>
                      <a:pt x="198" y="6"/>
                    </a:lnTo>
                    <a:lnTo>
                      <a:pt x="172" y="14"/>
                    </a:lnTo>
                    <a:lnTo>
                      <a:pt x="148" y="22"/>
                    </a:lnTo>
                    <a:lnTo>
                      <a:pt x="128" y="33"/>
                    </a:lnTo>
                    <a:lnTo>
                      <a:pt x="112" y="41"/>
                    </a:lnTo>
                    <a:lnTo>
                      <a:pt x="103" y="46"/>
                    </a:lnTo>
                    <a:lnTo>
                      <a:pt x="99" y="49"/>
                    </a:lnTo>
                    <a:close/>
                  </a:path>
                </a:pathLst>
              </a:custGeom>
              <a:solidFill>
                <a:srgbClr val="A5A5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5" name="Freeform 164"/>
              <p:cNvSpPr>
                <a:spLocks/>
              </p:cNvSpPr>
              <p:nvPr/>
            </p:nvSpPr>
            <p:spPr bwMode="auto">
              <a:xfrm>
                <a:off x="2437" y="2926"/>
                <a:ext cx="989" cy="499"/>
              </a:xfrm>
              <a:custGeom>
                <a:avLst/>
                <a:gdLst>
                  <a:gd name="T0" fmla="*/ 501 w 1977"/>
                  <a:gd name="T1" fmla="*/ 463 h 999"/>
                  <a:gd name="T2" fmla="*/ 444 w 1977"/>
                  <a:gd name="T3" fmla="*/ 456 h 999"/>
                  <a:gd name="T4" fmla="*/ 419 w 1977"/>
                  <a:gd name="T5" fmla="*/ 411 h 999"/>
                  <a:gd name="T6" fmla="*/ 468 w 1977"/>
                  <a:gd name="T7" fmla="*/ 387 h 999"/>
                  <a:gd name="T8" fmla="*/ 396 w 1977"/>
                  <a:gd name="T9" fmla="*/ 378 h 999"/>
                  <a:gd name="T10" fmla="*/ 423 w 1977"/>
                  <a:gd name="T11" fmla="*/ 459 h 999"/>
                  <a:gd name="T12" fmla="*/ 495 w 1977"/>
                  <a:gd name="T13" fmla="*/ 498 h 999"/>
                  <a:gd name="T14" fmla="*/ 532 w 1977"/>
                  <a:gd name="T15" fmla="*/ 454 h 999"/>
                  <a:gd name="T16" fmla="*/ 564 w 1977"/>
                  <a:gd name="T17" fmla="*/ 242 h 999"/>
                  <a:gd name="T18" fmla="*/ 613 w 1977"/>
                  <a:gd name="T19" fmla="*/ 158 h 999"/>
                  <a:gd name="T20" fmla="*/ 699 w 1977"/>
                  <a:gd name="T21" fmla="*/ 107 h 999"/>
                  <a:gd name="T22" fmla="*/ 767 w 1977"/>
                  <a:gd name="T23" fmla="*/ 147 h 999"/>
                  <a:gd name="T24" fmla="*/ 834 w 1977"/>
                  <a:gd name="T25" fmla="*/ 150 h 999"/>
                  <a:gd name="T26" fmla="*/ 885 w 1977"/>
                  <a:gd name="T27" fmla="*/ 119 h 999"/>
                  <a:gd name="T28" fmla="*/ 972 w 1977"/>
                  <a:gd name="T29" fmla="*/ 228 h 999"/>
                  <a:gd name="T30" fmla="*/ 988 w 1977"/>
                  <a:gd name="T31" fmla="*/ 215 h 999"/>
                  <a:gd name="T32" fmla="*/ 955 w 1977"/>
                  <a:gd name="T33" fmla="*/ 132 h 999"/>
                  <a:gd name="T34" fmla="*/ 898 w 1977"/>
                  <a:gd name="T35" fmla="*/ 85 h 999"/>
                  <a:gd name="T36" fmla="*/ 877 w 1977"/>
                  <a:gd name="T37" fmla="*/ 92 h 999"/>
                  <a:gd name="T38" fmla="*/ 832 w 1977"/>
                  <a:gd name="T39" fmla="*/ 125 h 999"/>
                  <a:gd name="T40" fmla="*/ 785 w 1977"/>
                  <a:gd name="T41" fmla="*/ 127 h 999"/>
                  <a:gd name="T42" fmla="*/ 741 w 1977"/>
                  <a:gd name="T43" fmla="*/ 108 h 999"/>
                  <a:gd name="T44" fmla="*/ 749 w 1977"/>
                  <a:gd name="T45" fmla="*/ 58 h 999"/>
                  <a:gd name="T46" fmla="*/ 729 w 1977"/>
                  <a:gd name="T47" fmla="*/ 25 h 999"/>
                  <a:gd name="T48" fmla="*/ 674 w 1977"/>
                  <a:gd name="T49" fmla="*/ 92 h 999"/>
                  <a:gd name="T50" fmla="*/ 597 w 1977"/>
                  <a:gd name="T51" fmla="*/ 134 h 999"/>
                  <a:gd name="T52" fmla="*/ 550 w 1977"/>
                  <a:gd name="T53" fmla="*/ 205 h 999"/>
                  <a:gd name="T54" fmla="*/ 520 w 1977"/>
                  <a:gd name="T55" fmla="*/ 245 h 999"/>
                  <a:gd name="T56" fmla="*/ 441 w 1977"/>
                  <a:gd name="T57" fmla="*/ 235 h 999"/>
                  <a:gd name="T58" fmla="*/ 208 w 1977"/>
                  <a:gd name="T59" fmla="*/ 274 h 999"/>
                  <a:gd name="T60" fmla="*/ 109 w 1977"/>
                  <a:gd name="T61" fmla="*/ 279 h 999"/>
                  <a:gd name="T62" fmla="*/ 46 w 1977"/>
                  <a:gd name="T63" fmla="*/ 257 h 999"/>
                  <a:gd name="T64" fmla="*/ 5 w 1977"/>
                  <a:gd name="T65" fmla="*/ 254 h 999"/>
                  <a:gd name="T66" fmla="*/ 75 w 1977"/>
                  <a:gd name="T67" fmla="*/ 281 h 999"/>
                  <a:gd name="T68" fmla="*/ 107 w 1977"/>
                  <a:gd name="T69" fmla="*/ 294 h 999"/>
                  <a:gd name="T70" fmla="*/ 249 w 1977"/>
                  <a:gd name="T71" fmla="*/ 372 h 999"/>
                  <a:gd name="T72" fmla="*/ 193 w 1977"/>
                  <a:gd name="T73" fmla="*/ 291 h 999"/>
                  <a:gd name="T74" fmla="*/ 433 w 1977"/>
                  <a:gd name="T75" fmla="*/ 247 h 999"/>
                  <a:gd name="T76" fmla="*/ 512 w 1977"/>
                  <a:gd name="T77" fmla="*/ 252 h 999"/>
                  <a:gd name="T78" fmla="*/ 528 w 1977"/>
                  <a:gd name="T79" fmla="*/ 325 h 999"/>
                  <a:gd name="T80" fmla="*/ 494 w 1977"/>
                  <a:gd name="T81" fmla="*/ 291 h 999"/>
                  <a:gd name="T82" fmla="*/ 526 w 1977"/>
                  <a:gd name="T83" fmla="*/ 300 h 999"/>
                  <a:gd name="T84" fmla="*/ 478 w 1977"/>
                  <a:gd name="T85" fmla="*/ 258 h 999"/>
                  <a:gd name="T86" fmla="*/ 514 w 1977"/>
                  <a:gd name="T87" fmla="*/ 268 h 999"/>
                  <a:gd name="T88" fmla="*/ 532 w 1977"/>
                  <a:gd name="T89" fmla="*/ 275 h 999"/>
                  <a:gd name="T90" fmla="*/ 490 w 1977"/>
                  <a:gd name="T91" fmla="*/ 251 h 999"/>
                  <a:gd name="T92" fmla="*/ 478 w 1977"/>
                  <a:gd name="T93" fmla="*/ 257 h 999"/>
                  <a:gd name="T94" fmla="*/ 484 w 1977"/>
                  <a:gd name="T95" fmla="*/ 271 h 999"/>
                  <a:gd name="T96" fmla="*/ 486 w 1977"/>
                  <a:gd name="T97" fmla="*/ 280 h 999"/>
                  <a:gd name="T98" fmla="*/ 485 w 1977"/>
                  <a:gd name="T99" fmla="*/ 301 h 999"/>
                  <a:gd name="T100" fmla="*/ 465 w 1977"/>
                  <a:gd name="T101" fmla="*/ 331 h 999"/>
                  <a:gd name="T102" fmla="*/ 427 w 1977"/>
                  <a:gd name="T103" fmla="*/ 286 h 999"/>
                  <a:gd name="T104" fmla="*/ 399 w 1977"/>
                  <a:gd name="T105" fmla="*/ 306 h 999"/>
                  <a:gd name="T106" fmla="*/ 389 w 1977"/>
                  <a:gd name="T107" fmla="*/ 310 h 999"/>
                  <a:gd name="T108" fmla="*/ 412 w 1977"/>
                  <a:gd name="T109" fmla="*/ 317 h 999"/>
                  <a:gd name="T110" fmla="*/ 410 w 1977"/>
                  <a:gd name="T111" fmla="*/ 344 h 999"/>
                  <a:gd name="T112" fmla="*/ 423 w 1977"/>
                  <a:gd name="T113" fmla="*/ 361 h 999"/>
                  <a:gd name="T114" fmla="*/ 501 w 1977"/>
                  <a:gd name="T115" fmla="*/ 336 h 999"/>
                  <a:gd name="T116" fmla="*/ 476 w 1977"/>
                  <a:gd name="T117" fmla="*/ 384 h 999"/>
                  <a:gd name="T118" fmla="*/ 518 w 1977"/>
                  <a:gd name="T119" fmla="*/ 395 h 999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77"/>
                  <a:gd name="T181" fmla="*/ 0 h 999"/>
                  <a:gd name="T182" fmla="*/ 1977 w 1977"/>
                  <a:gd name="T183" fmla="*/ 999 h 999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77" h="999">
                    <a:moveTo>
                      <a:pt x="949" y="853"/>
                    </a:moveTo>
                    <a:lnTo>
                      <a:pt x="1027" y="827"/>
                    </a:lnTo>
                    <a:lnTo>
                      <a:pt x="1026" y="843"/>
                    </a:lnTo>
                    <a:lnTo>
                      <a:pt x="1024" y="860"/>
                    </a:lnTo>
                    <a:lnTo>
                      <a:pt x="1021" y="877"/>
                    </a:lnTo>
                    <a:lnTo>
                      <a:pt x="1017" y="894"/>
                    </a:lnTo>
                    <a:lnTo>
                      <a:pt x="1010" y="912"/>
                    </a:lnTo>
                    <a:lnTo>
                      <a:pt x="1001" y="927"/>
                    </a:lnTo>
                    <a:lnTo>
                      <a:pt x="989" y="941"/>
                    </a:lnTo>
                    <a:lnTo>
                      <a:pt x="974" y="952"/>
                    </a:lnTo>
                    <a:lnTo>
                      <a:pt x="959" y="954"/>
                    </a:lnTo>
                    <a:lnTo>
                      <a:pt x="944" y="952"/>
                    </a:lnTo>
                    <a:lnTo>
                      <a:pt x="929" y="946"/>
                    </a:lnTo>
                    <a:lnTo>
                      <a:pt x="914" y="937"/>
                    </a:lnTo>
                    <a:lnTo>
                      <a:pt x="900" y="926"/>
                    </a:lnTo>
                    <a:lnTo>
                      <a:pt x="888" y="913"/>
                    </a:lnTo>
                    <a:lnTo>
                      <a:pt x="876" y="897"/>
                    </a:lnTo>
                    <a:lnTo>
                      <a:pt x="867" y="881"/>
                    </a:lnTo>
                    <a:lnTo>
                      <a:pt x="949" y="853"/>
                    </a:lnTo>
                    <a:lnTo>
                      <a:pt x="942" y="822"/>
                    </a:lnTo>
                    <a:lnTo>
                      <a:pt x="857" y="852"/>
                    </a:lnTo>
                    <a:lnTo>
                      <a:pt x="848" y="845"/>
                    </a:lnTo>
                    <a:lnTo>
                      <a:pt x="842" y="835"/>
                    </a:lnTo>
                    <a:lnTo>
                      <a:pt x="837" y="823"/>
                    </a:lnTo>
                    <a:lnTo>
                      <a:pt x="830" y="812"/>
                    </a:lnTo>
                    <a:lnTo>
                      <a:pt x="843" y="806"/>
                    </a:lnTo>
                    <a:lnTo>
                      <a:pt x="858" y="801"/>
                    </a:lnTo>
                    <a:lnTo>
                      <a:pt x="873" y="795"/>
                    </a:lnTo>
                    <a:lnTo>
                      <a:pt x="889" y="790"/>
                    </a:lnTo>
                    <a:lnTo>
                      <a:pt x="905" y="784"/>
                    </a:lnTo>
                    <a:lnTo>
                      <a:pt x="921" y="779"/>
                    </a:lnTo>
                    <a:lnTo>
                      <a:pt x="935" y="775"/>
                    </a:lnTo>
                    <a:lnTo>
                      <a:pt x="949" y="770"/>
                    </a:lnTo>
                    <a:lnTo>
                      <a:pt x="941" y="740"/>
                    </a:lnTo>
                    <a:lnTo>
                      <a:pt x="836" y="775"/>
                    </a:lnTo>
                    <a:lnTo>
                      <a:pt x="835" y="772"/>
                    </a:lnTo>
                    <a:lnTo>
                      <a:pt x="835" y="769"/>
                    </a:lnTo>
                    <a:lnTo>
                      <a:pt x="835" y="765"/>
                    </a:lnTo>
                    <a:lnTo>
                      <a:pt x="835" y="761"/>
                    </a:lnTo>
                    <a:lnTo>
                      <a:pt x="792" y="757"/>
                    </a:lnTo>
                    <a:lnTo>
                      <a:pt x="792" y="779"/>
                    </a:lnTo>
                    <a:lnTo>
                      <a:pt x="794" y="800"/>
                    </a:lnTo>
                    <a:lnTo>
                      <a:pt x="799" y="822"/>
                    </a:lnTo>
                    <a:lnTo>
                      <a:pt x="806" y="841"/>
                    </a:lnTo>
                    <a:lnTo>
                      <a:pt x="814" y="862"/>
                    </a:lnTo>
                    <a:lnTo>
                      <a:pt x="823" y="882"/>
                    </a:lnTo>
                    <a:lnTo>
                      <a:pt x="835" y="900"/>
                    </a:lnTo>
                    <a:lnTo>
                      <a:pt x="846" y="919"/>
                    </a:lnTo>
                    <a:lnTo>
                      <a:pt x="860" y="936"/>
                    </a:lnTo>
                    <a:lnTo>
                      <a:pt x="875" y="953"/>
                    </a:lnTo>
                    <a:lnTo>
                      <a:pt x="891" y="968"/>
                    </a:lnTo>
                    <a:lnTo>
                      <a:pt x="908" y="980"/>
                    </a:lnTo>
                    <a:lnTo>
                      <a:pt x="927" y="990"/>
                    </a:lnTo>
                    <a:lnTo>
                      <a:pt x="946" y="996"/>
                    </a:lnTo>
                    <a:lnTo>
                      <a:pt x="967" y="999"/>
                    </a:lnTo>
                    <a:lnTo>
                      <a:pt x="989" y="997"/>
                    </a:lnTo>
                    <a:lnTo>
                      <a:pt x="1005" y="992"/>
                    </a:lnTo>
                    <a:lnTo>
                      <a:pt x="1019" y="986"/>
                    </a:lnTo>
                    <a:lnTo>
                      <a:pt x="1030" y="976"/>
                    </a:lnTo>
                    <a:lnTo>
                      <a:pt x="1041" y="965"/>
                    </a:lnTo>
                    <a:lnTo>
                      <a:pt x="1048" y="952"/>
                    </a:lnTo>
                    <a:lnTo>
                      <a:pt x="1055" y="938"/>
                    </a:lnTo>
                    <a:lnTo>
                      <a:pt x="1060" y="923"/>
                    </a:lnTo>
                    <a:lnTo>
                      <a:pt x="1064" y="908"/>
                    </a:lnTo>
                    <a:lnTo>
                      <a:pt x="1098" y="629"/>
                    </a:lnTo>
                    <a:lnTo>
                      <a:pt x="1101" y="609"/>
                    </a:lnTo>
                    <a:lnTo>
                      <a:pt x="1104" y="587"/>
                    </a:lnTo>
                    <a:lnTo>
                      <a:pt x="1108" y="566"/>
                    </a:lnTo>
                    <a:lnTo>
                      <a:pt x="1112" y="545"/>
                    </a:lnTo>
                    <a:lnTo>
                      <a:pt x="1117" y="525"/>
                    </a:lnTo>
                    <a:lnTo>
                      <a:pt x="1121" y="505"/>
                    </a:lnTo>
                    <a:lnTo>
                      <a:pt x="1128" y="485"/>
                    </a:lnTo>
                    <a:lnTo>
                      <a:pt x="1135" y="466"/>
                    </a:lnTo>
                    <a:lnTo>
                      <a:pt x="1143" y="443"/>
                    </a:lnTo>
                    <a:lnTo>
                      <a:pt x="1154" y="420"/>
                    </a:lnTo>
                    <a:lnTo>
                      <a:pt x="1165" y="398"/>
                    </a:lnTo>
                    <a:lnTo>
                      <a:pt x="1179" y="376"/>
                    </a:lnTo>
                    <a:lnTo>
                      <a:pt x="1194" y="355"/>
                    </a:lnTo>
                    <a:lnTo>
                      <a:pt x="1209" y="335"/>
                    </a:lnTo>
                    <a:lnTo>
                      <a:pt x="1226" y="316"/>
                    </a:lnTo>
                    <a:lnTo>
                      <a:pt x="1245" y="298"/>
                    </a:lnTo>
                    <a:lnTo>
                      <a:pt x="1264" y="282"/>
                    </a:lnTo>
                    <a:lnTo>
                      <a:pt x="1284" y="265"/>
                    </a:lnTo>
                    <a:lnTo>
                      <a:pt x="1306" y="252"/>
                    </a:lnTo>
                    <a:lnTo>
                      <a:pt x="1328" y="240"/>
                    </a:lnTo>
                    <a:lnTo>
                      <a:pt x="1351" y="230"/>
                    </a:lnTo>
                    <a:lnTo>
                      <a:pt x="1374" y="220"/>
                    </a:lnTo>
                    <a:lnTo>
                      <a:pt x="1398" y="215"/>
                    </a:lnTo>
                    <a:lnTo>
                      <a:pt x="1423" y="210"/>
                    </a:lnTo>
                    <a:lnTo>
                      <a:pt x="1437" y="226"/>
                    </a:lnTo>
                    <a:lnTo>
                      <a:pt x="1450" y="240"/>
                    </a:lnTo>
                    <a:lnTo>
                      <a:pt x="1462" y="254"/>
                    </a:lnTo>
                    <a:lnTo>
                      <a:pt x="1476" y="265"/>
                    </a:lnTo>
                    <a:lnTo>
                      <a:pt x="1492" y="276"/>
                    </a:lnTo>
                    <a:lnTo>
                      <a:pt x="1511" y="285"/>
                    </a:lnTo>
                    <a:lnTo>
                      <a:pt x="1534" y="294"/>
                    </a:lnTo>
                    <a:lnTo>
                      <a:pt x="1561" y="302"/>
                    </a:lnTo>
                    <a:lnTo>
                      <a:pt x="1578" y="306"/>
                    </a:lnTo>
                    <a:lnTo>
                      <a:pt x="1593" y="307"/>
                    </a:lnTo>
                    <a:lnTo>
                      <a:pt x="1609" y="308"/>
                    </a:lnTo>
                    <a:lnTo>
                      <a:pt x="1624" y="308"/>
                    </a:lnTo>
                    <a:lnTo>
                      <a:pt x="1639" y="306"/>
                    </a:lnTo>
                    <a:lnTo>
                      <a:pt x="1652" y="303"/>
                    </a:lnTo>
                    <a:lnTo>
                      <a:pt x="1667" y="300"/>
                    </a:lnTo>
                    <a:lnTo>
                      <a:pt x="1681" y="294"/>
                    </a:lnTo>
                    <a:lnTo>
                      <a:pt x="1695" y="290"/>
                    </a:lnTo>
                    <a:lnTo>
                      <a:pt x="1708" y="283"/>
                    </a:lnTo>
                    <a:lnTo>
                      <a:pt x="1722" y="276"/>
                    </a:lnTo>
                    <a:lnTo>
                      <a:pt x="1734" y="268"/>
                    </a:lnTo>
                    <a:lnTo>
                      <a:pt x="1746" y="259"/>
                    </a:lnTo>
                    <a:lnTo>
                      <a:pt x="1758" y="249"/>
                    </a:lnTo>
                    <a:lnTo>
                      <a:pt x="1770" y="239"/>
                    </a:lnTo>
                    <a:lnTo>
                      <a:pt x="1781" y="229"/>
                    </a:lnTo>
                    <a:lnTo>
                      <a:pt x="1818" y="249"/>
                    </a:lnTo>
                    <a:lnTo>
                      <a:pt x="1850" y="275"/>
                    </a:lnTo>
                    <a:lnTo>
                      <a:pt x="1878" y="305"/>
                    </a:lnTo>
                    <a:lnTo>
                      <a:pt x="1902" y="339"/>
                    </a:lnTo>
                    <a:lnTo>
                      <a:pt x="1921" y="376"/>
                    </a:lnTo>
                    <a:lnTo>
                      <a:pt x="1936" y="416"/>
                    </a:lnTo>
                    <a:lnTo>
                      <a:pt x="1944" y="457"/>
                    </a:lnTo>
                    <a:lnTo>
                      <a:pt x="1947" y="499"/>
                    </a:lnTo>
                    <a:lnTo>
                      <a:pt x="1950" y="528"/>
                    </a:lnTo>
                    <a:lnTo>
                      <a:pt x="1953" y="560"/>
                    </a:lnTo>
                    <a:lnTo>
                      <a:pt x="1956" y="585"/>
                    </a:lnTo>
                    <a:lnTo>
                      <a:pt x="1960" y="591"/>
                    </a:lnTo>
                    <a:lnTo>
                      <a:pt x="1973" y="540"/>
                    </a:lnTo>
                    <a:lnTo>
                      <a:pt x="1977" y="485"/>
                    </a:lnTo>
                    <a:lnTo>
                      <a:pt x="1976" y="430"/>
                    </a:lnTo>
                    <a:lnTo>
                      <a:pt x="1967" y="378"/>
                    </a:lnTo>
                    <a:lnTo>
                      <a:pt x="1962" y="361"/>
                    </a:lnTo>
                    <a:lnTo>
                      <a:pt x="1956" y="344"/>
                    </a:lnTo>
                    <a:lnTo>
                      <a:pt x="1950" y="326"/>
                    </a:lnTo>
                    <a:lnTo>
                      <a:pt x="1940" y="310"/>
                    </a:lnTo>
                    <a:lnTo>
                      <a:pt x="1931" y="295"/>
                    </a:lnTo>
                    <a:lnTo>
                      <a:pt x="1921" y="280"/>
                    </a:lnTo>
                    <a:lnTo>
                      <a:pt x="1909" y="265"/>
                    </a:lnTo>
                    <a:lnTo>
                      <a:pt x="1897" y="252"/>
                    </a:lnTo>
                    <a:lnTo>
                      <a:pt x="1884" y="239"/>
                    </a:lnTo>
                    <a:lnTo>
                      <a:pt x="1870" y="226"/>
                    </a:lnTo>
                    <a:lnTo>
                      <a:pt x="1856" y="214"/>
                    </a:lnTo>
                    <a:lnTo>
                      <a:pt x="1841" y="202"/>
                    </a:lnTo>
                    <a:lnTo>
                      <a:pt x="1826" y="191"/>
                    </a:lnTo>
                    <a:lnTo>
                      <a:pt x="1810" y="180"/>
                    </a:lnTo>
                    <a:lnTo>
                      <a:pt x="1795" y="171"/>
                    </a:lnTo>
                    <a:lnTo>
                      <a:pt x="1779" y="162"/>
                    </a:lnTo>
                    <a:lnTo>
                      <a:pt x="1776" y="163"/>
                    </a:lnTo>
                    <a:lnTo>
                      <a:pt x="1773" y="164"/>
                    </a:lnTo>
                    <a:lnTo>
                      <a:pt x="1771" y="165"/>
                    </a:lnTo>
                    <a:lnTo>
                      <a:pt x="1769" y="167"/>
                    </a:lnTo>
                    <a:lnTo>
                      <a:pt x="1765" y="171"/>
                    </a:lnTo>
                    <a:lnTo>
                      <a:pt x="1761" y="177"/>
                    </a:lnTo>
                    <a:lnTo>
                      <a:pt x="1753" y="185"/>
                    </a:lnTo>
                    <a:lnTo>
                      <a:pt x="1743" y="195"/>
                    </a:lnTo>
                    <a:lnTo>
                      <a:pt x="1730" y="208"/>
                    </a:lnTo>
                    <a:lnTo>
                      <a:pt x="1717" y="218"/>
                    </a:lnTo>
                    <a:lnTo>
                      <a:pt x="1705" y="227"/>
                    </a:lnTo>
                    <a:lnTo>
                      <a:pt x="1694" y="235"/>
                    </a:lnTo>
                    <a:lnTo>
                      <a:pt x="1683" y="241"/>
                    </a:lnTo>
                    <a:lnTo>
                      <a:pt x="1673" y="247"/>
                    </a:lnTo>
                    <a:lnTo>
                      <a:pt x="1664" y="250"/>
                    </a:lnTo>
                    <a:lnTo>
                      <a:pt x="1654" y="254"/>
                    </a:lnTo>
                    <a:lnTo>
                      <a:pt x="1643" y="255"/>
                    </a:lnTo>
                    <a:lnTo>
                      <a:pt x="1633" y="256"/>
                    </a:lnTo>
                    <a:lnTo>
                      <a:pt x="1622" y="257"/>
                    </a:lnTo>
                    <a:lnTo>
                      <a:pt x="1611" y="257"/>
                    </a:lnTo>
                    <a:lnTo>
                      <a:pt x="1598" y="256"/>
                    </a:lnTo>
                    <a:lnTo>
                      <a:pt x="1584" y="256"/>
                    </a:lnTo>
                    <a:lnTo>
                      <a:pt x="1569" y="255"/>
                    </a:lnTo>
                    <a:lnTo>
                      <a:pt x="1553" y="254"/>
                    </a:lnTo>
                    <a:lnTo>
                      <a:pt x="1543" y="249"/>
                    </a:lnTo>
                    <a:lnTo>
                      <a:pt x="1531" y="246"/>
                    </a:lnTo>
                    <a:lnTo>
                      <a:pt x="1521" y="241"/>
                    </a:lnTo>
                    <a:lnTo>
                      <a:pt x="1510" y="237"/>
                    </a:lnTo>
                    <a:lnTo>
                      <a:pt x="1499" y="232"/>
                    </a:lnTo>
                    <a:lnTo>
                      <a:pt x="1489" y="225"/>
                    </a:lnTo>
                    <a:lnTo>
                      <a:pt x="1481" y="217"/>
                    </a:lnTo>
                    <a:lnTo>
                      <a:pt x="1473" y="208"/>
                    </a:lnTo>
                    <a:lnTo>
                      <a:pt x="1476" y="204"/>
                    </a:lnTo>
                    <a:lnTo>
                      <a:pt x="1480" y="200"/>
                    </a:lnTo>
                    <a:lnTo>
                      <a:pt x="1482" y="195"/>
                    </a:lnTo>
                    <a:lnTo>
                      <a:pt x="1485" y="191"/>
                    </a:lnTo>
                    <a:lnTo>
                      <a:pt x="1493" y="166"/>
                    </a:lnTo>
                    <a:lnTo>
                      <a:pt x="1497" y="141"/>
                    </a:lnTo>
                    <a:lnTo>
                      <a:pt x="1497" y="116"/>
                    </a:lnTo>
                    <a:lnTo>
                      <a:pt x="1495" y="91"/>
                    </a:lnTo>
                    <a:lnTo>
                      <a:pt x="1489" y="66"/>
                    </a:lnTo>
                    <a:lnTo>
                      <a:pt x="1480" y="43"/>
                    </a:lnTo>
                    <a:lnTo>
                      <a:pt x="1468" y="21"/>
                    </a:lnTo>
                    <a:lnTo>
                      <a:pt x="1454" y="0"/>
                    </a:lnTo>
                    <a:lnTo>
                      <a:pt x="1453" y="6"/>
                    </a:lnTo>
                    <a:lnTo>
                      <a:pt x="1454" y="25"/>
                    </a:lnTo>
                    <a:lnTo>
                      <a:pt x="1457" y="50"/>
                    </a:lnTo>
                    <a:lnTo>
                      <a:pt x="1458" y="80"/>
                    </a:lnTo>
                    <a:lnTo>
                      <a:pt x="1455" y="112"/>
                    </a:lnTo>
                    <a:lnTo>
                      <a:pt x="1450" y="141"/>
                    </a:lnTo>
                    <a:lnTo>
                      <a:pt x="1437" y="164"/>
                    </a:lnTo>
                    <a:lnTo>
                      <a:pt x="1416" y="178"/>
                    </a:lnTo>
                    <a:lnTo>
                      <a:pt x="1393" y="178"/>
                    </a:lnTo>
                    <a:lnTo>
                      <a:pt x="1370" y="180"/>
                    </a:lnTo>
                    <a:lnTo>
                      <a:pt x="1348" y="185"/>
                    </a:lnTo>
                    <a:lnTo>
                      <a:pt x="1326" y="191"/>
                    </a:lnTo>
                    <a:lnTo>
                      <a:pt x="1306" y="197"/>
                    </a:lnTo>
                    <a:lnTo>
                      <a:pt x="1285" y="207"/>
                    </a:lnTo>
                    <a:lnTo>
                      <a:pt x="1265" y="216"/>
                    </a:lnTo>
                    <a:lnTo>
                      <a:pt x="1246" y="227"/>
                    </a:lnTo>
                    <a:lnTo>
                      <a:pt x="1227" y="240"/>
                    </a:lnTo>
                    <a:lnTo>
                      <a:pt x="1209" y="254"/>
                    </a:lnTo>
                    <a:lnTo>
                      <a:pt x="1193" y="269"/>
                    </a:lnTo>
                    <a:lnTo>
                      <a:pt x="1177" y="285"/>
                    </a:lnTo>
                    <a:lnTo>
                      <a:pt x="1162" y="301"/>
                    </a:lnTo>
                    <a:lnTo>
                      <a:pt x="1148" y="320"/>
                    </a:lnTo>
                    <a:lnTo>
                      <a:pt x="1134" y="338"/>
                    </a:lnTo>
                    <a:lnTo>
                      <a:pt x="1123" y="356"/>
                    </a:lnTo>
                    <a:lnTo>
                      <a:pt x="1113" y="374"/>
                    </a:lnTo>
                    <a:lnTo>
                      <a:pt x="1105" y="392"/>
                    </a:lnTo>
                    <a:lnTo>
                      <a:pt x="1100" y="411"/>
                    </a:lnTo>
                    <a:lnTo>
                      <a:pt x="1095" y="429"/>
                    </a:lnTo>
                    <a:lnTo>
                      <a:pt x="1090" y="447"/>
                    </a:lnTo>
                    <a:lnTo>
                      <a:pt x="1086" y="467"/>
                    </a:lnTo>
                    <a:lnTo>
                      <a:pt x="1081" y="485"/>
                    </a:lnTo>
                    <a:lnTo>
                      <a:pt x="1077" y="504"/>
                    </a:lnTo>
                    <a:lnTo>
                      <a:pt x="1067" y="499"/>
                    </a:lnTo>
                    <a:lnTo>
                      <a:pt x="1055" y="495"/>
                    </a:lnTo>
                    <a:lnTo>
                      <a:pt x="1039" y="490"/>
                    </a:lnTo>
                    <a:lnTo>
                      <a:pt x="1022" y="484"/>
                    </a:lnTo>
                    <a:lnTo>
                      <a:pt x="1006" y="477"/>
                    </a:lnTo>
                    <a:lnTo>
                      <a:pt x="991" y="471"/>
                    </a:lnTo>
                    <a:lnTo>
                      <a:pt x="981" y="464"/>
                    </a:lnTo>
                    <a:lnTo>
                      <a:pt x="976" y="456"/>
                    </a:lnTo>
                    <a:lnTo>
                      <a:pt x="956" y="459"/>
                    </a:lnTo>
                    <a:lnTo>
                      <a:pt x="923" y="465"/>
                    </a:lnTo>
                    <a:lnTo>
                      <a:pt x="882" y="471"/>
                    </a:lnTo>
                    <a:lnTo>
                      <a:pt x="832" y="480"/>
                    </a:lnTo>
                    <a:lnTo>
                      <a:pt x="777" y="489"/>
                    </a:lnTo>
                    <a:lnTo>
                      <a:pt x="717" y="498"/>
                    </a:lnTo>
                    <a:lnTo>
                      <a:pt x="655" y="509"/>
                    </a:lnTo>
                    <a:lnTo>
                      <a:pt x="592" y="519"/>
                    </a:lnTo>
                    <a:lnTo>
                      <a:pt x="529" y="529"/>
                    </a:lnTo>
                    <a:lnTo>
                      <a:pt x="471" y="540"/>
                    </a:lnTo>
                    <a:lnTo>
                      <a:pt x="415" y="549"/>
                    </a:lnTo>
                    <a:lnTo>
                      <a:pt x="366" y="557"/>
                    </a:lnTo>
                    <a:lnTo>
                      <a:pt x="324" y="564"/>
                    </a:lnTo>
                    <a:lnTo>
                      <a:pt x="293" y="568"/>
                    </a:lnTo>
                    <a:lnTo>
                      <a:pt x="273" y="572"/>
                    </a:lnTo>
                    <a:lnTo>
                      <a:pt x="266" y="573"/>
                    </a:lnTo>
                    <a:lnTo>
                      <a:pt x="250" y="568"/>
                    </a:lnTo>
                    <a:lnTo>
                      <a:pt x="233" y="563"/>
                    </a:lnTo>
                    <a:lnTo>
                      <a:pt x="218" y="558"/>
                    </a:lnTo>
                    <a:lnTo>
                      <a:pt x="202" y="552"/>
                    </a:lnTo>
                    <a:lnTo>
                      <a:pt x="186" y="547"/>
                    </a:lnTo>
                    <a:lnTo>
                      <a:pt x="170" y="541"/>
                    </a:lnTo>
                    <a:lnTo>
                      <a:pt x="155" y="536"/>
                    </a:lnTo>
                    <a:lnTo>
                      <a:pt x="139" y="530"/>
                    </a:lnTo>
                    <a:lnTo>
                      <a:pt x="123" y="525"/>
                    </a:lnTo>
                    <a:lnTo>
                      <a:pt x="107" y="520"/>
                    </a:lnTo>
                    <a:lnTo>
                      <a:pt x="92" y="514"/>
                    </a:lnTo>
                    <a:lnTo>
                      <a:pt x="76" y="510"/>
                    </a:lnTo>
                    <a:lnTo>
                      <a:pt x="60" y="505"/>
                    </a:lnTo>
                    <a:lnTo>
                      <a:pt x="43" y="500"/>
                    </a:lnTo>
                    <a:lnTo>
                      <a:pt x="27" y="496"/>
                    </a:lnTo>
                    <a:lnTo>
                      <a:pt x="11" y="491"/>
                    </a:lnTo>
                    <a:lnTo>
                      <a:pt x="0" y="503"/>
                    </a:lnTo>
                    <a:lnTo>
                      <a:pt x="3" y="505"/>
                    </a:lnTo>
                    <a:lnTo>
                      <a:pt x="10" y="509"/>
                    </a:lnTo>
                    <a:lnTo>
                      <a:pt x="22" y="513"/>
                    </a:lnTo>
                    <a:lnTo>
                      <a:pt x="35" y="519"/>
                    </a:lnTo>
                    <a:lnTo>
                      <a:pt x="53" y="525"/>
                    </a:lnTo>
                    <a:lnTo>
                      <a:pt x="71" y="532"/>
                    </a:lnTo>
                    <a:lnTo>
                      <a:pt x="91" y="540"/>
                    </a:lnTo>
                    <a:lnTo>
                      <a:pt x="110" y="547"/>
                    </a:lnTo>
                    <a:lnTo>
                      <a:pt x="130" y="555"/>
                    </a:lnTo>
                    <a:lnTo>
                      <a:pt x="149" y="562"/>
                    </a:lnTo>
                    <a:lnTo>
                      <a:pt x="168" y="568"/>
                    </a:lnTo>
                    <a:lnTo>
                      <a:pt x="184" y="574"/>
                    </a:lnTo>
                    <a:lnTo>
                      <a:pt x="198" y="580"/>
                    </a:lnTo>
                    <a:lnTo>
                      <a:pt x="208" y="583"/>
                    </a:lnTo>
                    <a:lnTo>
                      <a:pt x="215" y="586"/>
                    </a:lnTo>
                    <a:lnTo>
                      <a:pt x="217" y="587"/>
                    </a:lnTo>
                    <a:lnTo>
                      <a:pt x="216" y="587"/>
                    </a:lnTo>
                    <a:lnTo>
                      <a:pt x="213" y="588"/>
                    </a:lnTo>
                    <a:lnTo>
                      <a:pt x="208" y="590"/>
                    </a:lnTo>
                    <a:lnTo>
                      <a:pt x="202" y="593"/>
                    </a:lnTo>
                    <a:lnTo>
                      <a:pt x="195" y="595"/>
                    </a:lnTo>
                    <a:lnTo>
                      <a:pt x="190" y="598"/>
                    </a:lnTo>
                    <a:lnTo>
                      <a:pt x="184" y="601"/>
                    </a:lnTo>
                    <a:lnTo>
                      <a:pt x="179" y="604"/>
                    </a:lnTo>
                    <a:lnTo>
                      <a:pt x="491" y="741"/>
                    </a:lnTo>
                    <a:lnTo>
                      <a:pt x="497" y="744"/>
                    </a:lnTo>
                    <a:lnTo>
                      <a:pt x="503" y="745"/>
                    </a:lnTo>
                    <a:lnTo>
                      <a:pt x="509" y="745"/>
                    </a:lnTo>
                    <a:lnTo>
                      <a:pt x="514" y="740"/>
                    </a:lnTo>
                    <a:lnTo>
                      <a:pt x="246" y="612"/>
                    </a:lnTo>
                    <a:lnTo>
                      <a:pt x="265" y="608"/>
                    </a:lnTo>
                    <a:lnTo>
                      <a:pt x="296" y="602"/>
                    </a:lnTo>
                    <a:lnTo>
                      <a:pt x="336" y="593"/>
                    </a:lnTo>
                    <a:lnTo>
                      <a:pt x="385" y="583"/>
                    </a:lnTo>
                    <a:lnTo>
                      <a:pt x="442" y="573"/>
                    </a:lnTo>
                    <a:lnTo>
                      <a:pt x="503" y="562"/>
                    </a:lnTo>
                    <a:lnTo>
                      <a:pt x="567" y="549"/>
                    </a:lnTo>
                    <a:lnTo>
                      <a:pt x="632" y="537"/>
                    </a:lnTo>
                    <a:lnTo>
                      <a:pt x="696" y="526"/>
                    </a:lnTo>
                    <a:lnTo>
                      <a:pt x="758" y="514"/>
                    </a:lnTo>
                    <a:lnTo>
                      <a:pt x="815" y="504"/>
                    </a:lnTo>
                    <a:lnTo>
                      <a:pt x="866" y="494"/>
                    </a:lnTo>
                    <a:lnTo>
                      <a:pt x="910" y="487"/>
                    </a:lnTo>
                    <a:lnTo>
                      <a:pt x="942" y="480"/>
                    </a:lnTo>
                    <a:lnTo>
                      <a:pt x="964" y="476"/>
                    </a:lnTo>
                    <a:lnTo>
                      <a:pt x="971" y="475"/>
                    </a:lnTo>
                    <a:lnTo>
                      <a:pt x="983" y="482"/>
                    </a:lnTo>
                    <a:lnTo>
                      <a:pt x="996" y="489"/>
                    </a:lnTo>
                    <a:lnTo>
                      <a:pt x="1010" y="496"/>
                    </a:lnTo>
                    <a:lnTo>
                      <a:pt x="1024" y="504"/>
                    </a:lnTo>
                    <a:lnTo>
                      <a:pt x="1036" y="512"/>
                    </a:lnTo>
                    <a:lnTo>
                      <a:pt x="1049" y="520"/>
                    </a:lnTo>
                    <a:lnTo>
                      <a:pt x="1062" y="528"/>
                    </a:lnTo>
                    <a:lnTo>
                      <a:pt x="1073" y="537"/>
                    </a:lnTo>
                    <a:lnTo>
                      <a:pt x="1072" y="567"/>
                    </a:lnTo>
                    <a:lnTo>
                      <a:pt x="1067" y="595"/>
                    </a:lnTo>
                    <a:lnTo>
                      <a:pt x="1062" y="624"/>
                    </a:lnTo>
                    <a:lnTo>
                      <a:pt x="1055" y="650"/>
                    </a:lnTo>
                    <a:lnTo>
                      <a:pt x="1047" y="641"/>
                    </a:lnTo>
                    <a:lnTo>
                      <a:pt x="1039" y="632"/>
                    </a:lnTo>
                    <a:lnTo>
                      <a:pt x="1030" y="623"/>
                    </a:lnTo>
                    <a:lnTo>
                      <a:pt x="1022" y="615"/>
                    </a:lnTo>
                    <a:lnTo>
                      <a:pt x="1014" y="606"/>
                    </a:lnTo>
                    <a:lnTo>
                      <a:pt x="1006" y="598"/>
                    </a:lnTo>
                    <a:lnTo>
                      <a:pt x="997" y="590"/>
                    </a:lnTo>
                    <a:lnTo>
                      <a:pt x="987" y="583"/>
                    </a:lnTo>
                    <a:lnTo>
                      <a:pt x="995" y="583"/>
                    </a:lnTo>
                    <a:lnTo>
                      <a:pt x="1003" y="586"/>
                    </a:lnTo>
                    <a:lnTo>
                      <a:pt x="1011" y="591"/>
                    </a:lnTo>
                    <a:lnTo>
                      <a:pt x="1018" y="597"/>
                    </a:lnTo>
                    <a:lnTo>
                      <a:pt x="1026" y="603"/>
                    </a:lnTo>
                    <a:lnTo>
                      <a:pt x="1034" y="605"/>
                    </a:lnTo>
                    <a:lnTo>
                      <a:pt x="1042" y="605"/>
                    </a:lnTo>
                    <a:lnTo>
                      <a:pt x="1051" y="601"/>
                    </a:lnTo>
                    <a:lnTo>
                      <a:pt x="1043" y="587"/>
                    </a:lnTo>
                    <a:lnTo>
                      <a:pt x="1033" y="574"/>
                    </a:lnTo>
                    <a:lnTo>
                      <a:pt x="1022" y="563"/>
                    </a:lnTo>
                    <a:lnTo>
                      <a:pt x="1010" y="551"/>
                    </a:lnTo>
                    <a:lnTo>
                      <a:pt x="997" y="541"/>
                    </a:lnTo>
                    <a:lnTo>
                      <a:pt x="983" y="532"/>
                    </a:lnTo>
                    <a:lnTo>
                      <a:pt x="969" y="524"/>
                    </a:lnTo>
                    <a:lnTo>
                      <a:pt x="956" y="517"/>
                    </a:lnTo>
                    <a:lnTo>
                      <a:pt x="965" y="518"/>
                    </a:lnTo>
                    <a:lnTo>
                      <a:pt x="974" y="519"/>
                    </a:lnTo>
                    <a:lnTo>
                      <a:pt x="983" y="521"/>
                    </a:lnTo>
                    <a:lnTo>
                      <a:pt x="992" y="524"/>
                    </a:lnTo>
                    <a:lnTo>
                      <a:pt x="1002" y="526"/>
                    </a:lnTo>
                    <a:lnTo>
                      <a:pt x="1011" y="529"/>
                    </a:lnTo>
                    <a:lnTo>
                      <a:pt x="1019" y="533"/>
                    </a:lnTo>
                    <a:lnTo>
                      <a:pt x="1027" y="537"/>
                    </a:lnTo>
                    <a:lnTo>
                      <a:pt x="1032" y="538"/>
                    </a:lnTo>
                    <a:lnTo>
                      <a:pt x="1036" y="542"/>
                    </a:lnTo>
                    <a:lnTo>
                      <a:pt x="1041" y="547"/>
                    </a:lnTo>
                    <a:lnTo>
                      <a:pt x="1044" y="550"/>
                    </a:lnTo>
                    <a:lnTo>
                      <a:pt x="1049" y="555"/>
                    </a:lnTo>
                    <a:lnTo>
                      <a:pt x="1053" y="556"/>
                    </a:lnTo>
                    <a:lnTo>
                      <a:pt x="1058" y="555"/>
                    </a:lnTo>
                    <a:lnTo>
                      <a:pt x="1064" y="550"/>
                    </a:lnTo>
                    <a:lnTo>
                      <a:pt x="1056" y="540"/>
                    </a:lnTo>
                    <a:lnTo>
                      <a:pt x="1047" y="532"/>
                    </a:lnTo>
                    <a:lnTo>
                      <a:pt x="1036" y="525"/>
                    </a:lnTo>
                    <a:lnTo>
                      <a:pt x="1026" y="519"/>
                    </a:lnTo>
                    <a:lnTo>
                      <a:pt x="1014" y="514"/>
                    </a:lnTo>
                    <a:lnTo>
                      <a:pt x="1003" y="511"/>
                    </a:lnTo>
                    <a:lnTo>
                      <a:pt x="990" y="506"/>
                    </a:lnTo>
                    <a:lnTo>
                      <a:pt x="979" y="503"/>
                    </a:lnTo>
                    <a:lnTo>
                      <a:pt x="972" y="500"/>
                    </a:lnTo>
                    <a:lnTo>
                      <a:pt x="964" y="499"/>
                    </a:lnTo>
                    <a:lnTo>
                      <a:pt x="957" y="499"/>
                    </a:lnTo>
                    <a:lnTo>
                      <a:pt x="951" y="504"/>
                    </a:lnTo>
                    <a:lnTo>
                      <a:pt x="951" y="507"/>
                    </a:lnTo>
                    <a:lnTo>
                      <a:pt x="952" y="511"/>
                    </a:lnTo>
                    <a:lnTo>
                      <a:pt x="953" y="513"/>
                    </a:lnTo>
                    <a:lnTo>
                      <a:pt x="956" y="515"/>
                    </a:lnTo>
                    <a:lnTo>
                      <a:pt x="948" y="518"/>
                    </a:lnTo>
                    <a:lnTo>
                      <a:pt x="938" y="519"/>
                    </a:lnTo>
                    <a:lnTo>
                      <a:pt x="931" y="521"/>
                    </a:lnTo>
                    <a:lnTo>
                      <a:pt x="930" y="530"/>
                    </a:lnTo>
                    <a:lnTo>
                      <a:pt x="939" y="534"/>
                    </a:lnTo>
                    <a:lnTo>
                      <a:pt x="949" y="537"/>
                    </a:lnTo>
                    <a:lnTo>
                      <a:pt x="958" y="541"/>
                    </a:lnTo>
                    <a:lnTo>
                      <a:pt x="968" y="543"/>
                    </a:lnTo>
                    <a:lnTo>
                      <a:pt x="976" y="547"/>
                    </a:lnTo>
                    <a:lnTo>
                      <a:pt x="986" y="551"/>
                    </a:lnTo>
                    <a:lnTo>
                      <a:pt x="994" y="557"/>
                    </a:lnTo>
                    <a:lnTo>
                      <a:pt x="1002" y="563"/>
                    </a:lnTo>
                    <a:lnTo>
                      <a:pt x="995" y="564"/>
                    </a:lnTo>
                    <a:lnTo>
                      <a:pt x="987" y="564"/>
                    </a:lnTo>
                    <a:lnTo>
                      <a:pt x="980" y="563"/>
                    </a:lnTo>
                    <a:lnTo>
                      <a:pt x="972" y="560"/>
                    </a:lnTo>
                    <a:lnTo>
                      <a:pt x="964" y="558"/>
                    </a:lnTo>
                    <a:lnTo>
                      <a:pt x="956" y="557"/>
                    </a:lnTo>
                    <a:lnTo>
                      <a:pt x="949" y="559"/>
                    </a:lnTo>
                    <a:lnTo>
                      <a:pt x="941" y="563"/>
                    </a:lnTo>
                    <a:lnTo>
                      <a:pt x="944" y="575"/>
                    </a:lnTo>
                    <a:lnTo>
                      <a:pt x="951" y="586"/>
                    </a:lnTo>
                    <a:lnTo>
                      <a:pt x="959" y="594"/>
                    </a:lnTo>
                    <a:lnTo>
                      <a:pt x="969" y="602"/>
                    </a:lnTo>
                    <a:lnTo>
                      <a:pt x="979" y="610"/>
                    </a:lnTo>
                    <a:lnTo>
                      <a:pt x="989" y="619"/>
                    </a:lnTo>
                    <a:lnTo>
                      <a:pt x="997" y="631"/>
                    </a:lnTo>
                    <a:lnTo>
                      <a:pt x="1004" y="643"/>
                    </a:lnTo>
                    <a:lnTo>
                      <a:pt x="986" y="647"/>
                    </a:lnTo>
                    <a:lnTo>
                      <a:pt x="966" y="651"/>
                    </a:lnTo>
                    <a:lnTo>
                      <a:pt x="948" y="657"/>
                    </a:lnTo>
                    <a:lnTo>
                      <a:pt x="929" y="663"/>
                    </a:lnTo>
                    <a:lnTo>
                      <a:pt x="911" y="669"/>
                    </a:lnTo>
                    <a:lnTo>
                      <a:pt x="892" y="673"/>
                    </a:lnTo>
                    <a:lnTo>
                      <a:pt x="873" y="677"/>
                    </a:lnTo>
                    <a:lnTo>
                      <a:pt x="854" y="678"/>
                    </a:lnTo>
                    <a:lnTo>
                      <a:pt x="858" y="653"/>
                    </a:lnTo>
                    <a:lnTo>
                      <a:pt x="860" y="625"/>
                    </a:lnTo>
                    <a:lnTo>
                      <a:pt x="858" y="598"/>
                    </a:lnTo>
                    <a:lnTo>
                      <a:pt x="854" y="573"/>
                    </a:lnTo>
                    <a:lnTo>
                      <a:pt x="848" y="565"/>
                    </a:lnTo>
                    <a:lnTo>
                      <a:pt x="844" y="556"/>
                    </a:lnTo>
                    <a:lnTo>
                      <a:pt x="838" y="548"/>
                    </a:lnTo>
                    <a:lnTo>
                      <a:pt x="829" y="545"/>
                    </a:lnTo>
                    <a:lnTo>
                      <a:pt x="820" y="562"/>
                    </a:lnTo>
                    <a:lnTo>
                      <a:pt x="814" y="579"/>
                    </a:lnTo>
                    <a:lnTo>
                      <a:pt x="808" y="596"/>
                    </a:lnTo>
                    <a:lnTo>
                      <a:pt x="798" y="612"/>
                    </a:lnTo>
                    <a:lnTo>
                      <a:pt x="758" y="545"/>
                    </a:lnTo>
                    <a:lnTo>
                      <a:pt x="746" y="545"/>
                    </a:lnTo>
                    <a:lnTo>
                      <a:pt x="746" y="556"/>
                    </a:lnTo>
                    <a:lnTo>
                      <a:pt x="754" y="568"/>
                    </a:lnTo>
                    <a:lnTo>
                      <a:pt x="761" y="581"/>
                    </a:lnTo>
                    <a:lnTo>
                      <a:pt x="767" y="594"/>
                    </a:lnTo>
                    <a:lnTo>
                      <a:pt x="772" y="608"/>
                    </a:lnTo>
                    <a:lnTo>
                      <a:pt x="778" y="620"/>
                    </a:lnTo>
                    <a:lnTo>
                      <a:pt x="783" y="634"/>
                    </a:lnTo>
                    <a:lnTo>
                      <a:pt x="786" y="649"/>
                    </a:lnTo>
                    <a:lnTo>
                      <a:pt x="790" y="663"/>
                    </a:lnTo>
                    <a:lnTo>
                      <a:pt x="799" y="661"/>
                    </a:lnTo>
                    <a:lnTo>
                      <a:pt x="807" y="655"/>
                    </a:lnTo>
                    <a:lnTo>
                      <a:pt x="813" y="649"/>
                    </a:lnTo>
                    <a:lnTo>
                      <a:pt x="819" y="642"/>
                    </a:lnTo>
                    <a:lnTo>
                      <a:pt x="823" y="634"/>
                    </a:lnTo>
                    <a:lnTo>
                      <a:pt x="827" y="625"/>
                    </a:lnTo>
                    <a:lnTo>
                      <a:pt x="830" y="617"/>
                    </a:lnTo>
                    <a:lnTo>
                      <a:pt x="834" y="609"/>
                    </a:lnTo>
                    <a:lnTo>
                      <a:pt x="838" y="617"/>
                    </a:lnTo>
                    <a:lnTo>
                      <a:pt x="836" y="635"/>
                    </a:lnTo>
                    <a:lnTo>
                      <a:pt x="831" y="654"/>
                    </a:lnTo>
                    <a:lnTo>
                      <a:pt x="827" y="671"/>
                    </a:lnTo>
                    <a:lnTo>
                      <a:pt x="820" y="689"/>
                    </a:lnTo>
                    <a:lnTo>
                      <a:pt x="813" y="707"/>
                    </a:lnTo>
                    <a:lnTo>
                      <a:pt x="806" y="724"/>
                    </a:lnTo>
                    <a:lnTo>
                      <a:pt x="799" y="741"/>
                    </a:lnTo>
                    <a:lnTo>
                      <a:pt x="792" y="757"/>
                    </a:lnTo>
                    <a:lnTo>
                      <a:pt x="835" y="761"/>
                    </a:lnTo>
                    <a:lnTo>
                      <a:pt x="838" y="750"/>
                    </a:lnTo>
                    <a:lnTo>
                      <a:pt x="842" y="735"/>
                    </a:lnTo>
                    <a:lnTo>
                      <a:pt x="845" y="722"/>
                    </a:lnTo>
                    <a:lnTo>
                      <a:pt x="848" y="711"/>
                    </a:lnTo>
                    <a:lnTo>
                      <a:pt x="870" y="708"/>
                    </a:lnTo>
                    <a:lnTo>
                      <a:pt x="892" y="702"/>
                    </a:lnTo>
                    <a:lnTo>
                      <a:pt x="914" y="696"/>
                    </a:lnTo>
                    <a:lnTo>
                      <a:pt x="936" y="691"/>
                    </a:lnTo>
                    <a:lnTo>
                      <a:pt x="958" y="685"/>
                    </a:lnTo>
                    <a:lnTo>
                      <a:pt x="979" y="679"/>
                    </a:lnTo>
                    <a:lnTo>
                      <a:pt x="1001" y="673"/>
                    </a:lnTo>
                    <a:lnTo>
                      <a:pt x="1022" y="669"/>
                    </a:lnTo>
                    <a:lnTo>
                      <a:pt x="1029" y="678"/>
                    </a:lnTo>
                    <a:lnTo>
                      <a:pt x="1036" y="687"/>
                    </a:lnTo>
                    <a:lnTo>
                      <a:pt x="1041" y="696"/>
                    </a:lnTo>
                    <a:lnTo>
                      <a:pt x="1045" y="707"/>
                    </a:lnTo>
                    <a:lnTo>
                      <a:pt x="941" y="740"/>
                    </a:lnTo>
                    <a:lnTo>
                      <a:pt x="949" y="770"/>
                    </a:lnTo>
                    <a:lnTo>
                      <a:pt x="951" y="769"/>
                    </a:lnTo>
                    <a:lnTo>
                      <a:pt x="959" y="767"/>
                    </a:lnTo>
                    <a:lnTo>
                      <a:pt x="969" y="763"/>
                    </a:lnTo>
                    <a:lnTo>
                      <a:pt x="983" y="759"/>
                    </a:lnTo>
                    <a:lnTo>
                      <a:pt x="998" y="753"/>
                    </a:lnTo>
                    <a:lnTo>
                      <a:pt x="1013" y="747"/>
                    </a:lnTo>
                    <a:lnTo>
                      <a:pt x="1027" y="741"/>
                    </a:lnTo>
                    <a:lnTo>
                      <a:pt x="1040" y="737"/>
                    </a:lnTo>
                    <a:lnTo>
                      <a:pt x="1035" y="791"/>
                    </a:lnTo>
                    <a:lnTo>
                      <a:pt x="942" y="822"/>
                    </a:lnTo>
                    <a:lnTo>
                      <a:pt x="949" y="8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6" name="Freeform 165"/>
              <p:cNvSpPr>
                <a:spLocks/>
              </p:cNvSpPr>
              <p:nvPr/>
            </p:nvSpPr>
            <p:spPr bwMode="auto">
              <a:xfrm>
                <a:off x="3078" y="2549"/>
                <a:ext cx="256" cy="77"/>
              </a:xfrm>
              <a:custGeom>
                <a:avLst/>
                <a:gdLst>
                  <a:gd name="T0" fmla="*/ 256 w 511"/>
                  <a:gd name="T1" fmla="*/ 77 h 154"/>
                  <a:gd name="T2" fmla="*/ 252 w 511"/>
                  <a:gd name="T3" fmla="*/ 77 h 154"/>
                  <a:gd name="T4" fmla="*/ 248 w 511"/>
                  <a:gd name="T5" fmla="*/ 76 h 154"/>
                  <a:gd name="T6" fmla="*/ 245 w 511"/>
                  <a:gd name="T7" fmla="*/ 73 h 154"/>
                  <a:gd name="T8" fmla="*/ 242 w 511"/>
                  <a:gd name="T9" fmla="*/ 71 h 154"/>
                  <a:gd name="T10" fmla="*/ 230 w 511"/>
                  <a:gd name="T11" fmla="*/ 60 h 154"/>
                  <a:gd name="T12" fmla="*/ 217 w 511"/>
                  <a:gd name="T13" fmla="*/ 50 h 154"/>
                  <a:gd name="T14" fmla="*/ 204 w 511"/>
                  <a:gd name="T15" fmla="*/ 43 h 154"/>
                  <a:gd name="T16" fmla="*/ 190 w 511"/>
                  <a:gd name="T17" fmla="*/ 37 h 154"/>
                  <a:gd name="T18" fmla="*/ 175 w 511"/>
                  <a:gd name="T19" fmla="*/ 32 h 154"/>
                  <a:gd name="T20" fmla="*/ 160 w 511"/>
                  <a:gd name="T21" fmla="*/ 28 h 154"/>
                  <a:gd name="T22" fmla="*/ 144 w 511"/>
                  <a:gd name="T23" fmla="*/ 25 h 154"/>
                  <a:gd name="T24" fmla="*/ 128 w 511"/>
                  <a:gd name="T25" fmla="*/ 24 h 154"/>
                  <a:gd name="T26" fmla="*/ 112 w 511"/>
                  <a:gd name="T27" fmla="*/ 23 h 154"/>
                  <a:gd name="T28" fmla="*/ 96 w 511"/>
                  <a:gd name="T29" fmla="*/ 23 h 154"/>
                  <a:gd name="T30" fmla="*/ 80 w 511"/>
                  <a:gd name="T31" fmla="*/ 25 h 154"/>
                  <a:gd name="T32" fmla="*/ 65 w 511"/>
                  <a:gd name="T33" fmla="*/ 27 h 154"/>
                  <a:gd name="T34" fmla="*/ 49 w 511"/>
                  <a:gd name="T35" fmla="*/ 30 h 154"/>
                  <a:gd name="T36" fmla="*/ 34 w 511"/>
                  <a:gd name="T37" fmla="*/ 34 h 154"/>
                  <a:gd name="T38" fmla="*/ 19 w 511"/>
                  <a:gd name="T39" fmla="*/ 39 h 154"/>
                  <a:gd name="T40" fmla="*/ 5 w 511"/>
                  <a:gd name="T41" fmla="*/ 44 h 154"/>
                  <a:gd name="T42" fmla="*/ 3 w 511"/>
                  <a:gd name="T43" fmla="*/ 41 h 154"/>
                  <a:gd name="T44" fmla="*/ 1 w 511"/>
                  <a:gd name="T45" fmla="*/ 39 h 154"/>
                  <a:gd name="T46" fmla="*/ 0 w 511"/>
                  <a:gd name="T47" fmla="*/ 36 h 154"/>
                  <a:gd name="T48" fmla="*/ 0 w 511"/>
                  <a:gd name="T49" fmla="*/ 31 h 154"/>
                  <a:gd name="T50" fmla="*/ 8 w 511"/>
                  <a:gd name="T51" fmla="*/ 26 h 154"/>
                  <a:gd name="T52" fmla="*/ 16 w 511"/>
                  <a:gd name="T53" fmla="*/ 20 h 154"/>
                  <a:gd name="T54" fmla="*/ 24 w 511"/>
                  <a:gd name="T55" fmla="*/ 16 h 154"/>
                  <a:gd name="T56" fmla="*/ 32 w 511"/>
                  <a:gd name="T57" fmla="*/ 12 h 154"/>
                  <a:gd name="T58" fmla="*/ 41 w 511"/>
                  <a:gd name="T59" fmla="*/ 9 h 154"/>
                  <a:gd name="T60" fmla="*/ 50 w 511"/>
                  <a:gd name="T61" fmla="*/ 5 h 154"/>
                  <a:gd name="T62" fmla="*/ 59 w 511"/>
                  <a:gd name="T63" fmla="*/ 4 h 154"/>
                  <a:gd name="T64" fmla="*/ 69 w 511"/>
                  <a:gd name="T65" fmla="*/ 2 h 154"/>
                  <a:gd name="T66" fmla="*/ 78 w 511"/>
                  <a:gd name="T67" fmla="*/ 1 h 154"/>
                  <a:gd name="T68" fmla="*/ 88 w 511"/>
                  <a:gd name="T69" fmla="*/ 1 h 154"/>
                  <a:gd name="T70" fmla="*/ 97 w 511"/>
                  <a:gd name="T71" fmla="*/ 0 h 154"/>
                  <a:gd name="T72" fmla="*/ 107 w 511"/>
                  <a:gd name="T73" fmla="*/ 1 h 154"/>
                  <a:gd name="T74" fmla="*/ 117 w 511"/>
                  <a:gd name="T75" fmla="*/ 1 h 154"/>
                  <a:gd name="T76" fmla="*/ 127 w 511"/>
                  <a:gd name="T77" fmla="*/ 2 h 154"/>
                  <a:gd name="T78" fmla="*/ 137 w 511"/>
                  <a:gd name="T79" fmla="*/ 3 h 154"/>
                  <a:gd name="T80" fmla="*/ 146 w 511"/>
                  <a:gd name="T81" fmla="*/ 5 h 154"/>
                  <a:gd name="T82" fmla="*/ 154 w 511"/>
                  <a:gd name="T83" fmla="*/ 7 h 154"/>
                  <a:gd name="T84" fmla="*/ 162 w 511"/>
                  <a:gd name="T85" fmla="*/ 9 h 154"/>
                  <a:gd name="T86" fmla="*/ 170 w 511"/>
                  <a:gd name="T87" fmla="*/ 11 h 154"/>
                  <a:gd name="T88" fmla="*/ 178 w 511"/>
                  <a:gd name="T89" fmla="*/ 14 h 154"/>
                  <a:gd name="T90" fmla="*/ 186 w 511"/>
                  <a:gd name="T91" fmla="*/ 17 h 154"/>
                  <a:gd name="T92" fmla="*/ 194 w 511"/>
                  <a:gd name="T93" fmla="*/ 20 h 154"/>
                  <a:gd name="T94" fmla="*/ 202 w 511"/>
                  <a:gd name="T95" fmla="*/ 24 h 154"/>
                  <a:gd name="T96" fmla="*/ 209 w 511"/>
                  <a:gd name="T97" fmla="*/ 29 h 154"/>
                  <a:gd name="T98" fmla="*/ 216 w 511"/>
                  <a:gd name="T99" fmla="*/ 34 h 154"/>
                  <a:gd name="T100" fmla="*/ 223 w 511"/>
                  <a:gd name="T101" fmla="*/ 38 h 154"/>
                  <a:gd name="T102" fmla="*/ 229 w 511"/>
                  <a:gd name="T103" fmla="*/ 44 h 154"/>
                  <a:gd name="T104" fmla="*/ 236 w 511"/>
                  <a:gd name="T105" fmla="*/ 49 h 154"/>
                  <a:gd name="T106" fmla="*/ 241 w 511"/>
                  <a:gd name="T107" fmla="*/ 56 h 154"/>
                  <a:gd name="T108" fmla="*/ 247 w 511"/>
                  <a:gd name="T109" fmla="*/ 62 h 154"/>
                  <a:gd name="T110" fmla="*/ 251 w 511"/>
                  <a:gd name="T111" fmla="*/ 69 h 154"/>
                  <a:gd name="T112" fmla="*/ 256 w 511"/>
                  <a:gd name="T113" fmla="*/ 77 h 15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511"/>
                  <a:gd name="T172" fmla="*/ 0 h 154"/>
                  <a:gd name="T173" fmla="*/ 511 w 511"/>
                  <a:gd name="T174" fmla="*/ 154 h 15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511" h="154">
                    <a:moveTo>
                      <a:pt x="511" y="153"/>
                    </a:moveTo>
                    <a:lnTo>
                      <a:pt x="503" y="154"/>
                    </a:lnTo>
                    <a:lnTo>
                      <a:pt x="496" y="151"/>
                    </a:lnTo>
                    <a:lnTo>
                      <a:pt x="489" y="145"/>
                    </a:lnTo>
                    <a:lnTo>
                      <a:pt x="483" y="141"/>
                    </a:lnTo>
                    <a:lnTo>
                      <a:pt x="459" y="120"/>
                    </a:lnTo>
                    <a:lnTo>
                      <a:pt x="434" y="101"/>
                    </a:lnTo>
                    <a:lnTo>
                      <a:pt x="407" y="86"/>
                    </a:lnTo>
                    <a:lnTo>
                      <a:pt x="379" y="74"/>
                    </a:lnTo>
                    <a:lnTo>
                      <a:pt x="350" y="64"/>
                    </a:lnTo>
                    <a:lnTo>
                      <a:pt x="319" y="56"/>
                    </a:lnTo>
                    <a:lnTo>
                      <a:pt x="288" y="51"/>
                    </a:lnTo>
                    <a:lnTo>
                      <a:pt x="255" y="48"/>
                    </a:lnTo>
                    <a:lnTo>
                      <a:pt x="224" y="47"/>
                    </a:lnTo>
                    <a:lnTo>
                      <a:pt x="192" y="47"/>
                    </a:lnTo>
                    <a:lnTo>
                      <a:pt x="160" y="51"/>
                    </a:lnTo>
                    <a:lnTo>
                      <a:pt x="129" y="55"/>
                    </a:lnTo>
                    <a:lnTo>
                      <a:pt x="98" y="61"/>
                    </a:lnTo>
                    <a:lnTo>
                      <a:pt x="68" y="68"/>
                    </a:lnTo>
                    <a:lnTo>
                      <a:pt x="38" y="77"/>
                    </a:lnTo>
                    <a:lnTo>
                      <a:pt x="10" y="88"/>
                    </a:lnTo>
                    <a:lnTo>
                      <a:pt x="5" y="83"/>
                    </a:lnTo>
                    <a:lnTo>
                      <a:pt x="2" y="78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5" y="52"/>
                    </a:lnTo>
                    <a:lnTo>
                      <a:pt x="31" y="41"/>
                    </a:lnTo>
                    <a:lnTo>
                      <a:pt x="47" y="32"/>
                    </a:lnTo>
                    <a:lnTo>
                      <a:pt x="64" y="24"/>
                    </a:lnTo>
                    <a:lnTo>
                      <a:pt x="81" y="17"/>
                    </a:lnTo>
                    <a:lnTo>
                      <a:pt x="100" y="11"/>
                    </a:lnTo>
                    <a:lnTo>
                      <a:pt x="118" y="8"/>
                    </a:lnTo>
                    <a:lnTo>
                      <a:pt x="137" y="5"/>
                    </a:lnTo>
                    <a:lnTo>
                      <a:pt x="156" y="2"/>
                    </a:lnTo>
                    <a:lnTo>
                      <a:pt x="175" y="1"/>
                    </a:lnTo>
                    <a:lnTo>
                      <a:pt x="194" y="0"/>
                    </a:lnTo>
                    <a:lnTo>
                      <a:pt x="214" y="1"/>
                    </a:lnTo>
                    <a:lnTo>
                      <a:pt x="233" y="2"/>
                    </a:lnTo>
                    <a:lnTo>
                      <a:pt x="253" y="5"/>
                    </a:lnTo>
                    <a:lnTo>
                      <a:pt x="273" y="7"/>
                    </a:lnTo>
                    <a:lnTo>
                      <a:pt x="291" y="10"/>
                    </a:lnTo>
                    <a:lnTo>
                      <a:pt x="307" y="14"/>
                    </a:lnTo>
                    <a:lnTo>
                      <a:pt x="323" y="17"/>
                    </a:lnTo>
                    <a:lnTo>
                      <a:pt x="339" y="22"/>
                    </a:lnTo>
                    <a:lnTo>
                      <a:pt x="356" y="28"/>
                    </a:lnTo>
                    <a:lnTo>
                      <a:pt x="372" y="33"/>
                    </a:lnTo>
                    <a:lnTo>
                      <a:pt x="387" y="40"/>
                    </a:lnTo>
                    <a:lnTo>
                      <a:pt x="403" y="48"/>
                    </a:lnTo>
                    <a:lnTo>
                      <a:pt x="417" y="58"/>
                    </a:lnTo>
                    <a:lnTo>
                      <a:pt x="432" y="67"/>
                    </a:lnTo>
                    <a:lnTo>
                      <a:pt x="445" y="76"/>
                    </a:lnTo>
                    <a:lnTo>
                      <a:pt x="458" y="88"/>
                    </a:lnTo>
                    <a:lnTo>
                      <a:pt x="471" y="99"/>
                    </a:lnTo>
                    <a:lnTo>
                      <a:pt x="482" y="112"/>
                    </a:lnTo>
                    <a:lnTo>
                      <a:pt x="493" y="124"/>
                    </a:lnTo>
                    <a:lnTo>
                      <a:pt x="502" y="138"/>
                    </a:lnTo>
                    <a:lnTo>
                      <a:pt x="511" y="1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7" name="Freeform 166"/>
              <p:cNvSpPr>
                <a:spLocks/>
              </p:cNvSpPr>
              <p:nvPr/>
            </p:nvSpPr>
            <p:spPr bwMode="auto">
              <a:xfrm>
                <a:off x="2461" y="2591"/>
                <a:ext cx="497" cy="499"/>
              </a:xfrm>
              <a:custGeom>
                <a:avLst/>
                <a:gdLst>
                  <a:gd name="T0" fmla="*/ 468 w 994"/>
                  <a:gd name="T1" fmla="*/ 408 h 999"/>
                  <a:gd name="T2" fmla="*/ 482 w 994"/>
                  <a:gd name="T3" fmla="*/ 24 h 999"/>
                  <a:gd name="T4" fmla="*/ 91 w 994"/>
                  <a:gd name="T5" fmla="*/ 19 h 999"/>
                  <a:gd name="T6" fmla="*/ 102 w 994"/>
                  <a:gd name="T7" fmla="*/ 437 h 999"/>
                  <a:gd name="T8" fmla="*/ 99 w 994"/>
                  <a:gd name="T9" fmla="*/ 439 h 999"/>
                  <a:gd name="T10" fmla="*/ 95 w 994"/>
                  <a:gd name="T11" fmla="*/ 441 h 999"/>
                  <a:gd name="T12" fmla="*/ 90 w 994"/>
                  <a:gd name="T13" fmla="*/ 442 h 999"/>
                  <a:gd name="T14" fmla="*/ 88 w 994"/>
                  <a:gd name="T15" fmla="*/ 440 h 999"/>
                  <a:gd name="T16" fmla="*/ 69 w 994"/>
                  <a:gd name="T17" fmla="*/ 30 h 999"/>
                  <a:gd name="T18" fmla="*/ 12 w 994"/>
                  <a:gd name="T19" fmla="*/ 83 h 999"/>
                  <a:gd name="T20" fmla="*/ 14 w 994"/>
                  <a:gd name="T21" fmla="*/ 144 h 999"/>
                  <a:gd name="T22" fmla="*/ 18 w 994"/>
                  <a:gd name="T23" fmla="*/ 280 h 999"/>
                  <a:gd name="T24" fmla="*/ 23 w 994"/>
                  <a:gd name="T25" fmla="*/ 417 h 999"/>
                  <a:gd name="T26" fmla="*/ 26 w 994"/>
                  <a:gd name="T27" fmla="*/ 481 h 999"/>
                  <a:gd name="T28" fmla="*/ 34 w 994"/>
                  <a:gd name="T29" fmla="*/ 478 h 999"/>
                  <a:gd name="T30" fmla="*/ 43 w 994"/>
                  <a:gd name="T31" fmla="*/ 474 h 999"/>
                  <a:gd name="T32" fmla="*/ 54 w 994"/>
                  <a:gd name="T33" fmla="*/ 470 h 999"/>
                  <a:gd name="T34" fmla="*/ 63 w 994"/>
                  <a:gd name="T35" fmla="*/ 466 h 999"/>
                  <a:gd name="T36" fmla="*/ 72 w 994"/>
                  <a:gd name="T37" fmla="*/ 462 h 999"/>
                  <a:gd name="T38" fmla="*/ 80 w 994"/>
                  <a:gd name="T39" fmla="*/ 459 h 999"/>
                  <a:gd name="T40" fmla="*/ 84 w 994"/>
                  <a:gd name="T41" fmla="*/ 458 h 999"/>
                  <a:gd name="T42" fmla="*/ 87 w 994"/>
                  <a:gd name="T43" fmla="*/ 458 h 999"/>
                  <a:gd name="T44" fmla="*/ 79 w 994"/>
                  <a:gd name="T45" fmla="*/ 464 h 999"/>
                  <a:gd name="T46" fmla="*/ 71 w 994"/>
                  <a:gd name="T47" fmla="*/ 469 h 999"/>
                  <a:gd name="T48" fmla="*/ 61 w 994"/>
                  <a:gd name="T49" fmla="*/ 474 h 999"/>
                  <a:gd name="T50" fmla="*/ 52 w 994"/>
                  <a:gd name="T51" fmla="*/ 479 h 999"/>
                  <a:gd name="T52" fmla="*/ 42 w 994"/>
                  <a:gd name="T53" fmla="*/ 484 h 999"/>
                  <a:gd name="T54" fmla="*/ 33 w 994"/>
                  <a:gd name="T55" fmla="*/ 489 h 999"/>
                  <a:gd name="T56" fmla="*/ 24 w 994"/>
                  <a:gd name="T57" fmla="*/ 494 h 999"/>
                  <a:gd name="T58" fmla="*/ 16 w 994"/>
                  <a:gd name="T59" fmla="*/ 499 h 999"/>
                  <a:gd name="T60" fmla="*/ 13 w 994"/>
                  <a:gd name="T61" fmla="*/ 481 h 999"/>
                  <a:gd name="T62" fmla="*/ 9 w 994"/>
                  <a:gd name="T63" fmla="*/ 435 h 999"/>
                  <a:gd name="T64" fmla="*/ 7 w 994"/>
                  <a:gd name="T65" fmla="*/ 370 h 999"/>
                  <a:gd name="T66" fmla="*/ 4 w 994"/>
                  <a:gd name="T67" fmla="*/ 295 h 999"/>
                  <a:gd name="T68" fmla="*/ 2 w 994"/>
                  <a:gd name="T69" fmla="*/ 219 h 999"/>
                  <a:gd name="T70" fmla="*/ 0 w 994"/>
                  <a:gd name="T71" fmla="*/ 150 h 999"/>
                  <a:gd name="T72" fmla="*/ 0 w 994"/>
                  <a:gd name="T73" fmla="*/ 98 h 999"/>
                  <a:gd name="T74" fmla="*/ 1 w 994"/>
                  <a:gd name="T75" fmla="*/ 72 h 999"/>
                  <a:gd name="T76" fmla="*/ 74 w 994"/>
                  <a:gd name="T77" fmla="*/ 0 h 999"/>
                  <a:gd name="T78" fmla="*/ 497 w 994"/>
                  <a:gd name="T79" fmla="*/ 11 h 999"/>
                  <a:gd name="T80" fmla="*/ 497 w 994"/>
                  <a:gd name="T81" fmla="*/ 28 h 999"/>
                  <a:gd name="T82" fmla="*/ 494 w 994"/>
                  <a:gd name="T83" fmla="*/ 74 h 999"/>
                  <a:gd name="T84" fmla="*/ 492 w 994"/>
                  <a:gd name="T85" fmla="*/ 139 h 999"/>
                  <a:gd name="T86" fmla="*/ 489 w 994"/>
                  <a:gd name="T87" fmla="*/ 213 h 999"/>
                  <a:gd name="T88" fmla="*/ 485 w 994"/>
                  <a:gd name="T89" fmla="*/ 288 h 999"/>
                  <a:gd name="T90" fmla="*/ 482 w 994"/>
                  <a:gd name="T91" fmla="*/ 353 h 999"/>
                  <a:gd name="T92" fmla="*/ 480 w 994"/>
                  <a:gd name="T93" fmla="*/ 398 h 999"/>
                  <a:gd name="T94" fmla="*/ 479 w 994"/>
                  <a:gd name="T95" fmla="*/ 415 h 999"/>
                  <a:gd name="T96" fmla="*/ 468 w 994"/>
                  <a:gd name="T97" fmla="*/ 408 h 9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994"/>
                  <a:gd name="T148" fmla="*/ 0 h 999"/>
                  <a:gd name="T149" fmla="*/ 994 w 994"/>
                  <a:gd name="T150" fmla="*/ 999 h 9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994" h="999">
                    <a:moveTo>
                      <a:pt x="935" y="816"/>
                    </a:moveTo>
                    <a:lnTo>
                      <a:pt x="964" y="48"/>
                    </a:lnTo>
                    <a:lnTo>
                      <a:pt x="182" y="38"/>
                    </a:lnTo>
                    <a:lnTo>
                      <a:pt x="203" y="875"/>
                    </a:lnTo>
                    <a:lnTo>
                      <a:pt x="198" y="879"/>
                    </a:lnTo>
                    <a:lnTo>
                      <a:pt x="189" y="883"/>
                    </a:lnTo>
                    <a:lnTo>
                      <a:pt x="180" y="884"/>
                    </a:lnTo>
                    <a:lnTo>
                      <a:pt x="175" y="881"/>
                    </a:lnTo>
                    <a:lnTo>
                      <a:pt x="138" y="61"/>
                    </a:lnTo>
                    <a:lnTo>
                      <a:pt x="23" y="166"/>
                    </a:lnTo>
                    <a:lnTo>
                      <a:pt x="27" y="289"/>
                    </a:lnTo>
                    <a:lnTo>
                      <a:pt x="36" y="561"/>
                    </a:lnTo>
                    <a:lnTo>
                      <a:pt x="46" y="835"/>
                    </a:lnTo>
                    <a:lnTo>
                      <a:pt x="52" y="963"/>
                    </a:lnTo>
                    <a:lnTo>
                      <a:pt x="68" y="956"/>
                    </a:lnTo>
                    <a:lnTo>
                      <a:pt x="86" y="948"/>
                    </a:lnTo>
                    <a:lnTo>
                      <a:pt x="107" y="940"/>
                    </a:lnTo>
                    <a:lnTo>
                      <a:pt x="127" y="932"/>
                    </a:lnTo>
                    <a:lnTo>
                      <a:pt x="144" y="925"/>
                    </a:lnTo>
                    <a:lnTo>
                      <a:pt x="159" y="919"/>
                    </a:lnTo>
                    <a:lnTo>
                      <a:pt x="168" y="916"/>
                    </a:lnTo>
                    <a:lnTo>
                      <a:pt x="173" y="916"/>
                    </a:lnTo>
                    <a:lnTo>
                      <a:pt x="157" y="928"/>
                    </a:lnTo>
                    <a:lnTo>
                      <a:pt x="141" y="939"/>
                    </a:lnTo>
                    <a:lnTo>
                      <a:pt x="122" y="948"/>
                    </a:lnTo>
                    <a:lnTo>
                      <a:pt x="103" y="959"/>
                    </a:lnTo>
                    <a:lnTo>
                      <a:pt x="84" y="969"/>
                    </a:lnTo>
                    <a:lnTo>
                      <a:pt x="66" y="978"/>
                    </a:lnTo>
                    <a:lnTo>
                      <a:pt x="47" y="989"/>
                    </a:lnTo>
                    <a:lnTo>
                      <a:pt x="31" y="999"/>
                    </a:lnTo>
                    <a:lnTo>
                      <a:pt x="25" y="963"/>
                    </a:lnTo>
                    <a:lnTo>
                      <a:pt x="18" y="871"/>
                    </a:lnTo>
                    <a:lnTo>
                      <a:pt x="13" y="741"/>
                    </a:lnTo>
                    <a:lnTo>
                      <a:pt x="8" y="590"/>
                    </a:lnTo>
                    <a:lnTo>
                      <a:pt x="3" y="438"/>
                    </a:lnTo>
                    <a:lnTo>
                      <a:pt x="0" y="300"/>
                    </a:lnTo>
                    <a:lnTo>
                      <a:pt x="0" y="196"/>
                    </a:lnTo>
                    <a:lnTo>
                      <a:pt x="1" y="144"/>
                    </a:lnTo>
                    <a:lnTo>
                      <a:pt x="147" y="0"/>
                    </a:lnTo>
                    <a:lnTo>
                      <a:pt x="994" y="22"/>
                    </a:lnTo>
                    <a:lnTo>
                      <a:pt x="993" y="57"/>
                    </a:lnTo>
                    <a:lnTo>
                      <a:pt x="988" y="149"/>
                    </a:lnTo>
                    <a:lnTo>
                      <a:pt x="984" y="279"/>
                    </a:lnTo>
                    <a:lnTo>
                      <a:pt x="977" y="427"/>
                    </a:lnTo>
                    <a:lnTo>
                      <a:pt x="970" y="576"/>
                    </a:lnTo>
                    <a:lnTo>
                      <a:pt x="964" y="706"/>
                    </a:lnTo>
                    <a:lnTo>
                      <a:pt x="959" y="797"/>
                    </a:lnTo>
                    <a:lnTo>
                      <a:pt x="957" y="831"/>
                    </a:lnTo>
                    <a:lnTo>
                      <a:pt x="935" y="8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8" name="Freeform 167"/>
              <p:cNvSpPr>
                <a:spLocks/>
              </p:cNvSpPr>
              <p:nvPr/>
            </p:nvSpPr>
            <p:spPr bwMode="auto">
              <a:xfrm>
                <a:off x="2995" y="2595"/>
                <a:ext cx="338" cy="415"/>
              </a:xfrm>
              <a:custGeom>
                <a:avLst/>
                <a:gdLst>
                  <a:gd name="T0" fmla="*/ 297 w 676"/>
                  <a:gd name="T1" fmla="*/ 405 h 831"/>
                  <a:gd name="T2" fmla="*/ 283 w 676"/>
                  <a:gd name="T3" fmla="*/ 381 h 831"/>
                  <a:gd name="T4" fmla="*/ 264 w 676"/>
                  <a:gd name="T5" fmla="*/ 320 h 831"/>
                  <a:gd name="T6" fmla="*/ 239 w 676"/>
                  <a:gd name="T7" fmla="*/ 280 h 831"/>
                  <a:gd name="T8" fmla="*/ 210 w 676"/>
                  <a:gd name="T9" fmla="*/ 250 h 831"/>
                  <a:gd name="T10" fmla="*/ 180 w 676"/>
                  <a:gd name="T11" fmla="*/ 238 h 831"/>
                  <a:gd name="T12" fmla="*/ 177 w 676"/>
                  <a:gd name="T13" fmla="*/ 231 h 831"/>
                  <a:gd name="T14" fmla="*/ 191 w 676"/>
                  <a:gd name="T15" fmla="*/ 232 h 831"/>
                  <a:gd name="T16" fmla="*/ 212 w 676"/>
                  <a:gd name="T17" fmla="*/ 199 h 831"/>
                  <a:gd name="T18" fmla="*/ 205 w 676"/>
                  <a:gd name="T19" fmla="*/ 171 h 831"/>
                  <a:gd name="T20" fmla="*/ 176 w 676"/>
                  <a:gd name="T21" fmla="*/ 156 h 831"/>
                  <a:gd name="T22" fmla="*/ 134 w 676"/>
                  <a:gd name="T23" fmla="*/ 148 h 831"/>
                  <a:gd name="T24" fmla="*/ 92 w 676"/>
                  <a:gd name="T25" fmla="*/ 136 h 831"/>
                  <a:gd name="T26" fmla="*/ 57 w 676"/>
                  <a:gd name="T27" fmla="*/ 138 h 831"/>
                  <a:gd name="T28" fmla="*/ 51 w 676"/>
                  <a:gd name="T29" fmla="*/ 243 h 831"/>
                  <a:gd name="T30" fmla="*/ 80 w 676"/>
                  <a:gd name="T31" fmla="*/ 317 h 831"/>
                  <a:gd name="T32" fmla="*/ 125 w 676"/>
                  <a:gd name="T33" fmla="*/ 355 h 831"/>
                  <a:gd name="T34" fmla="*/ 141 w 676"/>
                  <a:gd name="T35" fmla="*/ 351 h 831"/>
                  <a:gd name="T36" fmla="*/ 140 w 676"/>
                  <a:gd name="T37" fmla="*/ 358 h 831"/>
                  <a:gd name="T38" fmla="*/ 121 w 676"/>
                  <a:gd name="T39" fmla="*/ 361 h 831"/>
                  <a:gd name="T40" fmla="*/ 77 w 676"/>
                  <a:gd name="T41" fmla="*/ 335 h 831"/>
                  <a:gd name="T42" fmla="*/ 43 w 676"/>
                  <a:gd name="T43" fmla="*/ 288 h 831"/>
                  <a:gd name="T44" fmla="*/ 27 w 676"/>
                  <a:gd name="T45" fmla="*/ 230 h 831"/>
                  <a:gd name="T46" fmla="*/ 19 w 676"/>
                  <a:gd name="T47" fmla="*/ 165 h 831"/>
                  <a:gd name="T48" fmla="*/ 1 w 676"/>
                  <a:gd name="T49" fmla="*/ 159 h 831"/>
                  <a:gd name="T50" fmla="*/ 36 w 676"/>
                  <a:gd name="T51" fmla="*/ 108 h 831"/>
                  <a:gd name="T52" fmla="*/ 30 w 676"/>
                  <a:gd name="T53" fmla="*/ 70 h 831"/>
                  <a:gd name="T54" fmla="*/ 35 w 676"/>
                  <a:gd name="T55" fmla="*/ 32 h 831"/>
                  <a:gd name="T56" fmla="*/ 57 w 676"/>
                  <a:gd name="T57" fmla="*/ 7 h 831"/>
                  <a:gd name="T58" fmla="*/ 71 w 676"/>
                  <a:gd name="T59" fmla="*/ 11 h 831"/>
                  <a:gd name="T60" fmla="*/ 54 w 676"/>
                  <a:gd name="T61" fmla="*/ 27 h 831"/>
                  <a:gd name="T62" fmla="*/ 69 w 676"/>
                  <a:gd name="T63" fmla="*/ 92 h 831"/>
                  <a:gd name="T64" fmla="*/ 116 w 676"/>
                  <a:gd name="T65" fmla="*/ 121 h 831"/>
                  <a:gd name="T66" fmla="*/ 171 w 676"/>
                  <a:gd name="T67" fmla="*/ 135 h 831"/>
                  <a:gd name="T68" fmla="*/ 222 w 676"/>
                  <a:gd name="T69" fmla="*/ 157 h 831"/>
                  <a:gd name="T70" fmla="*/ 256 w 676"/>
                  <a:gd name="T71" fmla="*/ 173 h 831"/>
                  <a:gd name="T72" fmla="*/ 270 w 676"/>
                  <a:gd name="T73" fmla="*/ 205 h 831"/>
                  <a:gd name="T74" fmla="*/ 251 w 676"/>
                  <a:gd name="T75" fmla="*/ 211 h 831"/>
                  <a:gd name="T76" fmla="*/ 239 w 676"/>
                  <a:gd name="T77" fmla="*/ 200 h 831"/>
                  <a:gd name="T78" fmla="*/ 255 w 676"/>
                  <a:gd name="T79" fmla="*/ 204 h 831"/>
                  <a:gd name="T80" fmla="*/ 250 w 676"/>
                  <a:gd name="T81" fmla="*/ 187 h 831"/>
                  <a:gd name="T82" fmla="*/ 228 w 676"/>
                  <a:gd name="T83" fmla="*/ 173 h 831"/>
                  <a:gd name="T84" fmla="*/ 230 w 676"/>
                  <a:gd name="T85" fmla="*/ 220 h 831"/>
                  <a:gd name="T86" fmla="*/ 255 w 676"/>
                  <a:gd name="T87" fmla="*/ 272 h 831"/>
                  <a:gd name="T88" fmla="*/ 296 w 676"/>
                  <a:gd name="T89" fmla="*/ 304 h 831"/>
                  <a:gd name="T90" fmla="*/ 323 w 676"/>
                  <a:gd name="T91" fmla="*/ 301 h 831"/>
                  <a:gd name="T92" fmla="*/ 317 w 676"/>
                  <a:gd name="T93" fmla="*/ 291 h 831"/>
                  <a:gd name="T94" fmla="*/ 336 w 676"/>
                  <a:gd name="T95" fmla="*/ 292 h 831"/>
                  <a:gd name="T96" fmla="*/ 334 w 676"/>
                  <a:gd name="T97" fmla="*/ 314 h 831"/>
                  <a:gd name="T98" fmla="*/ 301 w 676"/>
                  <a:gd name="T99" fmla="*/ 320 h 831"/>
                  <a:gd name="T100" fmla="*/ 274 w 676"/>
                  <a:gd name="T101" fmla="*/ 307 h 831"/>
                  <a:gd name="T102" fmla="*/ 297 w 676"/>
                  <a:gd name="T103" fmla="*/ 360 h 83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676"/>
                  <a:gd name="T157" fmla="*/ 0 h 831"/>
                  <a:gd name="T158" fmla="*/ 676 w 676"/>
                  <a:gd name="T159" fmla="*/ 831 h 831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676" h="831">
                    <a:moveTo>
                      <a:pt x="615" y="831"/>
                    </a:moveTo>
                    <a:lnTo>
                      <a:pt x="608" y="827"/>
                    </a:lnTo>
                    <a:lnTo>
                      <a:pt x="602" y="824"/>
                    </a:lnTo>
                    <a:lnTo>
                      <a:pt x="598" y="818"/>
                    </a:lnTo>
                    <a:lnTo>
                      <a:pt x="593" y="811"/>
                    </a:lnTo>
                    <a:lnTo>
                      <a:pt x="588" y="804"/>
                    </a:lnTo>
                    <a:lnTo>
                      <a:pt x="585" y="797"/>
                    </a:lnTo>
                    <a:lnTo>
                      <a:pt x="580" y="790"/>
                    </a:lnTo>
                    <a:lnTo>
                      <a:pt x="577" y="784"/>
                    </a:lnTo>
                    <a:lnTo>
                      <a:pt x="565" y="762"/>
                    </a:lnTo>
                    <a:lnTo>
                      <a:pt x="555" y="739"/>
                    </a:lnTo>
                    <a:lnTo>
                      <a:pt x="546" y="716"/>
                    </a:lnTo>
                    <a:lnTo>
                      <a:pt x="539" y="691"/>
                    </a:lnTo>
                    <a:lnTo>
                      <a:pt x="533" y="666"/>
                    </a:lnTo>
                    <a:lnTo>
                      <a:pt x="527" y="641"/>
                    </a:lnTo>
                    <a:lnTo>
                      <a:pt x="523" y="615"/>
                    </a:lnTo>
                    <a:lnTo>
                      <a:pt x="518" y="590"/>
                    </a:lnTo>
                    <a:lnTo>
                      <a:pt x="505" y="580"/>
                    </a:lnTo>
                    <a:lnTo>
                      <a:pt x="492" y="570"/>
                    </a:lnTo>
                    <a:lnTo>
                      <a:pt x="479" y="560"/>
                    </a:lnTo>
                    <a:lnTo>
                      <a:pt x="466" y="549"/>
                    </a:lnTo>
                    <a:lnTo>
                      <a:pt x="454" y="538"/>
                    </a:lnTo>
                    <a:lnTo>
                      <a:pt x="441" y="527"/>
                    </a:lnTo>
                    <a:lnTo>
                      <a:pt x="431" y="514"/>
                    </a:lnTo>
                    <a:lnTo>
                      <a:pt x="421" y="501"/>
                    </a:lnTo>
                    <a:lnTo>
                      <a:pt x="410" y="501"/>
                    </a:lnTo>
                    <a:lnTo>
                      <a:pt x="396" y="498"/>
                    </a:lnTo>
                    <a:lnTo>
                      <a:pt x="383" y="492"/>
                    </a:lnTo>
                    <a:lnTo>
                      <a:pt x="371" y="485"/>
                    </a:lnTo>
                    <a:lnTo>
                      <a:pt x="360" y="477"/>
                    </a:lnTo>
                    <a:lnTo>
                      <a:pt x="351" y="470"/>
                    </a:lnTo>
                    <a:lnTo>
                      <a:pt x="345" y="464"/>
                    </a:lnTo>
                    <a:lnTo>
                      <a:pt x="343" y="462"/>
                    </a:lnTo>
                    <a:lnTo>
                      <a:pt x="349" y="461"/>
                    </a:lnTo>
                    <a:lnTo>
                      <a:pt x="355" y="462"/>
                    </a:lnTo>
                    <a:lnTo>
                      <a:pt x="359" y="463"/>
                    </a:lnTo>
                    <a:lnTo>
                      <a:pt x="365" y="463"/>
                    </a:lnTo>
                    <a:lnTo>
                      <a:pt x="371" y="464"/>
                    </a:lnTo>
                    <a:lnTo>
                      <a:pt x="378" y="466"/>
                    </a:lnTo>
                    <a:lnTo>
                      <a:pt x="383" y="464"/>
                    </a:lnTo>
                    <a:lnTo>
                      <a:pt x="390" y="462"/>
                    </a:lnTo>
                    <a:lnTo>
                      <a:pt x="406" y="448"/>
                    </a:lnTo>
                    <a:lnTo>
                      <a:pt x="416" y="433"/>
                    </a:lnTo>
                    <a:lnTo>
                      <a:pt x="419" y="416"/>
                    </a:lnTo>
                    <a:lnTo>
                      <a:pt x="424" y="399"/>
                    </a:lnTo>
                    <a:lnTo>
                      <a:pt x="421" y="387"/>
                    </a:lnTo>
                    <a:lnTo>
                      <a:pt x="420" y="376"/>
                    </a:lnTo>
                    <a:lnTo>
                      <a:pt x="417" y="364"/>
                    </a:lnTo>
                    <a:lnTo>
                      <a:pt x="414" y="353"/>
                    </a:lnTo>
                    <a:lnTo>
                      <a:pt x="410" y="342"/>
                    </a:lnTo>
                    <a:lnTo>
                      <a:pt x="404" y="334"/>
                    </a:lnTo>
                    <a:lnTo>
                      <a:pt x="397" y="326"/>
                    </a:lnTo>
                    <a:lnTo>
                      <a:pt x="388" y="320"/>
                    </a:lnTo>
                    <a:lnTo>
                      <a:pt x="371" y="316"/>
                    </a:lnTo>
                    <a:lnTo>
                      <a:pt x="353" y="312"/>
                    </a:lnTo>
                    <a:lnTo>
                      <a:pt x="336" y="309"/>
                    </a:lnTo>
                    <a:lnTo>
                      <a:pt x="319" y="307"/>
                    </a:lnTo>
                    <a:lnTo>
                      <a:pt x="302" y="303"/>
                    </a:lnTo>
                    <a:lnTo>
                      <a:pt x="284" y="300"/>
                    </a:lnTo>
                    <a:lnTo>
                      <a:pt x="268" y="296"/>
                    </a:lnTo>
                    <a:lnTo>
                      <a:pt x="251" y="293"/>
                    </a:lnTo>
                    <a:lnTo>
                      <a:pt x="234" y="288"/>
                    </a:lnTo>
                    <a:lnTo>
                      <a:pt x="218" y="284"/>
                    </a:lnTo>
                    <a:lnTo>
                      <a:pt x="201" y="279"/>
                    </a:lnTo>
                    <a:lnTo>
                      <a:pt x="185" y="272"/>
                    </a:lnTo>
                    <a:lnTo>
                      <a:pt x="169" y="265"/>
                    </a:lnTo>
                    <a:lnTo>
                      <a:pt x="154" y="257"/>
                    </a:lnTo>
                    <a:lnTo>
                      <a:pt x="139" y="248"/>
                    </a:lnTo>
                    <a:lnTo>
                      <a:pt x="125" y="237"/>
                    </a:lnTo>
                    <a:lnTo>
                      <a:pt x="115" y="277"/>
                    </a:lnTo>
                    <a:lnTo>
                      <a:pt x="107" y="317"/>
                    </a:lnTo>
                    <a:lnTo>
                      <a:pt x="100" y="360"/>
                    </a:lnTo>
                    <a:lnTo>
                      <a:pt x="98" y="401"/>
                    </a:lnTo>
                    <a:lnTo>
                      <a:pt x="98" y="445"/>
                    </a:lnTo>
                    <a:lnTo>
                      <a:pt x="102" y="487"/>
                    </a:lnTo>
                    <a:lnTo>
                      <a:pt x="110" y="530"/>
                    </a:lnTo>
                    <a:lnTo>
                      <a:pt x="122" y="573"/>
                    </a:lnTo>
                    <a:lnTo>
                      <a:pt x="133" y="592"/>
                    </a:lnTo>
                    <a:lnTo>
                      <a:pt x="145" y="614"/>
                    </a:lnTo>
                    <a:lnTo>
                      <a:pt x="159" y="635"/>
                    </a:lnTo>
                    <a:lnTo>
                      <a:pt x="173" y="655"/>
                    </a:lnTo>
                    <a:lnTo>
                      <a:pt x="189" y="673"/>
                    </a:lnTo>
                    <a:lnTo>
                      <a:pt x="207" y="689"/>
                    </a:lnTo>
                    <a:lnTo>
                      <a:pt x="227" y="702"/>
                    </a:lnTo>
                    <a:lnTo>
                      <a:pt x="250" y="711"/>
                    </a:lnTo>
                    <a:lnTo>
                      <a:pt x="256" y="711"/>
                    </a:lnTo>
                    <a:lnTo>
                      <a:pt x="262" y="709"/>
                    </a:lnTo>
                    <a:lnTo>
                      <a:pt x="269" y="706"/>
                    </a:lnTo>
                    <a:lnTo>
                      <a:pt x="275" y="704"/>
                    </a:lnTo>
                    <a:lnTo>
                      <a:pt x="281" y="702"/>
                    </a:lnTo>
                    <a:lnTo>
                      <a:pt x="287" y="701"/>
                    </a:lnTo>
                    <a:lnTo>
                      <a:pt x="290" y="703"/>
                    </a:lnTo>
                    <a:lnTo>
                      <a:pt x="294" y="708"/>
                    </a:lnTo>
                    <a:lnTo>
                      <a:pt x="287" y="712"/>
                    </a:lnTo>
                    <a:lnTo>
                      <a:pt x="280" y="716"/>
                    </a:lnTo>
                    <a:lnTo>
                      <a:pt x="273" y="719"/>
                    </a:lnTo>
                    <a:lnTo>
                      <a:pt x="266" y="721"/>
                    </a:lnTo>
                    <a:lnTo>
                      <a:pt x="259" y="723"/>
                    </a:lnTo>
                    <a:lnTo>
                      <a:pt x="251" y="724"/>
                    </a:lnTo>
                    <a:lnTo>
                      <a:pt x="243" y="723"/>
                    </a:lnTo>
                    <a:lnTo>
                      <a:pt x="235" y="720"/>
                    </a:lnTo>
                    <a:lnTo>
                      <a:pt x="212" y="710"/>
                    </a:lnTo>
                    <a:lnTo>
                      <a:pt x="191" y="698"/>
                    </a:lnTo>
                    <a:lnTo>
                      <a:pt x="171" y="686"/>
                    </a:lnTo>
                    <a:lnTo>
                      <a:pt x="153" y="671"/>
                    </a:lnTo>
                    <a:lnTo>
                      <a:pt x="137" y="655"/>
                    </a:lnTo>
                    <a:lnTo>
                      <a:pt x="122" y="637"/>
                    </a:lnTo>
                    <a:lnTo>
                      <a:pt x="108" y="618"/>
                    </a:lnTo>
                    <a:lnTo>
                      <a:pt x="97" y="598"/>
                    </a:lnTo>
                    <a:lnTo>
                      <a:pt x="86" y="577"/>
                    </a:lnTo>
                    <a:lnTo>
                      <a:pt x="77" y="555"/>
                    </a:lnTo>
                    <a:lnTo>
                      <a:pt x="69" y="532"/>
                    </a:lnTo>
                    <a:lnTo>
                      <a:pt x="63" y="509"/>
                    </a:lnTo>
                    <a:lnTo>
                      <a:pt x="59" y="485"/>
                    </a:lnTo>
                    <a:lnTo>
                      <a:pt x="55" y="461"/>
                    </a:lnTo>
                    <a:lnTo>
                      <a:pt x="53" y="437"/>
                    </a:lnTo>
                    <a:lnTo>
                      <a:pt x="53" y="411"/>
                    </a:lnTo>
                    <a:lnTo>
                      <a:pt x="53" y="330"/>
                    </a:lnTo>
                    <a:lnTo>
                      <a:pt x="45" y="330"/>
                    </a:lnTo>
                    <a:lnTo>
                      <a:pt x="38" y="330"/>
                    </a:lnTo>
                    <a:lnTo>
                      <a:pt x="30" y="330"/>
                    </a:lnTo>
                    <a:lnTo>
                      <a:pt x="22" y="328"/>
                    </a:lnTo>
                    <a:lnTo>
                      <a:pt x="15" y="326"/>
                    </a:lnTo>
                    <a:lnTo>
                      <a:pt x="9" y="323"/>
                    </a:lnTo>
                    <a:lnTo>
                      <a:pt x="3" y="319"/>
                    </a:lnTo>
                    <a:lnTo>
                      <a:pt x="0" y="314"/>
                    </a:lnTo>
                    <a:lnTo>
                      <a:pt x="56" y="294"/>
                    </a:lnTo>
                    <a:lnTo>
                      <a:pt x="61" y="269"/>
                    </a:lnTo>
                    <a:lnTo>
                      <a:pt x="65" y="242"/>
                    </a:lnTo>
                    <a:lnTo>
                      <a:pt x="72" y="217"/>
                    </a:lnTo>
                    <a:lnTo>
                      <a:pt x="87" y="196"/>
                    </a:lnTo>
                    <a:lnTo>
                      <a:pt x="78" y="184"/>
                    </a:lnTo>
                    <a:lnTo>
                      <a:pt x="71" y="171"/>
                    </a:lnTo>
                    <a:lnTo>
                      <a:pt x="64" y="156"/>
                    </a:lnTo>
                    <a:lnTo>
                      <a:pt x="60" y="141"/>
                    </a:lnTo>
                    <a:lnTo>
                      <a:pt x="56" y="126"/>
                    </a:lnTo>
                    <a:lnTo>
                      <a:pt x="56" y="110"/>
                    </a:lnTo>
                    <a:lnTo>
                      <a:pt x="57" y="93"/>
                    </a:lnTo>
                    <a:lnTo>
                      <a:pt x="63" y="77"/>
                    </a:lnTo>
                    <a:lnTo>
                      <a:pt x="70" y="65"/>
                    </a:lnTo>
                    <a:lnTo>
                      <a:pt x="77" y="53"/>
                    </a:lnTo>
                    <a:lnTo>
                      <a:pt x="85" y="42"/>
                    </a:lnTo>
                    <a:lnTo>
                      <a:pt x="94" y="31"/>
                    </a:lnTo>
                    <a:lnTo>
                      <a:pt x="103" y="22"/>
                    </a:lnTo>
                    <a:lnTo>
                      <a:pt x="115" y="14"/>
                    </a:lnTo>
                    <a:lnTo>
                      <a:pt x="125" y="7"/>
                    </a:lnTo>
                    <a:lnTo>
                      <a:pt x="138" y="0"/>
                    </a:lnTo>
                    <a:lnTo>
                      <a:pt x="144" y="8"/>
                    </a:lnTo>
                    <a:lnTo>
                      <a:pt x="145" y="15"/>
                    </a:lnTo>
                    <a:lnTo>
                      <a:pt x="142" y="22"/>
                    </a:lnTo>
                    <a:lnTo>
                      <a:pt x="135" y="28"/>
                    </a:lnTo>
                    <a:lnTo>
                      <a:pt x="127" y="34"/>
                    </a:lnTo>
                    <a:lnTo>
                      <a:pt x="120" y="40"/>
                    </a:lnTo>
                    <a:lnTo>
                      <a:pt x="113" y="47"/>
                    </a:lnTo>
                    <a:lnTo>
                      <a:pt x="109" y="55"/>
                    </a:lnTo>
                    <a:lnTo>
                      <a:pt x="102" y="83"/>
                    </a:lnTo>
                    <a:lnTo>
                      <a:pt x="103" y="113"/>
                    </a:lnTo>
                    <a:lnTo>
                      <a:pt x="110" y="141"/>
                    </a:lnTo>
                    <a:lnTo>
                      <a:pt x="122" y="166"/>
                    </a:lnTo>
                    <a:lnTo>
                      <a:pt x="138" y="184"/>
                    </a:lnTo>
                    <a:lnTo>
                      <a:pt x="154" y="201"/>
                    </a:lnTo>
                    <a:lnTo>
                      <a:pt x="173" y="214"/>
                    </a:lnTo>
                    <a:lnTo>
                      <a:pt x="192" y="226"/>
                    </a:lnTo>
                    <a:lnTo>
                      <a:pt x="212" y="235"/>
                    </a:lnTo>
                    <a:lnTo>
                      <a:pt x="232" y="242"/>
                    </a:lnTo>
                    <a:lnTo>
                      <a:pt x="254" y="249"/>
                    </a:lnTo>
                    <a:lnTo>
                      <a:pt x="276" y="255"/>
                    </a:lnTo>
                    <a:lnTo>
                      <a:pt x="298" y="259"/>
                    </a:lnTo>
                    <a:lnTo>
                      <a:pt x="320" y="265"/>
                    </a:lnTo>
                    <a:lnTo>
                      <a:pt x="342" y="271"/>
                    </a:lnTo>
                    <a:lnTo>
                      <a:pt x="364" y="277"/>
                    </a:lnTo>
                    <a:lnTo>
                      <a:pt x="385" y="284"/>
                    </a:lnTo>
                    <a:lnTo>
                      <a:pt x="405" y="293"/>
                    </a:lnTo>
                    <a:lnTo>
                      <a:pt x="425" y="302"/>
                    </a:lnTo>
                    <a:lnTo>
                      <a:pt x="444" y="315"/>
                    </a:lnTo>
                    <a:lnTo>
                      <a:pt x="459" y="317"/>
                    </a:lnTo>
                    <a:lnTo>
                      <a:pt x="474" y="322"/>
                    </a:lnTo>
                    <a:lnTo>
                      <a:pt x="488" y="328"/>
                    </a:lnTo>
                    <a:lnTo>
                      <a:pt x="501" y="337"/>
                    </a:lnTo>
                    <a:lnTo>
                      <a:pt x="512" y="347"/>
                    </a:lnTo>
                    <a:lnTo>
                      <a:pt x="523" y="358"/>
                    </a:lnTo>
                    <a:lnTo>
                      <a:pt x="531" y="370"/>
                    </a:lnTo>
                    <a:lnTo>
                      <a:pt x="539" y="384"/>
                    </a:lnTo>
                    <a:lnTo>
                      <a:pt x="541" y="396"/>
                    </a:lnTo>
                    <a:lnTo>
                      <a:pt x="540" y="410"/>
                    </a:lnTo>
                    <a:lnTo>
                      <a:pt x="534" y="421"/>
                    </a:lnTo>
                    <a:lnTo>
                      <a:pt x="524" y="430"/>
                    </a:lnTo>
                    <a:lnTo>
                      <a:pt x="517" y="430"/>
                    </a:lnTo>
                    <a:lnTo>
                      <a:pt x="510" y="426"/>
                    </a:lnTo>
                    <a:lnTo>
                      <a:pt x="502" y="422"/>
                    </a:lnTo>
                    <a:lnTo>
                      <a:pt x="495" y="417"/>
                    </a:lnTo>
                    <a:lnTo>
                      <a:pt x="488" y="411"/>
                    </a:lnTo>
                    <a:lnTo>
                      <a:pt x="482" y="406"/>
                    </a:lnTo>
                    <a:lnTo>
                      <a:pt x="479" y="402"/>
                    </a:lnTo>
                    <a:lnTo>
                      <a:pt x="478" y="401"/>
                    </a:lnTo>
                    <a:lnTo>
                      <a:pt x="485" y="405"/>
                    </a:lnTo>
                    <a:lnTo>
                      <a:pt x="492" y="409"/>
                    </a:lnTo>
                    <a:lnTo>
                      <a:pt x="497" y="413"/>
                    </a:lnTo>
                    <a:lnTo>
                      <a:pt x="505" y="414"/>
                    </a:lnTo>
                    <a:lnTo>
                      <a:pt x="511" y="409"/>
                    </a:lnTo>
                    <a:lnTo>
                      <a:pt x="515" y="402"/>
                    </a:lnTo>
                    <a:lnTo>
                      <a:pt x="516" y="396"/>
                    </a:lnTo>
                    <a:lnTo>
                      <a:pt x="516" y="388"/>
                    </a:lnTo>
                    <a:lnTo>
                      <a:pt x="508" y="383"/>
                    </a:lnTo>
                    <a:lnTo>
                      <a:pt x="501" y="375"/>
                    </a:lnTo>
                    <a:lnTo>
                      <a:pt x="493" y="368"/>
                    </a:lnTo>
                    <a:lnTo>
                      <a:pt x="484" y="361"/>
                    </a:lnTo>
                    <a:lnTo>
                      <a:pt x="476" y="354"/>
                    </a:lnTo>
                    <a:lnTo>
                      <a:pt x="466" y="349"/>
                    </a:lnTo>
                    <a:lnTo>
                      <a:pt x="456" y="346"/>
                    </a:lnTo>
                    <a:lnTo>
                      <a:pt x="447" y="346"/>
                    </a:lnTo>
                    <a:lnTo>
                      <a:pt x="454" y="368"/>
                    </a:lnTo>
                    <a:lnTo>
                      <a:pt x="457" y="392"/>
                    </a:lnTo>
                    <a:lnTo>
                      <a:pt x="458" y="416"/>
                    </a:lnTo>
                    <a:lnTo>
                      <a:pt x="461" y="440"/>
                    </a:lnTo>
                    <a:lnTo>
                      <a:pt x="463" y="464"/>
                    </a:lnTo>
                    <a:lnTo>
                      <a:pt x="469" y="487"/>
                    </a:lnTo>
                    <a:lnTo>
                      <a:pt x="480" y="509"/>
                    </a:lnTo>
                    <a:lnTo>
                      <a:pt x="496" y="529"/>
                    </a:lnTo>
                    <a:lnTo>
                      <a:pt x="510" y="544"/>
                    </a:lnTo>
                    <a:lnTo>
                      <a:pt x="524" y="560"/>
                    </a:lnTo>
                    <a:lnTo>
                      <a:pt x="539" y="575"/>
                    </a:lnTo>
                    <a:lnTo>
                      <a:pt x="556" y="589"/>
                    </a:lnTo>
                    <a:lnTo>
                      <a:pt x="573" y="600"/>
                    </a:lnTo>
                    <a:lnTo>
                      <a:pt x="592" y="608"/>
                    </a:lnTo>
                    <a:lnTo>
                      <a:pt x="611" y="612"/>
                    </a:lnTo>
                    <a:lnTo>
                      <a:pt x="633" y="611"/>
                    </a:lnTo>
                    <a:lnTo>
                      <a:pt x="637" y="607"/>
                    </a:lnTo>
                    <a:lnTo>
                      <a:pt x="641" y="604"/>
                    </a:lnTo>
                    <a:lnTo>
                      <a:pt x="646" y="602"/>
                    </a:lnTo>
                    <a:lnTo>
                      <a:pt x="649" y="598"/>
                    </a:lnTo>
                    <a:lnTo>
                      <a:pt x="645" y="593"/>
                    </a:lnTo>
                    <a:lnTo>
                      <a:pt x="639" y="591"/>
                    </a:lnTo>
                    <a:lnTo>
                      <a:pt x="634" y="589"/>
                    </a:lnTo>
                    <a:lnTo>
                      <a:pt x="633" y="583"/>
                    </a:lnTo>
                    <a:lnTo>
                      <a:pt x="640" y="578"/>
                    </a:lnTo>
                    <a:lnTo>
                      <a:pt x="647" y="576"/>
                    </a:lnTo>
                    <a:lnTo>
                      <a:pt x="656" y="575"/>
                    </a:lnTo>
                    <a:lnTo>
                      <a:pt x="664" y="577"/>
                    </a:lnTo>
                    <a:lnTo>
                      <a:pt x="671" y="584"/>
                    </a:lnTo>
                    <a:lnTo>
                      <a:pt x="675" y="592"/>
                    </a:lnTo>
                    <a:lnTo>
                      <a:pt x="676" y="600"/>
                    </a:lnTo>
                    <a:lnTo>
                      <a:pt x="675" y="608"/>
                    </a:lnTo>
                    <a:lnTo>
                      <a:pt x="674" y="619"/>
                    </a:lnTo>
                    <a:lnTo>
                      <a:pt x="668" y="628"/>
                    </a:lnTo>
                    <a:lnTo>
                      <a:pt x="657" y="636"/>
                    </a:lnTo>
                    <a:lnTo>
                      <a:pt x="645" y="643"/>
                    </a:lnTo>
                    <a:lnTo>
                      <a:pt x="630" y="644"/>
                    </a:lnTo>
                    <a:lnTo>
                      <a:pt x="616" y="643"/>
                    </a:lnTo>
                    <a:lnTo>
                      <a:pt x="602" y="641"/>
                    </a:lnTo>
                    <a:lnTo>
                      <a:pt x="590" y="637"/>
                    </a:lnTo>
                    <a:lnTo>
                      <a:pt x="577" y="631"/>
                    </a:lnTo>
                    <a:lnTo>
                      <a:pt x="565" y="627"/>
                    </a:lnTo>
                    <a:lnTo>
                      <a:pt x="556" y="620"/>
                    </a:lnTo>
                    <a:lnTo>
                      <a:pt x="547" y="614"/>
                    </a:lnTo>
                    <a:lnTo>
                      <a:pt x="554" y="636"/>
                    </a:lnTo>
                    <a:lnTo>
                      <a:pt x="562" y="658"/>
                    </a:lnTo>
                    <a:lnTo>
                      <a:pt x="571" y="679"/>
                    </a:lnTo>
                    <a:lnTo>
                      <a:pt x="581" y="701"/>
                    </a:lnTo>
                    <a:lnTo>
                      <a:pt x="593" y="721"/>
                    </a:lnTo>
                    <a:lnTo>
                      <a:pt x="605" y="743"/>
                    </a:lnTo>
                    <a:lnTo>
                      <a:pt x="617" y="764"/>
                    </a:lnTo>
                    <a:lnTo>
                      <a:pt x="631" y="784"/>
                    </a:lnTo>
                    <a:lnTo>
                      <a:pt x="615" y="8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39" name="Freeform 168"/>
              <p:cNvSpPr>
                <a:spLocks/>
              </p:cNvSpPr>
              <p:nvPr/>
            </p:nvSpPr>
            <p:spPr bwMode="auto">
              <a:xfrm>
                <a:off x="3350" y="2622"/>
                <a:ext cx="130" cy="250"/>
              </a:xfrm>
              <a:custGeom>
                <a:avLst/>
                <a:gdLst>
                  <a:gd name="T0" fmla="*/ 124 w 260"/>
                  <a:gd name="T1" fmla="*/ 76 h 501"/>
                  <a:gd name="T2" fmla="*/ 130 w 260"/>
                  <a:gd name="T3" fmla="*/ 123 h 501"/>
                  <a:gd name="T4" fmla="*/ 124 w 260"/>
                  <a:gd name="T5" fmla="*/ 169 h 501"/>
                  <a:gd name="T6" fmla="*/ 106 w 260"/>
                  <a:gd name="T7" fmla="*/ 212 h 501"/>
                  <a:gd name="T8" fmla="*/ 87 w 260"/>
                  <a:gd name="T9" fmla="*/ 235 h 501"/>
                  <a:gd name="T10" fmla="*/ 72 w 260"/>
                  <a:gd name="T11" fmla="*/ 243 h 501"/>
                  <a:gd name="T12" fmla="*/ 55 w 260"/>
                  <a:gd name="T13" fmla="*/ 249 h 501"/>
                  <a:gd name="T14" fmla="*/ 43 w 260"/>
                  <a:gd name="T15" fmla="*/ 250 h 501"/>
                  <a:gd name="T16" fmla="*/ 43 w 260"/>
                  <a:gd name="T17" fmla="*/ 246 h 501"/>
                  <a:gd name="T18" fmla="*/ 54 w 260"/>
                  <a:gd name="T19" fmla="*/ 237 h 501"/>
                  <a:gd name="T20" fmla="*/ 70 w 260"/>
                  <a:gd name="T21" fmla="*/ 226 h 501"/>
                  <a:gd name="T22" fmla="*/ 83 w 260"/>
                  <a:gd name="T23" fmla="*/ 215 h 501"/>
                  <a:gd name="T24" fmla="*/ 94 w 260"/>
                  <a:gd name="T25" fmla="*/ 194 h 501"/>
                  <a:gd name="T26" fmla="*/ 102 w 260"/>
                  <a:gd name="T27" fmla="*/ 159 h 501"/>
                  <a:gd name="T28" fmla="*/ 106 w 260"/>
                  <a:gd name="T29" fmla="*/ 123 h 501"/>
                  <a:gd name="T30" fmla="*/ 103 w 260"/>
                  <a:gd name="T31" fmla="*/ 87 h 501"/>
                  <a:gd name="T32" fmla="*/ 98 w 260"/>
                  <a:gd name="T33" fmla="*/ 65 h 501"/>
                  <a:gd name="T34" fmla="*/ 95 w 260"/>
                  <a:gd name="T35" fmla="*/ 55 h 501"/>
                  <a:gd name="T36" fmla="*/ 90 w 260"/>
                  <a:gd name="T37" fmla="*/ 46 h 501"/>
                  <a:gd name="T38" fmla="*/ 84 w 260"/>
                  <a:gd name="T39" fmla="*/ 39 h 501"/>
                  <a:gd name="T40" fmla="*/ 70 w 260"/>
                  <a:gd name="T41" fmla="*/ 26 h 501"/>
                  <a:gd name="T42" fmla="*/ 43 w 260"/>
                  <a:gd name="T43" fmla="*/ 16 h 501"/>
                  <a:gd name="T44" fmla="*/ 18 w 260"/>
                  <a:gd name="T45" fmla="*/ 12 h 501"/>
                  <a:gd name="T46" fmla="*/ 2 w 260"/>
                  <a:gd name="T47" fmla="*/ 12 h 501"/>
                  <a:gd name="T48" fmla="*/ 8 w 260"/>
                  <a:gd name="T49" fmla="*/ 6 h 501"/>
                  <a:gd name="T50" fmla="*/ 26 w 260"/>
                  <a:gd name="T51" fmla="*/ 0 h 501"/>
                  <a:gd name="T52" fmla="*/ 46 w 260"/>
                  <a:gd name="T53" fmla="*/ 1 h 501"/>
                  <a:gd name="T54" fmla="*/ 65 w 260"/>
                  <a:gd name="T55" fmla="*/ 6 h 501"/>
                  <a:gd name="T56" fmla="*/ 80 w 260"/>
                  <a:gd name="T57" fmla="*/ 14 h 501"/>
                  <a:gd name="T58" fmla="*/ 92 w 260"/>
                  <a:gd name="T59" fmla="*/ 23 h 501"/>
                  <a:gd name="T60" fmla="*/ 103 w 260"/>
                  <a:gd name="T61" fmla="*/ 36 h 501"/>
                  <a:gd name="T62" fmla="*/ 112 w 260"/>
                  <a:gd name="T63" fmla="*/ 48 h 50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60"/>
                  <a:gd name="T97" fmla="*/ 0 h 501"/>
                  <a:gd name="T98" fmla="*/ 260 w 260"/>
                  <a:gd name="T99" fmla="*/ 501 h 50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60" h="501">
                    <a:moveTo>
                      <a:pt x="232" y="111"/>
                    </a:moveTo>
                    <a:lnTo>
                      <a:pt x="248" y="153"/>
                    </a:lnTo>
                    <a:lnTo>
                      <a:pt x="257" y="198"/>
                    </a:lnTo>
                    <a:lnTo>
                      <a:pt x="260" y="246"/>
                    </a:lnTo>
                    <a:lnTo>
                      <a:pt x="258" y="293"/>
                    </a:lnTo>
                    <a:lnTo>
                      <a:pt x="249" y="339"/>
                    </a:lnTo>
                    <a:lnTo>
                      <a:pt x="234" y="384"/>
                    </a:lnTo>
                    <a:lnTo>
                      <a:pt x="213" y="424"/>
                    </a:lnTo>
                    <a:lnTo>
                      <a:pt x="186" y="461"/>
                    </a:lnTo>
                    <a:lnTo>
                      <a:pt x="175" y="470"/>
                    </a:lnTo>
                    <a:lnTo>
                      <a:pt x="160" y="478"/>
                    </a:lnTo>
                    <a:lnTo>
                      <a:pt x="144" y="486"/>
                    </a:lnTo>
                    <a:lnTo>
                      <a:pt x="127" y="493"/>
                    </a:lnTo>
                    <a:lnTo>
                      <a:pt x="111" y="498"/>
                    </a:lnTo>
                    <a:lnTo>
                      <a:pt x="97" y="501"/>
                    </a:lnTo>
                    <a:lnTo>
                      <a:pt x="87" y="501"/>
                    </a:lnTo>
                    <a:lnTo>
                      <a:pt x="82" y="499"/>
                    </a:lnTo>
                    <a:lnTo>
                      <a:pt x="87" y="493"/>
                    </a:lnTo>
                    <a:lnTo>
                      <a:pt x="96" y="485"/>
                    </a:lnTo>
                    <a:lnTo>
                      <a:pt x="108" y="475"/>
                    </a:lnTo>
                    <a:lnTo>
                      <a:pt x="123" y="464"/>
                    </a:lnTo>
                    <a:lnTo>
                      <a:pt x="140" y="453"/>
                    </a:lnTo>
                    <a:lnTo>
                      <a:pt x="154" y="441"/>
                    </a:lnTo>
                    <a:lnTo>
                      <a:pt x="167" y="430"/>
                    </a:lnTo>
                    <a:lnTo>
                      <a:pt x="175" y="421"/>
                    </a:lnTo>
                    <a:lnTo>
                      <a:pt x="188" y="388"/>
                    </a:lnTo>
                    <a:lnTo>
                      <a:pt x="198" y="355"/>
                    </a:lnTo>
                    <a:lnTo>
                      <a:pt x="205" y="319"/>
                    </a:lnTo>
                    <a:lnTo>
                      <a:pt x="210" y="284"/>
                    </a:lnTo>
                    <a:lnTo>
                      <a:pt x="212" y="247"/>
                    </a:lnTo>
                    <a:lnTo>
                      <a:pt x="210" y="210"/>
                    </a:lnTo>
                    <a:lnTo>
                      <a:pt x="206" y="174"/>
                    </a:lnTo>
                    <a:lnTo>
                      <a:pt x="198" y="140"/>
                    </a:lnTo>
                    <a:lnTo>
                      <a:pt x="196" y="130"/>
                    </a:lnTo>
                    <a:lnTo>
                      <a:pt x="194" y="120"/>
                    </a:lnTo>
                    <a:lnTo>
                      <a:pt x="190" y="111"/>
                    </a:lnTo>
                    <a:lnTo>
                      <a:pt x="186" y="103"/>
                    </a:lnTo>
                    <a:lnTo>
                      <a:pt x="181" y="93"/>
                    </a:lnTo>
                    <a:lnTo>
                      <a:pt x="175" y="85"/>
                    </a:lnTo>
                    <a:lnTo>
                      <a:pt x="169" y="78"/>
                    </a:lnTo>
                    <a:lnTo>
                      <a:pt x="163" y="70"/>
                    </a:lnTo>
                    <a:lnTo>
                      <a:pt x="140" y="53"/>
                    </a:lnTo>
                    <a:lnTo>
                      <a:pt x="114" y="40"/>
                    </a:lnTo>
                    <a:lnTo>
                      <a:pt x="87" y="32"/>
                    </a:lnTo>
                    <a:lnTo>
                      <a:pt x="61" y="27"/>
                    </a:lnTo>
                    <a:lnTo>
                      <a:pt x="37" y="24"/>
                    </a:lnTo>
                    <a:lnTo>
                      <a:pt x="17" y="24"/>
                    </a:lnTo>
                    <a:lnTo>
                      <a:pt x="5" y="24"/>
                    </a:lnTo>
                    <a:lnTo>
                      <a:pt x="0" y="24"/>
                    </a:lnTo>
                    <a:lnTo>
                      <a:pt x="16" y="13"/>
                    </a:lnTo>
                    <a:lnTo>
                      <a:pt x="34" y="6"/>
                    </a:lnTo>
                    <a:lnTo>
                      <a:pt x="53" y="1"/>
                    </a:lnTo>
                    <a:lnTo>
                      <a:pt x="73" y="0"/>
                    </a:lnTo>
                    <a:lnTo>
                      <a:pt x="92" y="2"/>
                    </a:lnTo>
                    <a:lnTo>
                      <a:pt x="112" y="6"/>
                    </a:lnTo>
                    <a:lnTo>
                      <a:pt x="130" y="12"/>
                    </a:lnTo>
                    <a:lnTo>
                      <a:pt x="148" y="19"/>
                    </a:lnTo>
                    <a:lnTo>
                      <a:pt x="160" y="28"/>
                    </a:lnTo>
                    <a:lnTo>
                      <a:pt x="173" y="37"/>
                    </a:lnTo>
                    <a:lnTo>
                      <a:pt x="184" y="47"/>
                    </a:lnTo>
                    <a:lnTo>
                      <a:pt x="196" y="59"/>
                    </a:lnTo>
                    <a:lnTo>
                      <a:pt x="206" y="72"/>
                    </a:lnTo>
                    <a:lnTo>
                      <a:pt x="216" y="84"/>
                    </a:lnTo>
                    <a:lnTo>
                      <a:pt x="225" y="97"/>
                    </a:lnTo>
                    <a:lnTo>
                      <a:pt x="232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0" name="Freeform 169"/>
              <p:cNvSpPr>
                <a:spLocks/>
              </p:cNvSpPr>
              <p:nvPr/>
            </p:nvSpPr>
            <p:spPr bwMode="auto">
              <a:xfrm>
                <a:off x="2585" y="2651"/>
                <a:ext cx="321" cy="350"/>
              </a:xfrm>
              <a:custGeom>
                <a:avLst/>
                <a:gdLst>
                  <a:gd name="T0" fmla="*/ 321 w 641"/>
                  <a:gd name="T1" fmla="*/ 2 h 699"/>
                  <a:gd name="T2" fmla="*/ 321 w 641"/>
                  <a:gd name="T3" fmla="*/ 54 h 699"/>
                  <a:gd name="T4" fmla="*/ 321 w 641"/>
                  <a:gd name="T5" fmla="*/ 167 h 699"/>
                  <a:gd name="T6" fmla="*/ 319 w 641"/>
                  <a:gd name="T7" fmla="*/ 282 h 699"/>
                  <a:gd name="T8" fmla="*/ 315 w 641"/>
                  <a:gd name="T9" fmla="*/ 334 h 699"/>
                  <a:gd name="T10" fmla="*/ 312 w 641"/>
                  <a:gd name="T11" fmla="*/ 334 h 699"/>
                  <a:gd name="T12" fmla="*/ 304 w 641"/>
                  <a:gd name="T13" fmla="*/ 335 h 699"/>
                  <a:gd name="T14" fmla="*/ 292 w 641"/>
                  <a:gd name="T15" fmla="*/ 336 h 699"/>
                  <a:gd name="T16" fmla="*/ 275 w 641"/>
                  <a:gd name="T17" fmla="*/ 337 h 699"/>
                  <a:gd name="T18" fmla="*/ 256 w 641"/>
                  <a:gd name="T19" fmla="*/ 338 h 699"/>
                  <a:gd name="T20" fmla="*/ 233 w 641"/>
                  <a:gd name="T21" fmla="*/ 339 h 699"/>
                  <a:gd name="T22" fmla="*/ 210 w 641"/>
                  <a:gd name="T23" fmla="*/ 341 h 699"/>
                  <a:gd name="T24" fmla="*/ 184 w 641"/>
                  <a:gd name="T25" fmla="*/ 342 h 699"/>
                  <a:gd name="T26" fmla="*/ 159 w 641"/>
                  <a:gd name="T27" fmla="*/ 344 h 699"/>
                  <a:gd name="T28" fmla="*/ 133 w 641"/>
                  <a:gd name="T29" fmla="*/ 345 h 699"/>
                  <a:gd name="T30" fmla="*/ 108 w 641"/>
                  <a:gd name="T31" fmla="*/ 347 h 699"/>
                  <a:gd name="T32" fmla="*/ 85 w 641"/>
                  <a:gd name="T33" fmla="*/ 348 h 699"/>
                  <a:gd name="T34" fmla="*/ 64 w 641"/>
                  <a:gd name="T35" fmla="*/ 349 h 699"/>
                  <a:gd name="T36" fmla="*/ 44 w 641"/>
                  <a:gd name="T37" fmla="*/ 349 h 699"/>
                  <a:gd name="T38" fmla="*/ 29 w 641"/>
                  <a:gd name="T39" fmla="*/ 350 h 699"/>
                  <a:gd name="T40" fmla="*/ 17 w 641"/>
                  <a:gd name="T41" fmla="*/ 350 h 699"/>
                  <a:gd name="T42" fmla="*/ 0 w 641"/>
                  <a:gd name="T43" fmla="*/ 0 h 699"/>
                  <a:gd name="T44" fmla="*/ 321 w 641"/>
                  <a:gd name="T45" fmla="*/ 2 h 69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41"/>
                  <a:gd name="T70" fmla="*/ 0 h 699"/>
                  <a:gd name="T71" fmla="*/ 641 w 641"/>
                  <a:gd name="T72" fmla="*/ 699 h 69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41" h="699">
                    <a:moveTo>
                      <a:pt x="641" y="3"/>
                    </a:moveTo>
                    <a:lnTo>
                      <a:pt x="641" y="107"/>
                    </a:lnTo>
                    <a:lnTo>
                      <a:pt x="641" y="334"/>
                    </a:lnTo>
                    <a:lnTo>
                      <a:pt x="638" y="563"/>
                    </a:lnTo>
                    <a:lnTo>
                      <a:pt x="629" y="668"/>
                    </a:lnTo>
                    <a:lnTo>
                      <a:pt x="623" y="668"/>
                    </a:lnTo>
                    <a:lnTo>
                      <a:pt x="607" y="669"/>
                    </a:lnTo>
                    <a:lnTo>
                      <a:pt x="583" y="672"/>
                    </a:lnTo>
                    <a:lnTo>
                      <a:pt x="549" y="673"/>
                    </a:lnTo>
                    <a:lnTo>
                      <a:pt x="511" y="676"/>
                    </a:lnTo>
                    <a:lnTo>
                      <a:pt x="466" y="678"/>
                    </a:lnTo>
                    <a:lnTo>
                      <a:pt x="419" y="682"/>
                    </a:lnTo>
                    <a:lnTo>
                      <a:pt x="368" y="684"/>
                    </a:lnTo>
                    <a:lnTo>
                      <a:pt x="318" y="688"/>
                    </a:lnTo>
                    <a:lnTo>
                      <a:pt x="266" y="690"/>
                    </a:lnTo>
                    <a:lnTo>
                      <a:pt x="216" y="693"/>
                    </a:lnTo>
                    <a:lnTo>
                      <a:pt x="169" y="696"/>
                    </a:lnTo>
                    <a:lnTo>
                      <a:pt x="127" y="697"/>
                    </a:lnTo>
                    <a:lnTo>
                      <a:pt x="88" y="698"/>
                    </a:lnTo>
                    <a:lnTo>
                      <a:pt x="57" y="699"/>
                    </a:lnTo>
                    <a:lnTo>
                      <a:pt x="34" y="699"/>
                    </a:lnTo>
                    <a:lnTo>
                      <a:pt x="0" y="0"/>
                    </a:lnTo>
                    <a:lnTo>
                      <a:pt x="64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1" name="Freeform 170"/>
              <p:cNvSpPr>
                <a:spLocks/>
              </p:cNvSpPr>
              <p:nvPr/>
            </p:nvSpPr>
            <p:spPr bwMode="auto">
              <a:xfrm>
                <a:off x="3295" y="2647"/>
                <a:ext cx="117" cy="218"/>
              </a:xfrm>
              <a:custGeom>
                <a:avLst/>
                <a:gdLst>
                  <a:gd name="T0" fmla="*/ 69 w 233"/>
                  <a:gd name="T1" fmla="*/ 90 h 434"/>
                  <a:gd name="T2" fmla="*/ 61 w 233"/>
                  <a:gd name="T3" fmla="*/ 114 h 434"/>
                  <a:gd name="T4" fmla="*/ 46 w 233"/>
                  <a:gd name="T5" fmla="*/ 134 h 434"/>
                  <a:gd name="T6" fmla="*/ 37 w 233"/>
                  <a:gd name="T7" fmla="*/ 138 h 434"/>
                  <a:gd name="T8" fmla="*/ 26 w 233"/>
                  <a:gd name="T9" fmla="*/ 138 h 434"/>
                  <a:gd name="T10" fmla="*/ 18 w 233"/>
                  <a:gd name="T11" fmla="*/ 140 h 434"/>
                  <a:gd name="T12" fmla="*/ 26 w 233"/>
                  <a:gd name="T13" fmla="*/ 146 h 434"/>
                  <a:gd name="T14" fmla="*/ 36 w 233"/>
                  <a:gd name="T15" fmla="*/ 150 h 434"/>
                  <a:gd name="T16" fmla="*/ 49 w 233"/>
                  <a:gd name="T17" fmla="*/ 149 h 434"/>
                  <a:gd name="T18" fmla="*/ 64 w 233"/>
                  <a:gd name="T19" fmla="*/ 148 h 434"/>
                  <a:gd name="T20" fmla="*/ 73 w 233"/>
                  <a:gd name="T21" fmla="*/ 151 h 434"/>
                  <a:gd name="T22" fmla="*/ 70 w 233"/>
                  <a:gd name="T23" fmla="*/ 172 h 434"/>
                  <a:gd name="T24" fmla="*/ 56 w 233"/>
                  <a:gd name="T25" fmla="*/ 190 h 434"/>
                  <a:gd name="T26" fmla="*/ 50 w 233"/>
                  <a:gd name="T27" fmla="*/ 201 h 434"/>
                  <a:gd name="T28" fmla="*/ 65 w 233"/>
                  <a:gd name="T29" fmla="*/ 201 h 434"/>
                  <a:gd name="T30" fmla="*/ 79 w 233"/>
                  <a:gd name="T31" fmla="*/ 195 h 434"/>
                  <a:gd name="T32" fmla="*/ 90 w 233"/>
                  <a:gd name="T33" fmla="*/ 187 h 434"/>
                  <a:gd name="T34" fmla="*/ 100 w 233"/>
                  <a:gd name="T35" fmla="*/ 175 h 434"/>
                  <a:gd name="T36" fmla="*/ 112 w 233"/>
                  <a:gd name="T37" fmla="*/ 165 h 434"/>
                  <a:gd name="T38" fmla="*/ 117 w 233"/>
                  <a:gd name="T39" fmla="*/ 180 h 434"/>
                  <a:gd name="T40" fmla="*/ 104 w 233"/>
                  <a:gd name="T41" fmla="*/ 199 h 434"/>
                  <a:gd name="T42" fmla="*/ 81 w 233"/>
                  <a:gd name="T43" fmla="*/ 212 h 434"/>
                  <a:gd name="T44" fmla="*/ 55 w 233"/>
                  <a:gd name="T45" fmla="*/ 218 h 434"/>
                  <a:gd name="T46" fmla="*/ 43 w 233"/>
                  <a:gd name="T47" fmla="*/ 213 h 434"/>
                  <a:gd name="T48" fmla="*/ 30 w 233"/>
                  <a:gd name="T49" fmla="*/ 206 h 434"/>
                  <a:gd name="T50" fmla="*/ 24 w 233"/>
                  <a:gd name="T51" fmla="*/ 197 h 434"/>
                  <a:gd name="T52" fmla="*/ 31 w 233"/>
                  <a:gd name="T53" fmla="*/ 194 h 434"/>
                  <a:gd name="T54" fmla="*/ 39 w 233"/>
                  <a:gd name="T55" fmla="*/ 193 h 434"/>
                  <a:gd name="T56" fmla="*/ 52 w 233"/>
                  <a:gd name="T57" fmla="*/ 180 h 434"/>
                  <a:gd name="T58" fmla="*/ 52 w 233"/>
                  <a:gd name="T59" fmla="*/ 168 h 434"/>
                  <a:gd name="T60" fmla="*/ 34 w 233"/>
                  <a:gd name="T61" fmla="*/ 165 h 434"/>
                  <a:gd name="T62" fmla="*/ 17 w 233"/>
                  <a:gd name="T63" fmla="*/ 156 h 434"/>
                  <a:gd name="T64" fmla="*/ 1 w 233"/>
                  <a:gd name="T65" fmla="*/ 131 h 434"/>
                  <a:gd name="T66" fmla="*/ 7 w 233"/>
                  <a:gd name="T67" fmla="*/ 110 h 434"/>
                  <a:gd name="T68" fmla="*/ 11 w 233"/>
                  <a:gd name="T69" fmla="*/ 120 h 434"/>
                  <a:gd name="T70" fmla="*/ 17 w 233"/>
                  <a:gd name="T71" fmla="*/ 129 h 434"/>
                  <a:gd name="T72" fmla="*/ 27 w 233"/>
                  <a:gd name="T73" fmla="*/ 129 h 434"/>
                  <a:gd name="T74" fmla="*/ 34 w 233"/>
                  <a:gd name="T75" fmla="*/ 129 h 434"/>
                  <a:gd name="T76" fmla="*/ 41 w 233"/>
                  <a:gd name="T77" fmla="*/ 125 h 434"/>
                  <a:gd name="T78" fmla="*/ 44 w 233"/>
                  <a:gd name="T79" fmla="*/ 75 h 434"/>
                  <a:gd name="T80" fmla="*/ 33 w 233"/>
                  <a:gd name="T81" fmla="*/ 26 h 434"/>
                  <a:gd name="T82" fmla="*/ 59 w 233"/>
                  <a:gd name="T83" fmla="*/ 8 h 434"/>
                  <a:gd name="T84" fmla="*/ 67 w 233"/>
                  <a:gd name="T85" fmla="*/ 74 h 43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3"/>
                  <a:gd name="T130" fmla="*/ 0 h 434"/>
                  <a:gd name="T131" fmla="*/ 233 w 233"/>
                  <a:gd name="T132" fmla="*/ 434 h 43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3" h="434">
                    <a:moveTo>
                      <a:pt x="133" y="147"/>
                    </a:moveTo>
                    <a:lnTo>
                      <a:pt x="137" y="164"/>
                    </a:lnTo>
                    <a:lnTo>
                      <a:pt x="137" y="180"/>
                    </a:lnTo>
                    <a:lnTo>
                      <a:pt x="135" y="196"/>
                    </a:lnTo>
                    <a:lnTo>
                      <a:pt x="130" y="211"/>
                    </a:lnTo>
                    <a:lnTo>
                      <a:pt x="122" y="226"/>
                    </a:lnTo>
                    <a:lnTo>
                      <a:pt x="114" y="240"/>
                    </a:lnTo>
                    <a:lnTo>
                      <a:pt x="104" y="253"/>
                    </a:lnTo>
                    <a:lnTo>
                      <a:pt x="92" y="266"/>
                    </a:lnTo>
                    <a:lnTo>
                      <a:pt x="86" y="270"/>
                    </a:lnTo>
                    <a:lnTo>
                      <a:pt x="79" y="272"/>
                    </a:lnTo>
                    <a:lnTo>
                      <a:pt x="74" y="274"/>
                    </a:lnTo>
                    <a:lnTo>
                      <a:pt x="67" y="275"/>
                    </a:lnTo>
                    <a:lnTo>
                      <a:pt x="60" y="275"/>
                    </a:lnTo>
                    <a:lnTo>
                      <a:pt x="52" y="275"/>
                    </a:lnTo>
                    <a:lnTo>
                      <a:pt x="41" y="275"/>
                    </a:lnTo>
                    <a:lnTo>
                      <a:pt x="31" y="273"/>
                    </a:lnTo>
                    <a:lnTo>
                      <a:pt x="36" y="279"/>
                    </a:lnTo>
                    <a:lnTo>
                      <a:pt x="40" y="283"/>
                    </a:lnTo>
                    <a:lnTo>
                      <a:pt x="46" y="288"/>
                    </a:lnTo>
                    <a:lnTo>
                      <a:pt x="52" y="291"/>
                    </a:lnTo>
                    <a:lnTo>
                      <a:pt x="59" y="295"/>
                    </a:lnTo>
                    <a:lnTo>
                      <a:pt x="66" y="297"/>
                    </a:lnTo>
                    <a:lnTo>
                      <a:pt x="72" y="298"/>
                    </a:lnTo>
                    <a:lnTo>
                      <a:pt x="79" y="300"/>
                    </a:lnTo>
                    <a:lnTo>
                      <a:pt x="87" y="298"/>
                    </a:lnTo>
                    <a:lnTo>
                      <a:pt x="97" y="296"/>
                    </a:lnTo>
                    <a:lnTo>
                      <a:pt x="107" y="295"/>
                    </a:lnTo>
                    <a:lnTo>
                      <a:pt x="117" y="295"/>
                    </a:lnTo>
                    <a:lnTo>
                      <a:pt x="128" y="295"/>
                    </a:lnTo>
                    <a:lnTo>
                      <a:pt x="136" y="295"/>
                    </a:lnTo>
                    <a:lnTo>
                      <a:pt x="143" y="297"/>
                    </a:lnTo>
                    <a:lnTo>
                      <a:pt x="146" y="300"/>
                    </a:lnTo>
                    <a:lnTo>
                      <a:pt x="146" y="316"/>
                    </a:lnTo>
                    <a:lnTo>
                      <a:pt x="144" y="329"/>
                    </a:lnTo>
                    <a:lnTo>
                      <a:pt x="139" y="343"/>
                    </a:lnTo>
                    <a:lnTo>
                      <a:pt x="131" y="356"/>
                    </a:lnTo>
                    <a:lnTo>
                      <a:pt x="122" y="369"/>
                    </a:lnTo>
                    <a:lnTo>
                      <a:pt x="112" y="379"/>
                    </a:lnTo>
                    <a:lnTo>
                      <a:pt x="101" y="388"/>
                    </a:lnTo>
                    <a:lnTo>
                      <a:pt x="90" y="396"/>
                    </a:lnTo>
                    <a:lnTo>
                      <a:pt x="99" y="400"/>
                    </a:lnTo>
                    <a:lnTo>
                      <a:pt x="109" y="401"/>
                    </a:lnTo>
                    <a:lnTo>
                      <a:pt x="120" y="401"/>
                    </a:lnTo>
                    <a:lnTo>
                      <a:pt x="129" y="400"/>
                    </a:lnTo>
                    <a:lnTo>
                      <a:pt x="139" y="397"/>
                    </a:lnTo>
                    <a:lnTo>
                      <a:pt x="148" y="394"/>
                    </a:lnTo>
                    <a:lnTo>
                      <a:pt x="158" y="389"/>
                    </a:lnTo>
                    <a:lnTo>
                      <a:pt x="166" y="385"/>
                    </a:lnTo>
                    <a:lnTo>
                      <a:pt x="174" y="379"/>
                    </a:lnTo>
                    <a:lnTo>
                      <a:pt x="180" y="372"/>
                    </a:lnTo>
                    <a:lnTo>
                      <a:pt x="186" y="364"/>
                    </a:lnTo>
                    <a:lnTo>
                      <a:pt x="192" y="356"/>
                    </a:lnTo>
                    <a:lnTo>
                      <a:pt x="199" y="348"/>
                    </a:lnTo>
                    <a:lnTo>
                      <a:pt x="206" y="340"/>
                    </a:lnTo>
                    <a:lnTo>
                      <a:pt x="214" y="334"/>
                    </a:lnTo>
                    <a:lnTo>
                      <a:pt x="224" y="329"/>
                    </a:lnTo>
                    <a:lnTo>
                      <a:pt x="229" y="339"/>
                    </a:lnTo>
                    <a:lnTo>
                      <a:pt x="233" y="349"/>
                    </a:lnTo>
                    <a:lnTo>
                      <a:pt x="233" y="358"/>
                    </a:lnTo>
                    <a:lnTo>
                      <a:pt x="230" y="369"/>
                    </a:lnTo>
                    <a:lnTo>
                      <a:pt x="220" y="385"/>
                    </a:lnTo>
                    <a:lnTo>
                      <a:pt x="207" y="397"/>
                    </a:lnTo>
                    <a:lnTo>
                      <a:pt x="193" y="408"/>
                    </a:lnTo>
                    <a:lnTo>
                      <a:pt x="178" y="416"/>
                    </a:lnTo>
                    <a:lnTo>
                      <a:pt x="161" y="423"/>
                    </a:lnTo>
                    <a:lnTo>
                      <a:pt x="144" y="427"/>
                    </a:lnTo>
                    <a:lnTo>
                      <a:pt x="127" y="431"/>
                    </a:lnTo>
                    <a:lnTo>
                      <a:pt x="109" y="434"/>
                    </a:lnTo>
                    <a:lnTo>
                      <a:pt x="101" y="431"/>
                    </a:lnTo>
                    <a:lnTo>
                      <a:pt x="93" y="427"/>
                    </a:lnTo>
                    <a:lnTo>
                      <a:pt x="85" y="424"/>
                    </a:lnTo>
                    <a:lnTo>
                      <a:pt x="76" y="420"/>
                    </a:lnTo>
                    <a:lnTo>
                      <a:pt x="68" y="417"/>
                    </a:lnTo>
                    <a:lnTo>
                      <a:pt x="60" y="411"/>
                    </a:lnTo>
                    <a:lnTo>
                      <a:pt x="53" y="406"/>
                    </a:lnTo>
                    <a:lnTo>
                      <a:pt x="46" y="397"/>
                    </a:lnTo>
                    <a:lnTo>
                      <a:pt x="48" y="393"/>
                    </a:lnTo>
                    <a:lnTo>
                      <a:pt x="52" y="391"/>
                    </a:lnTo>
                    <a:lnTo>
                      <a:pt x="56" y="388"/>
                    </a:lnTo>
                    <a:lnTo>
                      <a:pt x="61" y="387"/>
                    </a:lnTo>
                    <a:lnTo>
                      <a:pt x="67" y="386"/>
                    </a:lnTo>
                    <a:lnTo>
                      <a:pt x="72" y="385"/>
                    </a:lnTo>
                    <a:lnTo>
                      <a:pt x="77" y="384"/>
                    </a:lnTo>
                    <a:lnTo>
                      <a:pt x="82" y="381"/>
                    </a:lnTo>
                    <a:lnTo>
                      <a:pt x="93" y="370"/>
                    </a:lnTo>
                    <a:lnTo>
                      <a:pt x="104" y="358"/>
                    </a:lnTo>
                    <a:lnTo>
                      <a:pt x="112" y="346"/>
                    </a:lnTo>
                    <a:lnTo>
                      <a:pt x="115" y="332"/>
                    </a:lnTo>
                    <a:lnTo>
                      <a:pt x="104" y="335"/>
                    </a:lnTo>
                    <a:lnTo>
                      <a:pt x="91" y="335"/>
                    </a:lnTo>
                    <a:lnTo>
                      <a:pt x="79" y="334"/>
                    </a:lnTo>
                    <a:lnTo>
                      <a:pt x="68" y="329"/>
                    </a:lnTo>
                    <a:lnTo>
                      <a:pt x="56" y="325"/>
                    </a:lnTo>
                    <a:lnTo>
                      <a:pt x="45" y="318"/>
                    </a:lnTo>
                    <a:lnTo>
                      <a:pt x="34" y="310"/>
                    </a:lnTo>
                    <a:lnTo>
                      <a:pt x="24" y="301"/>
                    </a:lnTo>
                    <a:lnTo>
                      <a:pt x="10" y="282"/>
                    </a:lnTo>
                    <a:lnTo>
                      <a:pt x="2" y="260"/>
                    </a:lnTo>
                    <a:lnTo>
                      <a:pt x="0" y="237"/>
                    </a:lnTo>
                    <a:lnTo>
                      <a:pt x="6" y="215"/>
                    </a:lnTo>
                    <a:lnTo>
                      <a:pt x="13" y="218"/>
                    </a:lnTo>
                    <a:lnTo>
                      <a:pt x="16" y="223"/>
                    </a:lnTo>
                    <a:lnTo>
                      <a:pt x="18" y="230"/>
                    </a:lnTo>
                    <a:lnTo>
                      <a:pt x="21" y="238"/>
                    </a:lnTo>
                    <a:lnTo>
                      <a:pt x="23" y="245"/>
                    </a:lnTo>
                    <a:lnTo>
                      <a:pt x="28" y="252"/>
                    </a:lnTo>
                    <a:lnTo>
                      <a:pt x="33" y="256"/>
                    </a:lnTo>
                    <a:lnTo>
                      <a:pt x="44" y="257"/>
                    </a:lnTo>
                    <a:lnTo>
                      <a:pt x="48" y="257"/>
                    </a:lnTo>
                    <a:lnTo>
                      <a:pt x="53" y="257"/>
                    </a:lnTo>
                    <a:lnTo>
                      <a:pt x="57" y="257"/>
                    </a:lnTo>
                    <a:lnTo>
                      <a:pt x="63" y="257"/>
                    </a:lnTo>
                    <a:lnTo>
                      <a:pt x="68" y="256"/>
                    </a:lnTo>
                    <a:lnTo>
                      <a:pt x="74" y="253"/>
                    </a:lnTo>
                    <a:lnTo>
                      <a:pt x="78" y="251"/>
                    </a:lnTo>
                    <a:lnTo>
                      <a:pt x="82" y="248"/>
                    </a:lnTo>
                    <a:lnTo>
                      <a:pt x="97" y="215"/>
                    </a:lnTo>
                    <a:lnTo>
                      <a:pt x="97" y="182"/>
                    </a:lnTo>
                    <a:lnTo>
                      <a:pt x="87" y="149"/>
                    </a:lnTo>
                    <a:lnTo>
                      <a:pt x="75" y="114"/>
                    </a:lnTo>
                    <a:lnTo>
                      <a:pt x="66" y="82"/>
                    </a:lnTo>
                    <a:lnTo>
                      <a:pt x="66" y="51"/>
                    </a:lnTo>
                    <a:lnTo>
                      <a:pt x="79" y="23"/>
                    </a:lnTo>
                    <a:lnTo>
                      <a:pt x="115" y="0"/>
                    </a:lnTo>
                    <a:lnTo>
                      <a:pt x="117" y="16"/>
                    </a:lnTo>
                    <a:lnTo>
                      <a:pt x="122" y="56"/>
                    </a:lnTo>
                    <a:lnTo>
                      <a:pt x="128" y="105"/>
                    </a:lnTo>
                    <a:lnTo>
                      <a:pt x="133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2" name="Freeform 171"/>
              <p:cNvSpPr>
                <a:spLocks/>
              </p:cNvSpPr>
              <p:nvPr/>
            </p:nvSpPr>
            <p:spPr bwMode="auto">
              <a:xfrm>
                <a:off x="2603" y="2661"/>
                <a:ext cx="289" cy="328"/>
              </a:xfrm>
              <a:custGeom>
                <a:avLst/>
                <a:gdLst>
                  <a:gd name="T0" fmla="*/ 284 w 578"/>
                  <a:gd name="T1" fmla="*/ 312 h 654"/>
                  <a:gd name="T2" fmla="*/ 273 w 578"/>
                  <a:gd name="T3" fmla="*/ 313 h 654"/>
                  <a:gd name="T4" fmla="*/ 259 w 578"/>
                  <a:gd name="T5" fmla="*/ 313 h 654"/>
                  <a:gd name="T6" fmla="*/ 240 w 578"/>
                  <a:gd name="T7" fmla="*/ 315 h 654"/>
                  <a:gd name="T8" fmla="*/ 220 w 578"/>
                  <a:gd name="T9" fmla="*/ 316 h 654"/>
                  <a:gd name="T10" fmla="*/ 199 w 578"/>
                  <a:gd name="T11" fmla="*/ 317 h 654"/>
                  <a:gd name="T12" fmla="*/ 176 w 578"/>
                  <a:gd name="T13" fmla="*/ 319 h 654"/>
                  <a:gd name="T14" fmla="*/ 152 w 578"/>
                  <a:gd name="T15" fmla="*/ 320 h 654"/>
                  <a:gd name="T16" fmla="*/ 129 w 578"/>
                  <a:gd name="T17" fmla="*/ 321 h 654"/>
                  <a:gd name="T18" fmla="*/ 106 w 578"/>
                  <a:gd name="T19" fmla="*/ 323 h 654"/>
                  <a:gd name="T20" fmla="*/ 84 w 578"/>
                  <a:gd name="T21" fmla="*/ 324 h 654"/>
                  <a:gd name="T22" fmla="*/ 65 w 578"/>
                  <a:gd name="T23" fmla="*/ 325 h 654"/>
                  <a:gd name="T24" fmla="*/ 47 w 578"/>
                  <a:gd name="T25" fmla="*/ 326 h 654"/>
                  <a:gd name="T26" fmla="*/ 32 w 578"/>
                  <a:gd name="T27" fmla="*/ 327 h 654"/>
                  <a:gd name="T28" fmla="*/ 21 w 578"/>
                  <a:gd name="T29" fmla="*/ 327 h 654"/>
                  <a:gd name="T30" fmla="*/ 13 w 578"/>
                  <a:gd name="T31" fmla="*/ 328 h 654"/>
                  <a:gd name="T32" fmla="*/ 11 w 578"/>
                  <a:gd name="T33" fmla="*/ 328 h 654"/>
                  <a:gd name="T34" fmla="*/ 0 w 578"/>
                  <a:gd name="T35" fmla="*/ 0 h 654"/>
                  <a:gd name="T36" fmla="*/ 289 w 578"/>
                  <a:gd name="T37" fmla="*/ 4 h 654"/>
                  <a:gd name="T38" fmla="*/ 284 w 578"/>
                  <a:gd name="T39" fmla="*/ 312 h 6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78"/>
                  <a:gd name="T61" fmla="*/ 0 h 654"/>
                  <a:gd name="T62" fmla="*/ 578 w 578"/>
                  <a:gd name="T63" fmla="*/ 654 h 65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78" h="654">
                    <a:moveTo>
                      <a:pt x="568" y="622"/>
                    </a:moveTo>
                    <a:lnTo>
                      <a:pt x="545" y="624"/>
                    </a:lnTo>
                    <a:lnTo>
                      <a:pt x="517" y="625"/>
                    </a:lnTo>
                    <a:lnTo>
                      <a:pt x="481" y="629"/>
                    </a:lnTo>
                    <a:lnTo>
                      <a:pt x="441" y="631"/>
                    </a:lnTo>
                    <a:lnTo>
                      <a:pt x="398" y="633"/>
                    </a:lnTo>
                    <a:lnTo>
                      <a:pt x="352" y="636"/>
                    </a:lnTo>
                    <a:lnTo>
                      <a:pt x="305" y="639"/>
                    </a:lnTo>
                    <a:lnTo>
                      <a:pt x="258" y="641"/>
                    </a:lnTo>
                    <a:lnTo>
                      <a:pt x="213" y="644"/>
                    </a:lnTo>
                    <a:lnTo>
                      <a:pt x="169" y="646"/>
                    </a:lnTo>
                    <a:lnTo>
                      <a:pt x="129" y="648"/>
                    </a:lnTo>
                    <a:lnTo>
                      <a:pt x="94" y="651"/>
                    </a:lnTo>
                    <a:lnTo>
                      <a:pt x="64" y="652"/>
                    </a:lnTo>
                    <a:lnTo>
                      <a:pt x="42" y="653"/>
                    </a:lnTo>
                    <a:lnTo>
                      <a:pt x="27" y="654"/>
                    </a:lnTo>
                    <a:lnTo>
                      <a:pt x="23" y="654"/>
                    </a:lnTo>
                    <a:lnTo>
                      <a:pt x="0" y="0"/>
                    </a:lnTo>
                    <a:lnTo>
                      <a:pt x="578" y="8"/>
                    </a:lnTo>
                    <a:lnTo>
                      <a:pt x="568" y="622"/>
                    </a:lnTo>
                    <a:close/>
                  </a:path>
                </a:pathLst>
              </a:custGeom>
              <a:solidFill>
                <a:srgbClr val="26ADE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3" name="Freeform 172"/>
              <p:cNvSpPr>
                <a:spLocks/>
              </p:cNvSpPr>
              <p:nvPr/>
            </p:nvSpPr>
            <p:spPr bwMode="auto">
              <a:xfrm>
                <a:off x="2561" y="3027"/>
                <a:ext cx="378" cy="112"/>
              </a:xfrm>
              <a:custGeom>
                <a:avLst/>
                <a:gdLst>
                  <a:gd name="T0" fmla="*/ 377 w 756"/>
                  <a:gd name="T1" fmla="*/ 3 h 226"/>
                  <a:gd name="T2" fmla="*/ 371 w 756"/>
                  <a:gd name="T3" fmla="*/ 7 h 226"/>
                  <a:gd name="T4" fmla="*/ 358 w 756"/>
                  <a:gd name="T5" fmla="*/ 13 h 226"/>
                  <a:gd name="T6" fmla="*/ 341 w 756"/>
                  <a:gd name="T7" fmla="*/ 21 h 226"/>
                  <a:gd name="T8" fmla="*/ 322 w 756"/>
                  <a:gd name="T9" fmla="*/ 29 h 226"/>
                  <a:gd name="T10" fmla="*/ 301 w 756"/>
                  <a:gd name="T11" fmla="*/ 37 h 226"/>
                  <a:gd name="T12" fmla="*/ 280 w 756"/>
                  <a:gd name="T13" fmla="*/ 43 h 226"/>
                  <a:gd name="T14" fmla="*/ 260 w 756"/>
                  <a:gd name="T15" fmla="*/ 46 h 226"/>
                  <a:gd name="T16" fmla="*/ 243 w 756"/>
                  <a:gd name="T17" fmla="*/ 63 h 226"/>
                  <a:gd name="T18" fmla="*/ 237 w 756"/>
                  <a:gd name="T19" fmla="*/ 104 h 226"/>
                  <a:gd name="T20" fmla="*/ 229 w 756"/>
                  <a:gd name="T21" fmla="*/ 102 h 226"/>
                  <a:gd name="T22" fmla="*/ 226 w 756"/>
                  <a:gd name="T23" fmla="*/ 75 h 226"/>
                  <a:gd name="T24" fmla="*/ 230 w 756"/>
                  <a:gd name="T25" fmla="*/ 57 h 226"/>
                  <a:gd name="T26" fmla="*/ 233 w 756"/>
                  <a:gd name="T27" fmla="*/ 50 h 226"/>
                  <a:gd name="T28" fmla="*/ 238 w 756"/>
                  <a:gd name="T29" fmla="*/ 45 h 226"/>
                  <a:gd name="T30" fmla="*/ 244 w 756"/>
                  <a:gd name="T31" fmla="*/ 40 h 226"/>
                  <a:gd name="T32" fmla="*/ 252 w 756"/>
                  <a:gd name="T33" fmla="*/ 38 h 226"/>
                  <a:gd name="T34" fmla="*/ 271 w 756"/>
                  <a:gd name="T35" fmla="*/ 34 h 226"/>
                  <a:gd name="T36" fmla="*/ 295 w 756"/>
                  <a:gd name="T37" fmla="*/ 27 h 226"/>
                  <a:gd name="T38" fmla="*/ 318 w 756"/>
                  <a:gd name="T39" fmla="*/ 19 h 226"/>
                  <a:gd name="T40" fmla="*/ 318 w 756"/>
                  <a:gd name="T41" fmla="*/ 16 h 226"/>
                  <a:gd name="T42" fmla="*/ 287 w 756"/>
                  <a:gd name="T43" fmla="*/ 17 h 226"/>
                  <a:gd name="T44" fmla="*/ 241 w 756"/>
                  <a:gd name="T45" fmla="*/ 20 h 226"/>
                  <a:gd name="T46" fmla="*/ 188 w 756"/>
                  <a:gd name="T47" fmla="*/ 23 h 226"/>
                  <a:gd name="T48" fmla="*/ 132 w 756"/>
                  <a:gd name="T49" fmla="*/ 28 h 226"/>
                  <a:gd name="T50" fmla="*/ 80 w 756"/>
                  <a:gd name="T51" fmla="*/ 32 h 226"/>
                  <a:gd name="T52" fmla="*/ 36 w 756"/>
                  <a:gd name="T53" fmla="*/ 35 h 226"/>
                  <a:gd name="T54" fmla="*/ 7 w 756"/>
                  <a:gd name="T55" fmla="*/ 37 h 226"/>
                  <a:gd name="T56" fmla="*/ 1 w 756"/>
                  <a:gd name="T57" fmla="*/ 34 h 226"/>
                  <a:gd name="T58" fmla="*/ 3 w 756"/>
                  <a:gd name="T59" fmla="*/ 29 h 226"/>
                  <a:gd name="T60" fmla="*/ 6 w 756"/>
                  <a:gd name="T61" fmla="*/ 25 h 226"/>
                  <a:gd name="T62" fmla="*/ 18 w 756"/>
                  <a:gd name="T63" fmla="*/ 25 h 226"/>
                  <a:gd name="T64" fmla="*/ 36 w 756"/>
                  <a:gd name="T65" fmla="*/ 23 h 226"/>
                  <a:gd name="T66" fmla="*/ 57 w 756"/>
                  <a:gd name="T67" fmla="*/ 21 h 226"/>
                  <a:gd name="T68" fmla="*/ 84 w 756"/>
                  <a:gd name="T69" fmla="*/ 18 h 226"/>
                  <a:gd name="T70" fmla="*/ 112 w 756"/>
                  <a:gd name="T71" fmla="*/ 15 h 226"/>
                  <a:gd name="T72" fmla="*/ 144 w 756"/>
                  <a:gd name="T73" fmla="*/ 13 h 226"/>
                  <a:gd name="T74" fmla="*/ 177 w 756"/>
                  <a:gd name="T75" fmla="*/ 10 h 226"/>
                  <a:gd name="T76" fmla="*/ 210 w 756"/>
                  <a:gd name="T77" fmla="*/ 7 h 226"/>
                  <a:gd name="T78" fmla="*/ 242 w 756"/>
                  <a:gd name="T79" fmla="*/ 5 h 226"/>
                  <a:gd name="T80" fmla="*/ 274 w 756"/>
                  <a:gd name="T81" fmla="*/ 3 h 226"/>
                  <a:gd name="T82" fmla="*/ 303 w 756"/>
                  <a:gd name="T83" fmla="*/ 2 h 226"/>
                  <a:gd name="T84" fmla="*/ 328 w 756"/>
                  <a:gd name="T85" fmla="*/ 0 h 226"/>
                  <a:gd name="T86" fmla="*/ 349 w 756"/>
                  <a:gd name="T87" fmla="*/ 0 h 226"/>
                  <a:gd name="T88" fmla="*/ 366 w 756"/>
                  <a:gd name="T89" fmla="*/ 0 h 226"/>
                  <a:gd name="T90" fmla="*/ 376 w 756"/>
                  <a:gd name="T91" fmla="*/ 2 h 22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56"/>
                  <a:gd name="T139" fmla="*/ 0 h 226"/>
                  <a:gd name="T140" fmla="*/ 756 w 756"/>
                  <a:gd name="T141" fmla="*/ 226 h 22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56" h="226">
                    <a:moveTo>
                      <a:pt x="756" y="6"/>
                    </a:moveTo>
                    <a:lnTo>
                      <a:pt x="754" y="7"/>
                    </a:lnTo>
                    <a:lnTo>
                      <a:pt x="749" y="9"/>
                    </a:lnTo>
                    <a:lnTo>
                      <a:pt x="741" y="14"/>
                    </a:lnTo>
                    <a:lnTo>
                      <a:pt x="729" y="20"/>
                    </a:lnTo>
                    <a:lnTo>
                      <a:pt x="716" y="27"/>
                    </a:lnTo>
                    <a:lnTo>
                      <a:pt x="700" y="35"/>
                    </a:lnTo>
                    <a:lnTo>
                      <a:pt x="682" y="43"/>
                    </a:lnTo>
                    <a:lnTo>
                      <a:pt x="664" y="51"/>
                    </a:lnTo>
                    <a:lnTo>
                      <a:pt x="643" y="59"/>
                    </a:lnTo>
                    <a:lnTo>
                      <a:pt x="622" y="67"/>
                    </a:lnTo>
                    <a:lnTo>
                      <a:pt x="602" y="74"/>
                    </a:lnTo>
                    <a:lnTo>
                      <a:pt x="580" y="81"/>
                    </a:lnTo>
                    <a:lnTo>
                      <a:pt x="559" y="86"/>
                    </a:lnTo>
                    <a:lnTo>
                      <a:pt x="538" y="90"/>
                    </a:lnTo>
                    <a:lnTo>
                      <a:pt x="519" y="92"/>
                    </a:lnTo>
                    <a:lnTo>
                      <a:pt x="500" y="92"/>
                    </a:lnTo>
                    <a:lnTo>
                      <a:pt x="486" y="128"/>
                    </a:lnTo>
                    <a:lnTo>
                      <a:pt x="478" y="173"/>
                    </a:lnTo>
                    <a:lnTo>
                      <a:pt x="475" y="210"/>
                    </a:lnTo>
                    <a:lnTo>
                      <a:pt x="475" y="226"/>
                    </a:lnTo>
                    <a:lnTo>
                      <a:pt x="458" y="206"/>
                    </a:lnTo>
                    <a:lnTo>
                      <a:pt x="452" y="180"/>
                    </a:lnTo>
                    <a:lnTo>
                      <a:pt x="453" y="151"/>
                    </a:lnTo>
                    <a:lnTo>
                      <a:pt x="458" y="123"/>
                    </a:lnTo>
                    <a:lnTo>
                      <a:pt x="460" y="116"/>
                    </a:lnTo>
                    <a:lnTo>
                      <a:pt x="463" y="108"/>
                    </a:lnTo>
                    <a:lnTo>
                      <a:pt x="467" y="101"/>
                    </a:lnTo>
                    <a:lnTo>
                      <a:pt x="470" y="96"/>
                    </a:lnTo>
                    <a:lnTo>
                      <a:pt x="476" y="90"/>
                    </a:lnTo>
                    <a:lnTo>
                      <a:pt x="482" y="84"/>
                    </a:lnTo>
                    <a:lnTo>
                      <a:pt x="488" y="81"/>
                    </a:lnTo>
                    <a:lnTo>
                      <a:pt x="496" y="77"/>
                    </a:lnTo>
                    <a:lnTo>
                      <a:pt x="505" y="77"/>
                    </a:lnTo>
                    <a:lnTo>
                      <a:pt x="520" y="75"/>
                    </a:lnTo>
                    <a:lnTo>
                      <a:pt x="541" y="69"/>
                    </a:lnTo>
                    <a:lnTo>
                      <a:pt x="565" y="62"/>
                    </a:lnTo>
                    <a:lnTo>
                      <a:pt x="590" y="54"/>
                    </a:lnTo>
                    <a:lnTo>
                      <a:pt x="614" y="46"/>
                    </a:lnTo>
                    <a:lnTo>
                      <a:pt x="636" y="38"/>
                    </a:lnTo>
                    <a:lnTo>
                      <a:pt x="653" y="33"/>
                    </a:lnTo>
                    <a:lnTo>
                      <a:pt x="636" y="32"/>
                    </a:lnTo>
                    <a:lnTo>
                      <a:pt x="609" y="33"/>
                    </a:lnTo>
                    <a:lnTo>
                      <a:pt x="574" y="35"/>
                    </a:lnTo>
                    <a:lnTo>
                      <a:pt x="531" y="37"/>
                    </a:lnTo>
                    <a:lnTo>
                      <a:pt x="483" y="40"/>
                    </a:lnTo>
                    <a:lnTo>
                      <a:pt x="431" y="44"/>
                    </a:lnTo>
                    <a:lnTo>
                      <a:pt x="376" y="47"/>
                    </a:lnTo>
                    <a:lnTo>
                      <a:pt x="321" y="52"/>
                    </a:lnTo>
                    <a:lnTo>
                      <a:pt x="264" y="57"/>
                    </a:lnTo>
                    <a:lnTo>
                      <a:pt x="210" y="60"/>
                    </a:lnTo>
                    <a:lnTo>
                      <a:pt x="159" y="65"/>
                    </a:lnTo>
                    <a:lnTo>
                      <a:pt x="113" y="68"/>
                    </a:lnTo>
                    <a:lnTo>
                      <a:pt x="72" y="71"/>
                    </a:lnTo>
                    <a:lnTo>
                      <a:pt x="40" y="73"/>
                    </a:lnTo>
                    <a:lnTo>
                      <a:pt x="14" y="75"/>
                    </a:lnTo>
                    <a:lnTo>
                      <a:pt x="0" y="75"/>
                    </a:lnTo>
                    <a:lnTo>
                      <a:pt x="2" y="69"/>
                    </a:lnTo>
                    <a:lnTo>
                      <a:pt x="4" y="63"/>
                    </a:lnTo>
                    <a:lnTo>
                      <a:pt x="6" y="59"/>
                    </a:lnTo>
                    <a:lnTo>
                      <a:pt x="7" y="52"/>
                    </a:lnTo>
                    <a:lnTo>
                      <a:pt x="13" y="51"/>
                    </a:lnTo>
                    <a:lnTo>
                      <a:pt x="23" y="51"/>
                    </a:lnTo>
                    <a:lnTo>
                      <a:pt x="36" y="50"/>
                    </a:lnTo>
                    <a:lnTo>
                      <a:pt x="52" y="47"/>
                    </a:lnTo>
                    <a:lnTo>
                      <a:pt x="71" y="46"/>
                    </a:lnTo>
                    <a:lnTo>
                      <a:pt x="91" y="44"/>
                    </a:lnTo>
                    <a:lnTo>
                      <a:pt x="114" y="42"/>
                    </a:lnTo>
                    <a:lnTo>
                      <a:pt x="140" y="39"/>
                    </a:lnTo>
                    <a:lnTo>
                      <a:pt x="167" y="37"/>
                    </a:lnTo>
                    <a:lnTo>
                      <a:pt x="195" y="35"/>
                    </a:lnTo>
                    <a:lnTo>
                      <a:pt x="225" y="31"/>
                    </a:lnTo>
                    <a:lnTo>
                      <a:pt x="256" y="29"/>
                    </a:lnTo>
                    <a:lnTo>
                      <a:pt x="288" y="27"/>
                    </a:lnTo>
                    <a:lnTo>
                      <a:pt x="321" y="23"/>
                    </a:lnTo>
                    <a:lnTo>
                      <a:pt x="354" y="21"/>
                    </a:lnTo>
                    <a:lnTo>
                      <a:pt x="387" y="18"/>
                    </a:lnTo>
                    <a:lnTo>
                      <a:pt x="420" y="15"/>
                    </a:lnTo>
                    <a:lnTo>
                      <a:pt x="453" y="13"/>
                    </a:lnTo>
                    <a:lnTo>
                      <a:pt x="485" y="10"/>
                    </a:lnTo>
                    <a:lnTo>
                      <a:pt x="516" y="8"/>
                    </a:lnTo>
                    <a:lnTo>
                      <a:pt x="548" y="7"/>
                    </a:lnTo>
                    <a:lnTo>
                      <a:pt x="576" y="5"/>
                    </a:lnTo>
                    <a:lnTo>
                      <a:pt x="605" y="4"/>
                    </a:lnTo>
                    <a:lnTo>
                      <a:pt x="632" y="2"/>
                    </a:lnTo>
                    <a:lnTo>
                      <a:pt x="656" y="1"/>
                    </a:lnTo>
                    <a:lnTo>
                      <a:pt x="678" y="1"/>
                    </a:lnTo>
                    <a:lnTo>
                      <a:pt x="698" y="0"/>
                    </a:lnTo>
                    <a:lnTo>
                      <a:pt x="716" y="1"/>
                    </a:lnTo>
                    <a:lnTo>
                      <a:pt x="731" y="1"/>
                    </a:lnTo>
                    <a:lnTo>
                      <a:pt x="742" y="2"/>
                    </a:lnTo>
                    <a:lnTo>
                      <a:pt x="751" y="4"/>
                    </a:lnTo>
                    <a:lnTo>
                      <a:pt x="756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4" name="Freeform 173"/>
              <p:cNvSpPr>
                <a:spLocks/>
              </p:cNvSpPr>
              <p:nvPr/>
            </p:nvSpPr>
            <p:spPr bwMode="auto">
              <a:xfrm>
                <a:off x="2437" y="3085"/>
                <a:ext cx="496" cy="113"/>
              </a:xfrm>
              <a:custGeom>
                <a:avLst/>
                <a:gdLst>
                  <a:gd name="T0" fmla="*/ 145 w 991"/>
                  <a:gd name="T1" fmla="*/ 111 h 225"/>
                  <a:gd name="T2" fmla="*/ 118 w 991"/>
                  <a:gd name="T3" fmla="*/ 105 h 225"/>
                  <a:gd name="T4" fmla="*/ 78 w 991"/>
                  <a:gd name="T5" fmla="*/ 95 h 225"/>
                  <a:gd name="T6" fmla="*/ 38 w 991"/>
                  <a:gd name="T7" fmla="*/ 85 h 225"/>
                  <a:gd name="T8" fmla="*/ 9 w 991"/>
                  <a:gd name="T9" fmla="*/ 76 h 225"/>
                  <a:gd name="T10" fmla="*/ 1 w 991"/>
                  <a:gd name="T11" fmla="*/ 70 h 225"/>
                  <a:gd name="T12" fmla="*/ 7 w 991"/>
                  <a:gd name="T13" fmla="*/ 64 h 225"/>
                  <a:gd name="T14" fmla="*/ 168 w 991"/>
                  <a:gd name="T15" fmla="*/ 35 h 225"/>
                  <a:gd name="T16" fmla="*/ 164 w 991"/>
                  <a:gd name="T17" fmla="*/ 12 h 225"/>
                  <a:gd name="T18" fmla="*/ 153 w 991"/>
                  <a:gd name="T19" fmla="*/ 13 h 225"/>
                  <a:gd name="T20" fmla="*/ 129 w 991"/>
                  <a:gd name="T21" fmla="*/ 16 h 225"/>
                  <a:gd name="T22" fmla="*/ 98 w 991"/>
                  <a:gd name="T23" fmla="*/ 18 h 225"/>
                  <a:gd name="T24" fmla="*/ 70 w 991"/>
                  <a:gd name="T25" fmla="*/ 21 h 225"/>
                  <a:gd name="T26" fmla="*/ 52 w 991"/>
                  <a:gd name="T27" fmla="*/ 23 h 225"/>
                  <a:gd name="T28" fmla="*/ 49 w 991"/>
                  <a:gd name="T29" fmla="*/ 20 h 225"/>
                  <a:gd name="T30" fmla="*/ 57 w 991"/>
                  <a:gd name="T31" fmla="*/ 16 h 225"/>
                  <a:gd name="T32" fmla="*/ 80 w 991"/>
                  <a:gd name="T33" fmla="*/ 12 h 225"/>
                  <a:gd name="T34" fmla="*/ 103 w 991"/>
                  <a:gd name="T35" fmla="*/ 9 h 225"/>
                  <a:gd name="T36" fmla="*/ 126 w 991"/>
                  <a:gd name="T37" fmla="*/ 6 h 225"/>
                  <a:gd name="T38" fmla="*/ 149 w 991"/>
                  <a:gd name="T39" fmla="*/ 3 h 225"/>
                  <a:gd name="T40" fmla="*/ 172 w 991"/>
                  <a:gd name="T41" fmla="*/ 0 h 225"/>
                  <a:gd name="T42" fmla="*/ 183 w 991"/>
                  <a:gd name="T43" fmla="*/ 23 h 225"/>
                  <a:gd name="T44" fmla="*/ 184 w 991"/>
                  <a:gd name="T45" fmla="*/ 48 h 225"/>
                  <a:gd name="T46" fmla="*/ 164 w 991"/>
                  <a:gd name="T47" fmla="*/ 66 h 225"/>
                  <a:gd name="T48" fmla="*/ 146 w 991"/>
                  <a:gd name="T49" fmla="*/ 58 h 225"/>
                  <a:gd name="T50" fmla="*/ 123 w 991"/>
                  <a:gd name="T51" fmla="*/ 60 h 225"/>
                  <a:gd name="T52" fmla="*/ 99 w 991"/>
                  <a:gd name="T53" fmla="*/ 63 h 225"/>
                  <a:gd name="T54" fmla="*/ 76 w 991"/>
                  <a:gd name="T55" fmla="*/ 67 h 225"/>
                  <a:gd name="T56" fmla="*/ 53 w 991"/>
                  <a:gd name="T57" fmla="*/ 71 h 225"/>
                  <a:gd name="T58" fmla="*/ 45 w 991"/>
                  <a:gd name="T59" fmla="*/ 75 h 225"/>
                  <a:gd name="T60" fmla="*/ 67 w 991"/>
                  <a:gd name="T61" fmla="*/ 80 h 225"/>
                  <a:gd name="T62" fmla="*/ 88 w 991"/>
                  <a:gd name="T63" fmla="*/ 85 h 225"/>
                  <a:gd name="T64" fmla="*/ 110 w 991"/>
                  <a:gd name="T65" fmla="*/ 90 h 225"/>
                  <a:gd name="T66" fmla="*/ 132 w 991"/>
                  <a:gd name="T67" fmla="*/ 95 h 225"/>
                  <a:gd name="T68" fmla="*/ 154 w 991"/>
                  <a:gd name="T69" fmla="*/ 100 h 225"/>
                  <a:gd name="T70" fmla="*/ 176 w 991"/>
                  <a:gd name="T71" fmla="*/ 96 h 225"/>
                  <a:gd name="T72" fmla="*/ 232 w 991"/>
                  <a:gd name="T73" fmla="*/ 88 h 225"/>
                  <a:gd name="T74" fmla="*/ 305 w 991"/>
                  <a:gd name="T75" fmla="*/ 76 h 225"/>
                  <a:gd name="T76" fmla="*/ 378 w 991"/>
                  <a:gd name="T77" fmla="*/ 65 h 225"/>
                  <a:gd name="T78" fmla="*/ 434 w 991"/>
                  <a:gd name="T79" fmla="*/ 55 h 225"/>
                  <a:gd name="T80" fmla="*/ 372 w 991"/>
                  <a:gd name="T81" fmla="*/ 42 h 225"/>
                  <a:gd name="T82" fmla="*/ 376 w 991"/>
                  <a:gd name="T83" fmla="*/ 34 h 2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991"/>
                  <a:gd name="T127" fmla="*/ 0 h 225"/>
                  <a:gd name="T128" fmla="*/ 991 w 991"/>
                  <a:gd name="T129" fmla="*/ 225 h 2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991" h="225">
                    <a:moveTo>
                      <a:pt x="301" y="225"/>
                    </a:moveTo>
                    <a:lnTo>
                      <a:pt x="298" y="224"/>
                    </a:lnTo>
                    <a:lnTo>
                      <a:pt x="289" y="222"/>
                    </a:lnTo>
                    <a:lnTo>
                      <a:pt x="275" y="218"/>
                    </a:lnTo>
                    <a:lnTo>
                      <a:pt x="256" y="215"/>
                    </a:lnTo>
                    <a:lnTo>
                      <a:pt x="235" y="209"/>
                    </a:lnTo>
                    <a:lnTo>
                      <a:pt x="209" y="204"/>
                    </a:lnTo>
                    <a:lnTo>
                      <a:pt x="183" y="197"/>
                    </a:lnTo>
                    <a:lnTo>
                      <a:pt x="156" y="190"/>
                    </a:lnTo>
                    <a:lnTo>
                      <a:pt x="129" y="183"/>
                    </a:lnTo>
                    <a:lnTo>
                      <a:pt x="101" y="176"/>
                    </a:lnTo>
                    <a:lnTo>
                      <a:pt x="76" y="169"/>
                    </a:lnTo>
                    <a:lnTo>
                      <a:pt x="53" y="162"/>
                    </a:lnTo>
                    <a:lnTo>
                      <a:pt x="33" y="156"/>
                    </a:lnTo>
                    <a:lnTo>
                      <a:pt x="17" y="151"/>
                    </a:lnTo>
                    <a:lnTo>
                      <a:pt x="5" y="147"/>
                    </a:lnTo>
                    <a:lnTo>
                      <a:pt x="0" y="144"/>
                    </a:lnTo>
                    <a:lnTo>
                      <a:pt x="2" y="139"/>
                    </a:lnTo>
                    <a:lnTo>
                      <a:pt x="5" y="136"/>
                    </a:lnTo>
                    <a:lnTo>
                      <a:pt x="10" y="132"/>
                    </a:lnTo>
                    <a:lnTo>
                      <a:pt x="13" y="127"/>
                    </a:lnTo>
                    <a:lnTo>
                      <a:pt x="330" y="85"/>
                    </a:lnTo>
                    <a:lnTo>
                      <a:pt x="333" y="85"/>
                    </a:lnTo>
                    <a:lnTo>
                      <a:pt x="335" y="70"/>
                    </a:lnTo>
                    <a:lnTo>
                      <a:pt x="336" y="54"/>
                    </a:lnTo>
                    <a:lnTo>
                      <a:pt x="334" y="38"/>
                    </a:lnTo>
                    <a:lnTo>
                      <a:pt x="327" y="24"/>
                    </a:lnTo>
                    <a:lnTo>
                      <a:pt x="324" y="24"/>
                    </a:lnTo>
                    <a:lnTo>
                      <a:pt x="318" y="25"/>
                    </a:lnTo>
                    <a:lnTo>
                      <a:pt x="306" y="26"/>
                    </a:lnTo>
                    <a:lnTo>
                      <a:pt x="292" y="27"/>
                    </a:lnTo>
                    <a:lnTo>
                      <a:pt x="276" y="28"/>
                    </a:lnTo>
                    <a:lnTo>
                      <a:pt x="258" y="31"/>
                    </a:lnTo>
                    <a:lnTo>
                      <a:pt x="237" y="33"/>
                    </a:lnTo>
                    <a:lnTo>
                      <a:pt x="216" y="34"/>
                    </a:lnTo>
                    <a:lnTo>
                      <a:pt x="195" y="36"/>
                    </a:lnTo>
                    <a:lnTo>
                      <a:pt x="175" y="39"/>
                    </a:lnTo>
                    <a:lnTo>
                      <a:pt x="156" y="41"/>
                    </a:lnTo>
                    <a:lnTo>
                      <a:pt x="139" y="42"/>
                    </a:lnTo>
                    <a:lnTo>
                      <a:pt x="124" y="43"/>
                    </a:lnTo>
                    <a:lnTo>
                      <a:pt x="111" y="45"/>
                    </a:lnTo>
                    <a:lnTo>
                      <a:pt x="103" y="46"/>
                    </a:lnTo>
                    <a:lnTo>
                      <a:pt x="100" y="46"/>
                    </a:lnTo>
                    <a:lnTo>
                      <a:pt x="98" y="43"/>
                    </a:lnTo>
                    <a:lnTo>
                      <a:pt x="98" y="40"/>
                    </a:lnTo>
                    <a:lnTo>
                      <a:pt x="98" y="36"/>
                    </a:lnTo>
                    <a:lnTo>
                      <a:pt x="98" y="33"/>
                    </a:lnTo>
                    <a:lnTo>
                      <a:pt x="113" y="31"/>
                    </a:lnTo>
                    <a:lnTo>
                      <a:pt x="128" y="27"/>
                    </a:lnTo>
                    <a:lnTo>
                      <a:pt x="144" y="25"/>
                    </a:lnTo>
                    <a:lnTo>
                      <a:pt x="159" y="24"/>
                    </a:lnTo>
                    <a:lnTo>
                      <a:pt x="174" y="21"/>
                    </a:lnTo>
                    <a:lnTo>
                      <a:pt x="189" y="19"/>
                    </a:lnTo>
                    <a:lnTo>
                      <a:pt x="205" y="17"/>
                    </a:lnTo>
                    <a:lnTo>
                      <a:pt x="220" y="16"/>
                    </a:lnTo>
                    <a:lnTo>
                      <a:pt x="235" y="13"/>
                    </a:lnTo>
                    <a:lnTo>
                      <a:pt x="251" y="12"/>
                    </a:lnTo>
                    <a:lnTo>
                      <a:pt x="266" y="10"/>
                    </a:lnTo>
                    <a:lnTo>
                      <a:pt x="282" y="8"/>
                    </a:lnTo>
                    <a:lnTo>
                      <a:pt x="297" y="6"/>
                    </a:lnTo>
                    <a:lnTo>
                      <a:pt x="312" y="4"/>
                    </a:lnTo>
                    <a:lnTo>
                      <a:pt x="328" y="2"/>
                    </a:lnTo>
                    <a:lnTo>
                      <a:pt x="343" y="0"/>
                    </a:lnTo>
                    <a:lnTo>
                      <a:pt x="353" y="13"/>
                    </a:lnTo>
                    <a:lnTo>
                      <a:pt x="360" y="28"/>
                    </a:lnTo>
                    <a:lnTo>
                      <a:pt x="365" y="46"/>
                    </a:lnTo>
                    <a:lnTo>
                      <a:pt x="368" y="62"/>
                    </a:lnTo>
                    <a:lnTo>
                      <a:pt x="372" y="79"/>
                    </a:lnTo>
                    <a:lnTo>
                      <a:pt x="368" y="96"/>
                    </a:lnTo>
                    <a:lnTo>
                      <a:pt x="360" y="112"/>
                    </a:lnTo>
                    <a:lnTo>
                      <a:pt x="352" y="127"/>
                    </a:lnTo>
                    <a:lnTo>
                      <a:pt x="327" y="131"/>
                    </a:lnTo>
                    <a:lnTo>
                      <a:pt x="324" y="112"/>
                    </a:lnTo>
                    <a:lnTo>
                      <a:pt x="308" y="114"/>
                    </a:lnTo>
                    <a:lnTo>
                      <a:pt x="292" y="115"/>
                    </a:lnTo>
                    <a:lnTo>
                      <a:pt x="276" y="116"/>
                    </a:lnTo>
                    <a:lnTo>
                      <a:pt x="261" y="118"/>
                    </a:lnTo>
                    <a:lnTo>
                      <a:pt x="245" y="119"/>
                    </a:lnTo>
                    <a:lnTo>
                      <a:pt x="229" y="122"/>
                    </a:lnTo>
                    <a:lnTo>
                      <a:pt x="214" y="124"/>
                    </a:lnTo>
                    <a:lnTo>
                      <a:pt x="198" y="126"/>
                    </a:lnTo>
                    <a:lnTo>
                      <a:pt x="183" y="129"/>
                    </a:lnTo>
                    <a:lnTo>
                      <a:pt x="168" y="131"/>
                    </a:lnTo>
                    <a:lnTo>
                      <a:pt x="152" y="134"/>
                    </a:lnTo>
                    <a:lnTo>
                      <a:pt x="137" y="137"/>
                    </a:lnTo>
                    <a:lnTo>
                      <a:pt x="121" y="139"/>
                    </a:lnTo>
                    <a:lnTo>
                      <a:pt x="106" y="141"/>
                    </a:lnTo>
                    <a:lnTo>
                      <a:pt x="89" y="144"/>
                    </a:lnTo>
                    <a:lnTo>
                      <a:pt x="75" y="146"/>
                    </a:lnTo>
                    <a:lnTo>
                      <a:pt x="89" y="149"/>
                    </a:lnTo>
                    <a:lnTo>
                      <a:pt x="103" y="153"/>
                    </a:lnTo>
                    <a:lnTo>
                      <a:pt x="118" y="155"/>
                    </a:lnTo>
                    <a:lnTo>
                      <a:pt x="133" y="159"/>
                    </a:lnTo>
                    <a:lnTo>
                      <a:pt x="147" y="162"/>
                    </a:lnTo>
                    <a:lnTo>
                      <a:pt x="162" y="167"/>
                    </a:lnTo>
                    <a:lnTo>
                      <a:pt x="176" y="170"/>
                    </a:lnTo>
                    <a:lnTo>
                      <a:pt x="191" y="174"/>
                    </a:lnTo>
                    <a:lnTo>
                      <a:pt x="205" y="177"/>
                    </a:lnTo>
                    <a:lnTo>
                      <a:pt x="220" y="180"/>
                    </a:lnTo>
                    <a:lnTo>
                      <a:pt x="233" y="184"/>
                    </a:lnTo>
                    <a:lnTo>
                      <a:pt x="248" y="187"/>
                    </a:lnTo>
                    <a:lnTo>
                      <a:pt x="263" y="190"/>
                    </a:lnTo>
                    <a:lnTo>
                      <a:pt x="277" y="193"/>
                    </a:lnTo>
                    <a:lnTo>
                      <a:pt x="292" y="197"/>
                    </a:lnTo>
                    <a:lnTo>
                      <a:pt x="307" y="199"/>
                    </a:lnTo>
                    <a:lnTo>
                      <a:pt x="313" y="198"/>
                    </a:lnTo>
                    <a:lnTo>
                      <a:pt x="328" y="195"/>
                    </a:lnTo>
                    <a:lnTo>
                      <a:pt x="352" y="192"/>
                    </a:lnTo>
                    <a:lnTo>
                      <a:pt x="383" y="187"/>
                    </a:lnTo>
                    <a:lnTo>
                      <a:pt x="421" y="182"/>
                    </a:lnTo>
                    <a:lnTo>
                      <a:pt x="464" y="175"/>
                    </a:lnTo>
                    <a:lnTo>
                      <a:pt x="511" y="168"/>
                    </a:lnTo>
                    <a:lnTo>
                      <a:pt x="559" y="160"/>
                    </a:lnTo>
                    <a:lnTo>
                      <a:pt x="610" y="152"/>
                    </a:lnTo>
                    <a:lnTo>
                      <a:pt x="660" y="145"/>
                    </a:lnTo>
                    <a:lnTo>
                      <a:pt x="709" y="137"/>
                    </a:lnTo>
                    <a:lnTo>
                      <a:pt x="755" y="129"/>
                    </a:lnTo>
                    <a:lnTo>
                      <a:pt x="799" y="122"/>
                    </a:lnTo>
                    <a:lnTo>
                      <a:pt x="836" y="116"/>
                    </a:lnTo>
                    <a:lnTo>
                      <a:pt x="868" y="110"/>
                    </a:lnTo>
                    <a:lnTo>
                      <a:pt x="892" y="106"/>
                    </a:lnTo>
                    <a:lnTo>
                      <a:pt x="744" y="87"/>
                    </a:lnTo>
                    <a:lnTo>
                      <a:pt x="743" y="84"/>
                    </a:lnTo>
                    <a:lnTo>
                      <a:pt x="745" y="78"/>
                    </a:lnTo>
                    <a:lnTo>
                      <a:pt x="748" y="72"/>
                    </a:lnTo>
                    <a:lnTo>
                      <a:pt x="752" y="68"/>
                    </a:lnTo>
                    <a:lnTo>
                      <a:pt x="991" y="106"/>
                    </a:lnTo>
                    <a:lnTo>
                      <a:pt x="301" y="2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5" name="Freeform 174"/>
              <p:cNvSpPr>
                <a:spLocks/>
              </p:cNvSpPr>
              <p:nvPr/>
            </p:nvSpPr>
            <p:spPr bwMode="auto">
              <a:xfrm>
                <a:off x="2794" y="3197"/>
                <a:ext cx="25" cy="63"/>
              </a:xfrm>
              <a:custGeom>
                <a:avLst/>
                <a:gdLst>
                  <a:gd name="T0" fmla="*/ 7 w 50"/>
                  <a:gd name="T1" fmla="*/ 1 h 126"/>
                  <a:gd name="T2" fmla="*/ 10 w 50"/>
                  <a:gd name="T3" fmla="*/ 8 h 126"/>
                  <a:gd name="T4" fmla="*/ 13 w 50"/>
                  <a:gd name="T5" fmla="*/ 16 h 126"/>
                  <a:gd name="T6" fmla="*/ 15 w 50"/>
                  <a:gd name="T7" fmla="*/ 23 h 126"/>
                  <a:gd name="T8" fmla="*/ 19 w 50"/>
                  <a:gd name="T9" fmla="*/ 30 h 126"/>
                  <a:gd name="T10" fmla="*/ 21 w 50"/>
                  <a:gd name="T11" fmla="*/ 37 h 126"/>
                  <a:gd name="T12" fmla="*/ 23 w 50"/>
                  <a:gd name="T13" fmla="*/ 45 h 126"/>
                  <a:gd name="T14" fmla="*/ 24 w 50"/>
                  <a:gd name="T15" fmla="*/ 52 h 126"/>
                  <a:gd name="T16" fmla="*/ 25 w 50"/>
                  <a:gd name="T17" fmla="*/ 60 h 126"/>
                  <a:gd name="T18" fmla="*/ 19 w 50"/>
                  <a:gd name="T19" fmla="*/ 63 h 126"/>
                  <a:gd name="T20" fmla="*/ 15 w 50"/>
                  <a:gd name="T21" fmla="*/ 56 h 126"/>
                  <a:gd name="T22" fmla="*/ 14 w 50"/>
                  <a:gd name="T23" fmla="*/ 48 h 126"/>
                  <a:gd name="T24" fmla="*/ 13 w 50"/>
                  <a:gd name="T25" fmla="*/ 41 h 126"/>
                  <a:gd name="T26" fmla="*/ 11 w 50"/>
                  <a:gd name="T27" fmla="*/ 33 h 126"/>
                  <a:gd name="T28" fmla="*/ 0 w 50"/>
                  <a:gd name="T29" fmla="*/ 4 h 126"/>
                  <a:gd name="T30" fmla="*/ 1 w 50"/>
                  <a:gd name="T31" fmla="*/ 2 h 126"/>
                  <a:gd name="T32" fmla="*/ 3 w 50"/>
                  <a:gd name="T33" fmla="*/ 1 h 126"/>
                  <a:gd name="T34" fmla="*/ 5 w 50"/>
                  <a:gd name="T35" fmla="*/ 0 h 126"/>
                  <a:gd name="T36" fmla="*/ 7 w 50"/>
                  <a:gd name="T37" fmla="*/ 1 h 12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0"/>
                  <a:gd name="T58" fmla="*/ 0 h 126"/>
                  <a:gd name="T59" fmla="*/ 50 w 50"/>
                  <a:gd name="T60" fmla="*/ 126 h 12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0" h="126">
                    <a:moveTo>
                      <a:pt x="15" y="2"/>
                    </a:moveTo>
                    <a:lnTo>
                      <a:pt x="20" y="16"/>
                    </a:lnTo>
                    <a:lnTo>
                      <a:pt x="26" y="31"/>
                    </a:lnTo>
                    <a:lnTo>
                      <a:pt x="31" y="45"/>
                    </a:lnTo>
                    <a:lnTo>
                      <a:pt x="37" y="59"/>
                    </a:lnTo>
                    <a:lnTo>
                      <a:pt x="41" y="74"/>
                    </a:lnTo>
                    <a:lnTo>
                      <a:pt x="45" y="89"/>
                    </a:lnTo>
                    <a:lnTo>
                      <a:pt x="48" y="104"/>
                    </a:lnTo>
                    <a:lnTo>
                      <a:pt x="50" y="120"/>
                    </a:lnTo>
                    <a:lnTo>
                      <a:pt x="38" y="126"/>
                    </a:lnTo>
                    <a:lnTo>
                      <a:pt x="31" y="112"/>
                    </a:lnTo>
                    <a:lnTo>
                      <a:pt x="29" y="96"/>
                    </a:lnTo>
                    <a:lnTo>
                      <a:pt x="26" y="81"/>
                    </a:lnTo>
                    <a:lnTo>
                      <a:pt x="22" y="66"/>
                    </a:lnTo>
                    <a:lnTo>
                      <a:pt x="0" y="7"/>
                    </a:lnTo>
                    <a:lnTo>
                      <a:pt x="2" y="4"/>
                    </a:lnTo>
                    <a:lnTo>
                      <a:pt x="5" y="1"/>
                    </a:lnTo>
                    <a:lnTo>
                      <a:pt x="10" y="0"/>
                    </a:ln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6" name="Freeform 175"/>
              <p:cNvSpPr>
                <a:spLocks/>
              </p:cNvSpPr>
              <p:nvPr/>
            </p:nvSpPr>
            <p:spPr bwMode="auto">
              <a:xfrm>
                <a:off x="2772" y="3198"/>
                <a:ext cx="28" cy="55"/>
              </a:xfrm>
              <a:custGeom>
                <a:avLst/>
                <a:gdLst>
                  <a:gd name="T0" fmla="*/ 7 w 56"/>
                  <a:gd name="T1" fmla="*/ 0 h 111"/>
                  <a:gd name="T2" fmla="*/ 10 w 56"/>
                  <a:gd name="T3" fmla="*/ 6 h 111"/>
                  <a:gd name="T4" fmla="*/ 13 w 56"/>
                  <a:gd name="T5" fmla="*/ 13 h 111"/>
                  <a:gd name="T6" fmla="*/ 17 w 56"/>
                  <a:gd name="T7" fmla="*/ 19 h 111"/>
                  <a:gd name="T8" fmla="*/ 20 w 56"/>
                  <a:gd name="T9" fmla="*/ 25 h 111"/>
                  <a:gd name="T10" fmla="*/ 23 w 56"/>
                  <a:gd name="T11" fmla="*/ 32 h 111"/>
                  <a:gd name="T12" fmla="*/ 25 w 56"/>
                  <a:gd name="T13" fmla="*/ 39 h 111"/>
                  <a:gd name="T14" fmla="*/ 27 w 56"/>
                  <a:gd name="T15" fmla="*/ 45 h 111"/>
                  <a:gd name="T16" fmla="*/ 28 w 56"/>
                  <a:gd name="T17" fmla="*/ 52 h 111"/>
                  <a:gd name="T18" fmla="*/ 27 w 56"/>
                  <a:gd name="T19" fmla="*/ 53 h 111"/>
                  <a:gd name="T20" fmla="*/ 26 w 56"/>
                  <a:gd name="T21" fmla="*/ 54 h 111"/>
                  <a:gd name="T22" fmla="*/ 24 w 56"/>
                  <a:gd name="T23" fmla="*/ 55 h 111"/>
                  <a:gd name="T24" fmla="*/ 22 w 56"/>
                  <a:gd name="T25" fmla="*/ 55 h 111"/>
                  <a:gd name="T26" fmla="*/ 19 w 56"/>
                  <a:gd name="T27" fmla="*/ 49 h 111"/>
                  <a:gd name="T28" fmla="*/ 17 w 56"/>
                  <a:gd name="T29" fmla="*/ 43 h 111"/>
                  <a:gd name="T30" fmla="*/ 15 w 56"/>
                  <a:gd name="T31" fmla="*/ 36 h 111"/>
                  <a:gd name="T32" fmla="*/ 13 w 56"/>
                  <a:gd name="T33" fmla="*/ 29 h 111"/>
                  <a:gd name="T34" fmla="*/ 11 w 56"/>
                  <a:gd name="T35" fmla="*/ 22 h 111"/>
                  <a:gd name="T36" fmla="*/ 9 w 56"/>
                  <a:gd name="T37" fmla="*/ 16 h 111"/>
                  <a:gd name="T38" fmla="*/ 5 w 56"/>
                  <a:gd name="T39" fmla="*/ 10 h 111"/>
                  <a:gd name="T40" fmla="*/ 0 w 56"/>
                  <a:gd name="T41" fmla="*/ 5 h 111"/>
                  <a:gd name="T42" fmla="*/ 1 w 56"/>
                  <a:gd name="T43" fmla="*/ 3 h 111"/>
                  <a:gd name="T44" fmla="*/ 3 w 56"/>
                  <a:gd name="T45" fmla="*/ 2 h 111"/>
                  <a:gd name="T46" fmla="*/ 4 w 56"/>
                  <a:gd name="T47" fmla="*/ 0 h 111"/>
                  <a:gd name="T48" fmla="*/ 7 w 56"/>
                  <a:gd name="T49" fmla="*/ 0 h 11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6"/>
                  <a:gd name="T76" fmla="*/ 0 h 111"/>
                  <a:gd name="T77" fmla="*/ 56 w 56"/>
                  <a:gd name="T78" fmla="*/ 111 h 11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6" h="111">
                    <a:moveTo>
                      <a:pt x="13" y="0"/>
                    </a:moveTo>
                    <a:lnTo>
                      <a:pt x="20" y="13"/>
                    </a:lnTo>
                    <a:lnTo>
                      <a:pt x="26" y="26"/>
                    </a:lnTo>
                    <a:lnTo>
                      <a:pt x="33" y="38"/>
                    </a:lnTo>
                    <a:lnTo>
                      <a:pt x="39" y="51"/>
                    </a:lnTo>
                    <a:lnTo>
                      <a:pt x="45" y="64"/>
                    </a:lnTo>
                    <a:lnTo>
                      <a:pt x="49" y="78"/>
                    </a:lnTo>
                    <a:lnTo>
                      <a:pt x="54" y="91"/>
                    </a:lnTo>
                    <a:lnTo>
                      <a:pt x="56" y="105"/>
                    </a:lnTo>
                    <a:lnTo>
                      <a:pt x="53" y="106"/>
                    </a:lnTo>
                    <a:lnTo>
                      <a:pt x="51" y="109"/>
                    </a:lnTo>
                    <a:lnTo>
                      <a:pt x="47" y="111"/>
                    </a:lnTo>
                    <a:lnTo>
                      <a:pt x="44" y="111"/>
                    </a:lnTo>
                    <a:lnTo>
                      <a:pt x="38" y="98"/>
                    </a:lnTo>
                    <a:lnTo>
                      <a:pt x="33" y="86"/>
                    </a:lnTo>
                    <a:lnTo>
                      <a:pt x="30" y="72"/>
                    </a:lnTo>
                    <a:lnTo>
                      <a:pt x="26" y="59"/>
                    </a:lnTo>
                    <a:lnTo>
                      <a:pt x="22" y="45"/>
                    </a:lnTo>
                    <a:lnTo>
                      <a:pt x="17" y="33"/>
                    </a:lnTo>
                    <a:lnTo>
                      <a:pt x="9" y="21"/>
                    </a:lnTo>
                    <a:lnTo>
                      <a:pt x="0" y="11"/>
                    </a:lnTo>
                    <a:lnTo>
                      <a:pt x="1" y="7"/>
                    </a:lnTo>
                    <a:lnTo>
                      <a:pt x="5" y="4"/>
                    </a:lnTo>
                    <a:lnTo>
                      <a:pt x="8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7" name="Freeform 176"/>
              <p:cNvSpPr>
                <a:spLocks/>
              </p:cNvSpPr>
              <p:nvPr/>
            </p:nvSpPr>
            <p:spPr bwMode="auto">
              <a:xfrm>
                <a:off x="2749" y="3203"/>
                <a:ext cx="33" cy="55"/>
              </a:xfrm>
              <a:custGeom>
                <a:avLst/>
                <a:gdLst>
                  <a:gd name="T0" fmla="*/ 6 w 66"/>
                  <a:gd name="T1" fmla="*/ 0 h 109"/>
                  <a:gd name="T2" fmla="*/ 12 w 66"/>
                  <a:gd name="T3" fmla="*/ 6 h 109"/>
                  <a:gd name="T4" fmla="*/ 17 w 66"/>
                  <a:gd name="T5" fmla="*/ 12 h 109"/>
                  <a:gd name="T6" fmla="*/ 22 w 66"/>
                  <a:gd name="T7" fmla="*/ 18 h 109"/>
                  <a:gd name="T8" fmla="*/ 26 w 66"/>
                  <a:gd name="T9" fmla="*/ 24 h 109"/>
                  <a:gd name="T10" fmla="*/ 29 w 66"/>
                  <a:gd name="T11" fmla="*/ 31 h 109"/>
                  <a:gd name="T12" fmla="*/ 31 w 66"/>
                  <a:gd name="T13" fmla="*/ 39 h 109"/>
                  <a:gd name="T14" fmla="*/ 33 w 66"/>
                  <a:gd name="T15" fmla="*/ 46 h 109"/>
                  <a:gd name="T16" fmla="*/ 33 w 66"/>
                  <a:gd name="T17" fmla="*/ 54 h 109"/>
                  <a:gd name="T18" fmla="*/ 31 w 66"/>
                  <a:gd name="T19" fmla="*/ 54 h 109"/>
                  <a:gd name="T20" fmla="*/ 30 w 66"/>
                  <a:gd name="T21" fmla="*/ 55 h 109"/>
                  <a:gd name="T22" fmla="*/ 28 w 66"/>
                  <a:gd name="T23" fmla="*/ 55 h 109"/>
                  <a:gd name="T24" fmla="*/ 26 w 66"/>
                  <a:gd name="T25" fmla="*/ 55 h 109"/>
                  <a:gd name="T26" fmla="*/ 23 w 66"/>
                  <a:gd name="T27" fmla="*/ 48 h 109"/>
                  <a:gd name="T28" fmla="*/ 21 w 66"/>
                  <a:gd name="T29" fmla="*/ 41 h 109"/>
                  <a:gd name="T30" fmla="*/ 19 w 66"/>
                  <a:gd name="T31" fmla="*/ 34 h 109"/>
                  <a:gd name="T32" fmla="*/ 17 w 66"/>
                  <a:gd name="T33" fmla="*/ 27 h 109"/>
                  <a:gd name="T34" fmla="*/ 14 w 66"/>
                  <a:gd name="T35" fmla="*/ 20 h 109"/>
                  <a:gd name="T36" fmla="*/ 11 w 66"/>
                  <a:gd name="T37" fmla="*/ 14 h 109"/>
                  <a:gd name="T38" fmla="*/ 6 w 66"/>
                  <a:gd name="T39" fmla="*/ 9 h 109"/>
                  <a:gd name="T40" fmla="*/ 0 w 66"/>
                  <a:gd name="T41" fmla="*/ 4 h 109"/>
                  <a:gd name="T42" fmla="*/ 0 w 66"/>
                  <a:gd name="T43" fmla="*/ 0 h 109"/>
                  <a:gd name="T44" fmla="*/ 6 w 66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66"/>
                  <a:gd name="T70" fmla="*/ 0 h 109"/>
                  <a:gd name="T71" fmla="*/ 66 w 66"/>
                  <a:gd name="T72" fmla="*/ 109 h 10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66" h="109">
                    <a:moveTo>
                      <a:pt x="13" y="0"/>
                    </a:moveTo>
                    <a:lnTo>
                      <a:pt x="24" y="11"/>
                    </a:lnTo>
                    <a:lnTo>
                      <a:pt x="34" y="23"/>
                    </a:lnTo>
                    <a:lnTo>
                      <a:pt x="44" y="35"/>
                    </a:lnTo>
                    <a:lnTo>
                      <a:pt x="53" y="48"/>
                    </a:lnTo>
                    <a:lnTo>
                      <a:pt x="59" y="62"/>
                    </a:lnTo>
                    <a:lnTo>
                      <a:pt x="63" y="77"/>
                    </a:lnTo>
                    <a:lnTo>
                      <a:pt x="66" y="92"/>
                    </a:lnTo>
                    <a:lnTo>
                      <a:pt x="66" y="107"/>
                    </a:lnTo>
                    <a:lnTo>
                      <a:pt x="63" y="108"/>
                    </a:lnTo>
                    <a:lnTo>
                      <a:pt x="60" y="109"/>
                    </a:lnTo>
                    <a:lnTo>
                      <a:pt x="56" y="109"/>
                    </a:lnTo>
                    <a:lnTo>
                      <a:pt x="53" y="109"/>
                    </a:lnTo>
                    <a:lnTo>
                      <a:pt x="47" y="95"/>
                    </a:lnTo>
                    <a:lnTo>
                      <a:pt x="43" y="82"/>
                    </a:lnTo>
                    <a:lnTo>
                      <a:pt x="39" y="68"/>
                    </a:lnTo>
                    <a:lnTo>
                      <a:pt x="34" y="54"/>
                    </a:lnTo>
                    <a:lnTo>
                      <a:pt x="29" y="40"/>
                    </a:lnTo>
                    <a:lnTo>
                      <a:pt x="22" y="27"/>
                    </a:lnTo>
                    <a:lnTo>
                      <a:pt x="13" y="1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8" name="Freeform 177"/>
              <p:cNvSpPr>
                <a:spLocks/>
              </p:cNvSpPr>
              <p:nvPr/>
            </p:nvSpPr>
            <p:spPr bwMode="auto">
              <a:xfrm>
                <a:off x="2526" y="3215"/>
                <a:ext cx="253" cy="120"/>
              </a:xfrm>
              <a:custGeom>
                <a:avLst/>
                <a:gdLst>
                  <a:gd name="T0" fmla="*/ 230 w 508"/>
                  <a:gd name="T1" fmla="*/ 20 h 239"/>
                  <a:gd name="T2" fmla="*/ 235 w 508"/>
                  <a:gd name="T3" fmla="*/ 32 h 239"/>
                  <a:gd name="T4" fmla="*/ 239 w 508"/>
                  <a:gd name="T5" fmla="*/ 43 h 239"/>
                  <a:gd name="T6" fmla="*/ 243 w 508"/>
                  <a:gd name="T7" fmla="*/ 55 h 239"/>
                  <a:gd name="T8" fmla="*/ 246 w 508"/>
                  <a:gd name="T9" fmla="*/ 68 h 239"/>
                  <a:gd name="T10" fmla="*/ 249 w 508"/>
                  <a:gd name="T11" fmla="*/ 80 h 239"/>
                  <a:gd name="T12" fmla="*/ 251 w 508"/>
                  <a:gd name="T13" fmla="*/ 92 h 239"/>
                  <a:gd name="T14" fmla="*/ 252 w 508"/>
                  <a:gd name="T15" fmla="*/ 104 h 239"/>
                  <a:gd name="T16" fmla="*/ 253 w 508"/>
                  <a:gd name="T17" fmla="*/ 117 h 239"/>
                  <a:gd name="T18" fmla="*/ 250 w 508"/>
                  <a:gd name="T19" fmla="*/ 119 h 239"/>
                  <a:gd name="T20" fmla="*/ 246 w 508"/>
                  <a:gd name="T21" fmla="*/ 120 h 239"/>
                  <a:gd name="T22" fmla="*/ 243 w 508"/>
                  <a:gd name="T23" fmla="*/ 120 h 239"/>
                  <a:gd name="T24" fmla="*/ 241 w 508"/>
                  <a:gd name="T25" fmla="*/ 119 h 239"/>
                  <a:gd name="T26" fmla="*/ 238 w 508"/>
                  <a:gd name="T27" fmla="*/ 118 h 239"/>
                  <a:gd name="T28" fmla="*/ 236 w 508"/>
                  <a:gd name="T29" fmla="*/ 115 h 239"/>
                  <a:gd name="T30" fmla="*/ 234 w 508"/>
                  <a:gd name="T31" fmla="*/ 112 h 239"/>
                  <a:gd name="T32" fmla="*/ 233 w 508"/>
                  <a:gd name="T33" fmla="*/ 109 h 239"/>
                  <a:gd name="T34" fmla="*/ 231 w 508"/>
                  <a:gd name="T35" fmla="*/ 106 h 239"/>
                  <a:gd name="T36" fmla="*/ 231 w 508"/>
                  <a:gd name="T37" fmla="*/ 102 h 239"/>
                  <a:gd name="T38" fmla="*/ 230 w 508"/>
                  <a:gd name="T39" fmla="*/ 99 h 239"/>
                  <a:gd name="T40" fmla="*/ 230 w 508"/>
                  <a:gd name="T41" fmla="*/ 95 h 239"/>
                  <a:gd name="T42" fmla="*/ 223 w 508"/>
                  <a:gd name="T43" fmla="*/ 95 h 239"/>
                  <a:gd name="T44" fmla="*/ 215 w 508"/>
                  <a:gd name="T45" fmla="*/ 96 h 239"/>
                  <a:gd name="T46" fmla="*/ 207 w 508"/>
                  <a:gd name="T47" fmla="*/ 98 h 239"/>
                  <a:gd name="T48" fmla="*/ 199 w 508"/>
                  <a:gd name="T49" fmla="*/ 100 h 239"/>
                  <a:gd name="T50" fmla="*/ 190 w 508"/>
                  <a:gd name="T51" fmla="*/ 102 h 239"/>
                  <a:gd name="T52" fmla="*/ 181 w 508"/>
                  <a:gd name="T53" fmla="*/ 104 h 239"/>
                  <a:gd name="T54" fmla="*/ 172 w 508"/>
                  <a:gd name="T55" fmla="*/ 106 h 239"/>
                  <a:gd name="T56" fmla="*/ 162 w 508"/>
                  <a:gd name="T57" fmla="*/ 108 h 239"/>
                  <a:gd name="T58" fmla="*/ 0 w 508"/>
                  <a:gd name="T59" fmla="*/ 40 h 239"/>
                  <a:gd name="T60" fmla="*/ 2 w 508"/>
                  <a:gd name="T61" fmla="*/ 38 h 239"/>
                  <a:gd name="T62" fmla="*/ 3 w 508"/>
                  <a:gd name="T63" fmla="*/ 35 h 239"/>
                  <a:gd name="T64" fmla="*/ 3 w 508"/>
                  <a:gd name="T65" fmla="*/ 32 h 239"/>
                  <a:gd name="T66" fmla="*/ 2 w 508"/>
                  <a:gd name="T67" fmla="*/ 30 h 239"/>
                  <a:gd name="T68" fmla="*/ 163 w 508"/>
                  <a:gd name="T69" fmla="*/ 96 h 239"/>
                  <a:gd name="T70" fmla="*/ 172 w 508"/>
                  <a:gd name="T71" fmla="*/ 93 h 239"/>
                  <a:gd name="T72" fmla="*/ 181 w 508"/>
                  <a:gd name="T73" fmla="*/ 92 h 239"/>
                  <a:gd name="T74" fmla="*/ 189 w 508"/>
                  <a:gd name="T75" fmla="*/ 90 h 239"/>
                  <a:gd name="T76" fmla="*/ 198 w 508"/>
                  <a:gd name="T77" fmla="*/ 88 h 239"/>
                  <a:gd name="T78" fmla="*/ 206 w 508"/>
                  <a:gd name="T79" fmla="*/ 86 h 239"/>
                  <a:gd name="T80" fmla="*/ 215 w 508"/>
                  <a:gd name="T81" fmla="*/ 84 h 239"/>
                  <a:gd name="T82" fmla="*/ 223 w 508"/>
                  <a:gd name="T83" fmla="*/ 81 h 239"/>
                  <a:gd name="T84" fmla="*/ 230 w 508"/>
                  <a:gd name="T85" fmla="*/ 78 h 239"/>
                  <a:gd name="T86" fmla="*/ 230 w 508"/>
                  <a:gd name="T87" fmla="*/ 67 h 239"/>
                  <a:gd name="T88" fmla="*/ 228 w 508"/>
                  <a:gd name="T89" fmla="*/ 54 h 239"/>
                  <a:gd name="T90" fmla="*/ 225 w 508"/>
                  <a:gd name="T91" fmla="*/ 42 h 239"/>
                  <a:gd name="T92" fmla="*/ 222 w 508"/>
                  <a:gd name="T93" fmla="*/ 29 h 239"/>
                  <a:gd name="T94" fmla="*/ 218 w 508"/>
                  <a:gd name="T95" fmla="*/ 17 h 239"/>
                  <a:gd name="T96" fmla="*/ 215 w 508"/>
                  <a:gd name="T97" fmla="*/ 8 h 239"/>
                  <a:gd name="T98" fmla="*/ 212 w 508"/>
                  <a:gd name="T99" fmla="*/ 2 h 239"/>
                  <a:gd name="T100" fmla="*/ 211 w 508"/>
                  <a:gd name="T101" fmla="*/ 0 h 239"/>
                  <a:gd name="T102" fmla="*/ 215 w 508"/>
                  <a:gd name="T103" fmla="*/ 1 h 239"/>
                  <a:gd name="T104" fmla="*/ 218 w 508"/>
                  <a:gd name="T105" fmla="*/ 2 h 239"/>
                  <a:gd name="T106" fmla="*/ 221 w 508"/>
                  <a:gd name="T107" fmla="*/ 5 h 239"/>
                  <a:gd name="T108" fmla="*/ 223 w 508"/>
                  <a:gd name="T109" fmla="*/ 8 h 239"/>
                  <a:gd name="T110" fmla="*/ 225 w 508"/>
                  <a:gd name="T111" fmla="*/ 11 h 239"/>
                  <a:gd name="T112" fmla="*/ 227 w 508"/>
                  <a:gd name="T113" fmla="*/ 14 h 239"/>
                  <a:gd name="T114" fmla="*/ 228 w 508"/>
                  <a:gd name="T115" fmla="*/ 17 h 239"/>
                  <a:gd name="T116" fmla="*/ 230 w 508"/>
                  <a:gd name="T117" fmla="*/ 20 h 23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508"/>
                  <a:gd name="T178" fmla="*/ 0 h 239"/>
                  <a:gd name="T179" fmla="*/ 508 w 508"/>
                  <a:gd name="T180" fmla="*/ 239 h 239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508" h="239">
                    <a:moveTo>
                      <a:pt x="462" y="40"/>
                    </a:moveTo>
                    <a:lnTo>
                      <a:pt x="471" y="63"/>
                    </a:lnTo>
                    <a:lnTo>
                      <a:pt x="480" y="86"/>
                    </a:lnTo>
                    <a:lnTo>
                      <a:pt x="487" y="110"/>
                    </a:lnTo>
                    <a:lnTo>
                      <a:pt x="494" y="135"/>
                    </a:lnTo>
                    <a:lnTo>
                      <a:pt x="499" y="159"/>
                    </a:lnTo>
                    <a:lnTo>
                      <a:pt x="503" y="183"/>
                    </a:lnTo>
                    <a:lnTo>
                      <a:pt x="506" y="208"/>
                    </a:lnTo>
                    <a:lnTo>
                      <a:pt x="508" y="233"/>
                    </a:lnTo>
                    <a:lnTo>
                      <a:pt x="501" y="237"/>
                    </a:lnTo>
                    <a:lnTo>
                      <a:pt x="494" y="239"/>
                    </a:lnTo>
                    <a:lnTo>
                      <a:pt x="488" y="239"/>
                    </a:lnTo>
                    <a:lnTo>
                      <a:pt x="483" y="238"/>
                    </a:lnTo>
                    <a:lnTo>
                      <a:pt x="478" y="235"/>
                    </a:lnTo>
                    <a:lnTo>
                      <a:pt x="473" y="230"/>
                    </a:lnTo>
                    <a:lnTo>
                      <a:pt x="470" y="224"/>
                    </a:lnTo>
                    <a:lnTo>
                      <a:pt x="468" y="218"/>
                    </a:lnTo>
                    <a:lnTo>
                      <a:pt x="464" y="211"/>
                    </a:lnTo>
                    <a:lnTo>
                      <a:pt x="463" y="204"/>
                    </a:lnTo>
                    <a:lnTo>
                      <a:pt x="462" y="197"/>
                    </a:lnTo>
                    <a:lnTo>
                      <a:pt x="462" y="189"/>
                    </a:lnTo>
                    <a:lnTo>
                      <a:pt x="447" y="190"/>
                    </a:lnTo>
                    <a:lnTo>
                      <a:pt x="432" y="192"/>
                    </a:lnTo>
                    <a:lnTo>
                      <a:pt x="416" y="196"/>
                    </a:lnTo>
                    <a:lnTo>
                      <a:pt x="400" y="199"/>
                    </a:lnTo>
                    <a:lnTo>
                      <a:pt x="382" y="203"/>
                    </a:lnTo>
                    <a:lnTo>
                      <a:pt x="364" y="207"/>
                    </a:lnTo>
                    <a:lnTo>
                      <a:pt x="346" y="212"/>
                    </a:lnTo>
                    <a:lnTo>
                      <a:pt x="325" y="215"/>
                    </a:lnTo>
                    <a:lnTo>
                      <a:pt x="0" y="80"/>
                    </a:lnTo>
                    <a:lnTo>
                      <a:pt x="5" y="76"/>
                    </a:lnTo>
                    <a:lnTo>
                      <a:pt x="6" y="69"/>
                    </a:lnTo>
                    <a:lnTo>
                      <a:pt x="6" y="63"/>
                    </a:lnTo>
                    <a:lnTo>
                      <a:pt x="5" y="59"/>
                    </a:lnTo>
                    <a:lnTo>
                      <a:pt x="328" y="191"/>
                    </a:lnTo>
                    <a:lnTo>
                      <a:pt x="346" y="186"/>
                    </a:lnTo>
                    <a:lnTo>
                      <a:pt x="363" y="183"/>
                    </a:lnTo>
                    <a:lnTo>
                      <a:pt x="380" y="180"/>
                    </a:lnTo>
                    <a:lnTo>
                      <a:pt x="397" y="176"/>
                    </a:lnTo>
                    <a:lnTo>
                      <a:pt x="414" y="171"/>
                    </a:lnTo>
                    <a:lnTo>
                      <a:pt x="431" y="167"/>
                    </a:lnTo>
                    <a:lnTo>
                      <a:pt x="447" y="162"/>
                    </a:lnTo>
                    <a:lnTo>
                      <a:pt x="462" y="155"/>
                    </a:lnTo>
                    <a:lnTo>
                      <a:pt x="461" y="133"/>
                    </a:lnTo>
                    <a:lnTo>
                      <a:pt x="457" y="108"/>
                    </a:lnTo>
                    <a:lnTo>
                      <a:pt x="452" y="83"/>
                    </a:lnTo>
                    <a:lnTo>
                      <a:pt x="445" y="57"/>
                    </a:lnTo>
                    <a:lnTo>
                      <a:pt x="437" y="34"/>
                    </a:lnTo>
                    <a:lnTo>
                      <a:pt x="431" y="16"/>
                    </a:lnTo>
                    <a:lnTo>
                      <a:pt x="426" y="4"/>
                    </a:lnTo>
                    <a:lnTo>
                      <a:pt x="424" y="0"/>
                    </a:lnTo>
                    <a:lnTo>
                      <a:pt x="432" y="1"/>
                    </a:lnTo>
                    <a:lnTo>
                      <a:pt x="438" y="4"/>
                    </a:lnTo>
                    <a:lnTo>
                      <a:pt x="443" y="9"/>
                    </a:lnTo>
                    <a:lnTo>
                      <a:pt x="448" y="15"/>
                    </a:lnTo>
                    <a:lnTo>
                      <a:pt x="452" y="21"/>
                    </a:lnTo>
                    <a:lnTo>
                      <a:pt x="455" y="27"/>
                    </a:lnTo>
                    <a:lnTo>
                      <a:pt x="458" y="34"/>
                    </a:lnTo>
                    <a:lnTo>
                      <a:pt x="462" y="4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49" name="Freeform 178"/>
              <p:cNvSpPr>
                <a:spLocks/>
              </p:cNvSpPr>
              <p:nvPr/>
            </p:nvSpPr>
            <p:spPr bwMode="auto">
              <a:xfrm>
                <a:off x="2373" y="3225"/>
                <a:ext cx="871" cy="420"/>
              </a:xfrm>
              <a:custGeom>
                <a:avLst/>
                <a:gdLst>
                  <a:gd name="T0" fmla="*/ 741 w 1740"/>
                  <a:gd name="T1" fmla="*/ 19 h 840"/>
                  <a:gd name="T2" fmla="*/ 683 w 1740"/>
                  <a:gd name="T3" fmla="*/ 191 h 840"/>
                  <a:gd name="T4" fmla="*/ 685 w 1740"/>
                  <a:gd name="T5" fmla="*/ 225 h 840"/>
                  <a:gd name="T6" fmla="*/ 694 w 1740"/>
                  <a:gd name="T7" fmla="*/ 267 h 840"/>
                  <a:gd name="T8" fmla="*/ 676 w 1740"/>
                  <a:gd name="T9" fmla="*/ 272 h 840"/>
                  <a:gd name="T10" fmla="*/ 677 w 1740"/>
                  <a:gd name="T11" fmla="*/ 247 h 840"/>
                  <a:gd name="T12" fmla="*/ 661 w 1740"/>
                  <a:gd name="T13" fmla="*/ 239 h 840"/>
                  <a:gd name="T14" fmla="*/ 638 w 1740"/>
                  <a:gd name="T15" fmla="*/ 275 h 840"/>
                  <a:gd name="T16" fmla="*/ 652 w 1740"/>
                  <a:gd name="T17" fmla="*/ 321 h 840"/>
                  <a:gd name="T18" fmla="*/ 704 w 1740"/>
                  <a:gd name="T19" fmla="*/ 369 h 840"/>
                  <a:gd name="T20" fmla="*/ 766 w 1740"/>
                  <a:gd name="T21" fmla="*/ 399 h 840"/>
                  <a:gd name="T22" fmla="*/ 823 w 1740"/>
                  <a:gd name="T23" fmla="*/ 408 h 840"/>
                  <a:gd name="T24" fmla="*/ 863 w 1740"/>
                  <a:gd name="T25" fmla="*/ 406 h 840"/>
                  <a:gd name="T26" fmla="*/ 863 w 1740"/>
                  <a:gd name="T27" fmla="*/ 412 h 840"/>
                  <a:gd name="T28" fmla="*/ 829 w 1740"/>
                  <a:gd name="T29" fmla="*/ 419 h 840"/>
                  <a:gd name="T30" fmla="*/ 729 w 1740"/>
                  <a:gd name="T31" fmla="*/ 409 h 840"/>
                  <a:gd name="T32" fmla="*/ 658 w 1740"/>
                  <a:gd name="T33" fmla="*/ 367 h 840"/>
                  <a:gd name="T34" fmla="*/ 611 w 1740"/>
                  <a:gd name="T35" fmla="*/ 304 h 840"/>
                  <a:gd name="T36" fmla="*/ 593 w 1740"/>
                  <a:gd name="T37" fmla="*/ 303 h 840"/>
                  <a:gd name="T38" fmla="*/ 560 w 1740"/>
                  <a:gd name="T39" fmla="*/ 314 h 840"/>
                  <a:gd name="T40" fmla="*/ 520 w 1740"/>
                  <a:gd name="T41" fmla="*/ 351 h 840"/>
                  <a:gd name="T42" fmla="*/ 529 w 1740"/>
                  <a:gd name="T43" fmla="*/ 309 h 840"/>
                  <a:gd name="T44" fmla="*/ 475 w 1740"/>
                  <a:gd name="T45" fmla="*/ 274 h 840"/>
                  <a:gd name="T46" fmla="*/ 425 w 1740"/>
                  <a:gd name="T47" fmla="*/ 251 h 840"/>
                  <a:gd name="T48" fmla="*/ 376 w 1740"/>
                  <a:gd name="T49" fmla="*/ 271 h 840"/>
                  <a:gd name="T50" fmla="*/ 332 w 1740"/>
                  <a:gd name="T51" fmla="*/ 302 h 840"/>
                  <a:gd name="T52" fmla="*/ 298 w 1740"/>
                  <a:gd name="T53" fmla="*/ 342 h 840"/>
                  <a:gd name="T54" fmla="*/ 282 w 1740"/>
                  <a:gd name="T55" fmla="*/ 376 h 840"/>
                  <a:gd name="T56" fmla="*/ 270 w 1740"/>
                  <a:gd name="T57" fmla="*/ 378 h 840"/>
                  <a:gd name="T58" fmla="*/ 285 w 1740"/>
                  <a:gd name="T59" fmla="*/ 311 h 840"/>
                  <a:gd name="T60" fmla="*/ 339 w 1740"/>
                  <a:gd name="T61" fmla="*/ 263 h 840"/>
                  <a:gd name="T62" fmla="*/ 371 w 1740"/>
                  <a:gd name="T63" fmla="*/ 249 h 840"/>
                  <a:gd name="T64" fmla="*/ 403 w 1740"/>
                  <a:gd name="T65" fmla="*/ 239 h 840"/>
                  <a:gd name="T66" fmla="*/ 436 w 1740"/>
                  <a:gd name="T67" fmla="*/ 230 h 840"/>
                  <a:gd name="T68" fmla="*/ 419 w 1740"/>
                  <a:gd name="T69" fmla="*/ 197 h 840"/>
                  <a:gd name="T70" fmla="*/ 286 w 1740"/>
                  <a:gd name="T71" fmla="*/ 213 h 840"/>
                  <a:gd name="T72" fmla="*/ 196 w 1740"/>
                  <a:gd name="T73" fmla="*/ 181 h 840"/>
                  <a:gd name="T74" fmla="*/ 66 w 1740"/>
                  <a:gd name="T75" fmla="*/ 137 h 840"/>
                  <a:gd name="T76" fmla="*/ 0 w 1740"/>
                  <a:gd name="T77" fmla="*/ 114 h 840"/>
                  <a:gd name="T78" fmla="*/ 403 w 1740"/>
                  <a:gd name="T79" fmla="*/ 144 h 840"/>
                  <a:gd name="T80" fmla="*/ 276 w 1740"/>
                  <a:gd name="T81" fmla="*/ 169 h 840"/>
                  <a:gd name="T82" fmla="*/ 171 w 1740"/>
                  <a:gd name="T83" fmla="*/ 139 h 840"/>
                  <a:gd name="T84" fmla="*/ 49 w 1740"/>
                  <a:gd name="T85" fmla="*/ 101 h 840"/>
                  <a:gd name="T86" fmla="*/ 4 w 1740"/>
                  <a:gd name="T87" fmla="*/ 86 h 840"/>
                  <a:gd name="T88" fmla="*/ 285 w 1740"/>
                  <a:gd name="T89" fmla="*/ 158 h 840"/>
                  <a:gd name="T90" fmla="*/ 417 w 1740"/>
                  <a:gd name="T91" fmla="*/ 106 h 840"/>
                  <a:gd name="T92" fmla="*/ 446 w 1740"/>
                  <a:gd name="T93" fmla="*/ 97 h 840"/>
                  <a:gd name="T94" fmla="*/ 434 w 1740"/>
                  <a:gd name="T95" fmla="*/ 112 h 840"/>
                  <a:gd name="T96" fmla="*/ 421 w 1740"/>
                  <a:gd name="T97" fmla="*/ 142 h 840"/>
                  <a:gd name="T98" fmla="*/ 444 w 1740"/>
                  <a:gd name="T99" fmla="*/ 189 h 840"/>
                  <a:gd name="T100" fmla="*/ 484 w 1740"/>
                  <a:gd name="T101" fmla="*/ 245 h 840"/>
                  <a:gd name="T102" fmla="*/ 528 w 1740"/>
                  <a:gd name="T103" fmla="*/ 282 h 840"/>
                  <a:gd name="T104" fmla="*/ 566 w 1740"/>
                  <a:gd name="T105" fmla="*/ 288 h 840"/>
                  <a:gd name="T106" fmla="*/ 615 w 1740"/>
                  <a:gd name="T107" fmla="*/ 257 h 840"/>
                  <a:gd name="T108" fmla="*/ 712 w 1740"/>
                  <a:gd name="T109" fmla="*/ 17 h 840"/>
                  <a:gd name="T110" fmla="*/ 732 w 1740"/>
                  <a:gd name="T111" fmla="*/ 1 h 84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740"/>
                  <a:gd name="T169" fmla="*/ 0 h 840"/>
                  <a:gd name="T170" fmla="*/ 1740 w 1740"/>
                  <a:gd name="T171" fmla="*/ 840 h 84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740" h="840">
                    <a:moveTo>
                      <a:pt x="1494" y="6"/>
                    </a:moveTo>
                    <a:lnTo>
                      <a:pt x="1494" y="12"/>
                    </a:lnTo>
                    <a:lnTo>
                      <a:pt x="1491" y="19"/>
                    </a:lnTo>
                    <a:lnTo>
                      <a:pt x="1486" y="28"/>
                    </a:lnTo>
                    <a:lnTo>
                      <a:pt x="1480" y="37"/>
                    </a:lnTo>
                    <a:lnTo>
                      <a:pt x="1473" y="45"/>
                    </a:lnTo>
                    <a:lnTo>
                      <a:pt x="1467" y="52"/>
                    </a:lnTo>
                    <a:lnTo>
                      <a:pt x="1463" y="57"/>
                    </a:lnTo>
                    <a:lnTo>
                      <a:pt x="1462" y="59"/>
                    </a:lnTo>
                    <a:lnTo>
                      <a:pt x="1364" y="382"/>
                    </a:lnTo>
                    <a:lnTo>
                      <a:pt x="1357" y="396"/>
                    </a:lnTo>
                    <a:lnTo>
                      <a:pt x="1356" y="409"/>
                    </a:lnTo>
                    <a:lnTo>
                      <a:pt x="1358" y="422"/>
                    </a:lnTo>
                    <a:lnTo>
                      <a:pt x="1362" y="436"/>
                    </a:lnTo>
                    <a:lnTo>
                      <a:pt x="1369" y="450"/>
                    </a:lnTo>
                    <a:lnTo>
                      <a:pt x="1375" y="464"/>
                    </a:lnTo>
                    <a:lnTo>
                      <a:pt x="1381" y="477"/>
                    </a:lnTo>
                    <a:lnTo>
                      <a:pt x="1384" y="492"/>
                    </a:lnTo>
                    <a:lnTo>
                      <a:pt x="1387" y="513"/>
                    </a:lnTo>
                    <a:lnTo>
                      <a:pt x="1386" y="534"/>
                    </a:lnTo>
                    <a:lnTo>
                      <a:pt x="1377" y="552"/>
                    </a:lnTo>
                    <a:lnTo>
                      <a:pt x="1361" y="564"/>
                    </a:lnTo>
                    <a:lnTo>
                      <a:pt x="1353" y="561"/>
                    </a:lnTo>
                    <a:lnTo>
                      <a:pt x="1351" y="552"/>
                    </a:lnTo>
                    <a:lnTo>
                      <a:pt x="1351" y="544"/>
                    </a:lnTo>
                    <a:lnTo>
                      <a:pt x="1351" y="540"/>
                    </a:lnTo>
                    <a:lnTo>
                      <a:pt x="1358" y="529"/>
                    </a:lnTo>
                    <a:lnTo>
                      <a:pt x="1359" y="518"/>
                    </a:lnTo>
                    <a:lnTo>
                      <a:pt x="1358" y="506"/>
                    </a:lnTo>
                    <a:lnTo>
                      <a:pt x="1353" y="495"/>
                    </a:lnTo>
                    <a:lnTo>
                      <a:pt x="1349" y="485"/>
                    </a:lnTo>
                    <a:lnTo>
                      <a:pt x="1343" y="476"/>
                    </a:lnTo>
                    <a:lnTo>
                      <a:pt x="1336" y="469"/>
                    </a:lnTo>
                    <a:lnTo>
                      <a:pt x="1328" y="464"/>
                    </a:lnTo>
                    <a:lnTo>
                      <a:pt x="1321" y="479"/>
                    </a:lnTo>
                    <a:lnTo>
                      <a:pt x="1313" y="493"/>
                    </a:lnTo>
                    <a:lnTo>
                      <a:pt x="1304" y="507"/>
                    </a:lnTo>
                    <a:lnTo>
                      <a:pt x="1295" y="521"/>
                    </a:lnTo>
                    <a:lnTo>
                      <a:pt x="1285" y="535"/>
                    </a:lnTo>
                    <a:lnTo>
                      <a:pt x="1274" y="549"/>
                    </a:lnTo>
                    <a:lnTo>
                      <a:pt x="1263" y="561"/>
                    </a:lnTo>
                    <a:lnTo>
                      <a:pt x="1251" y="573"/>
                    </a:lnTo>
                    <a:lnTo>
                      <a:pt x="1267" y="597"/>
                    </a:lnTo>
                    <a:lnTo>
                      <a:pt x="1284" y="620"/>
                    </a:lnTo>
                    <a:lnTo>
                      <a:pt x="1303" y="642"/>
                    </a:lnTo>
                    <a:lnTo>
                      <a:pt x="1322" y="663"/>
                    </a:lnTo>
                    <a:lnTo>
                      <a:pt x="1342" y="682"/>
                    </a:lnTo>
                    <a:lnTo>
                      <a:pt x="1362" y="702"/>
                    </a:lnTo>
                    <a:lnTo>
                      <a:pt x="1384" y="719"/>
                    </a:lnTo>
                    <a:lnTo>
                      <a:pt x="1407" y="737"/>
                    </a:lnTo>
                    <a:lnTo>
                      <a:pt x="1430" y="752"/>
                    </a:lnTo>
                    <a:lnTo>
                      <a:pt x="1455" y="765"/>
                    </a:lnTo>
                    <a:lnTo>
                      <a:pt x="1480" y="777"/>
                    </a:lnTo>
                    <a:lnTo>
                      <a:pt x="1505" y="788"/>
                    </a:lnTo>
                    <a:lnTo>
                      <a:pt x="1531" y="797"/>
                    </a:lnTo>
                    <a:lnTo>
                      <a:pt x="1557" y="805"/>
                    </a:lnTo>
                    <a:lnTo>
                      <a:pt x="1585" y="810"/>
                    </a:lnTo>
                    <a:lnTo>
                      <a:pt x="1612" y="814"/>
                    </a:lnTo>
                    <a:lnTo>
                      <a:pt x="1629" y="815"/>
                    </a:lnTo>
                    <a:lnTo>
                      <a:pt x="1645" y="816"/>
                    </a:lnTo>
                    <a:lnTo>
                      <a:pt x="1661" y="816"/>
                    </a:lnTo>
                    <a:lnTo>
                      <a:pt x="1677" y="815"/>
                    </a:lnTo>
                    <a:lnTo>
                      <a:pt x="1693" y="814"/>
                    </a:lnTo>
                    <a:lnTo>
                      <a:pt x="1709" y="813"/>
                    </a:lnTo>
                    <a:lnTo>
                      <a:pt x="1725" y="811"/>
                    </a:lnTo>
                    <a:lnTo>
                      <a:pt x="1740" y="811"/>
                    </a:lnTo>
                    <a:lnTo>
                      <a:pt x="1738" y="816"/>
                    </a:lnTo>
                    <a:lnTo>
                      <a:pt x="1734" y="820"/>
                    </a:lnTo>
                    <a:lnTo>
                      <a:pt x="1730" y="822"/>
                    </a:lnTo>
                    <a:lnTo>
                      <a:pt x="1724" y="824"/>
                    </a:lnTo>
                    <a:lnTo>
                      <a:pt x="1718" y="825"/>
                    </a:lnTo>
                    <a:lnTo>
                      <a:pt x="1714" y="828"/>
                    </a:lnTo>
                    <a:lnTo>
                      <a:pt x="1708" y="830"/>
                    </a:lnTo>
                    <a:lnTo>
                      <a:pt x="1703" y="832"/>
                    </a:lnTo>
                    <a:lnTo>
                      <a:pt x="1656" y="838"/>
                    </a:lnTo>
                    <a:lnTo>
                      <a:pt x="1611" y="840"/>
                    </a:lnTo>
                    <a:lnTo>
                      <a:pt x="1569" y="839"/>
                    </a:lnTo>
                    <a:lnTo>
                      <a:pt x="1528" y="835"/>
                    </a:lnTo>
                    <a:lnTo>
                      <a:pt x="1491" y="828"/>
                    </a:lnTo>
                    <a:lnTo>
                      <a:pt x="1457" y="817"/>
                    </a:lnTo>
                    <a:lnTo>
                      <a:pt x="1425" y="806"/>
                    </a:lnTo>
                    <a:lnTo>
                      <a:pt x="1394" y="791"/>
                    </a:lnTo>
                    <a:lnTo>
                      <a:pt x="1366" y="773"/>
                    </a:lnTo>
                    <a:lnTo>
                      <a:pt x="1339" y="754"/>
                    </a:lnTo>
                    <a:lnTo>
                      <a:pt x="1315" y="733"/>
                    </a:lnTo>
                    <a:lnTo>
                      <a:pt x="1293" y="710"/>
                    </a:lnTo>
                    <a:lnTo>
                      <a:pt x="1273" y="687"/>
                    </a:lnTo>
                    <a:lnTo>
                      <a:pt x="1254" y="662"/>
                    </a:lnTo>
                    <a:lnTo>
                      <a:pt x="1237" y="635"/>
                    </a:lnTo>
                    <a:lnTo>
                      <a:pt x="1221" y="608"/>
                    </a:lnTo>
                    <a:lnTo>
                      <a:pt x="1215" y="602"/>
                    </a:lnTo>
                    <a:lnTo>
                      <a:pt x="1209" y="599"/>
                    </a:lnTo>
                    <a:lnTo>
                      <a:pt x="1201" y="599"/>
                    </a:lnTo>
                    <a:lnTo>
                      <a:pt x="1193" y="603"/>
                    </a:lnTo>
                    <a:lnTo>
                      <a:pt x="1185" y="606"/>
                    </a:lnTo>
                    <a:lnTo>
                      <a:pt x="1176" y="611"/>
                    </a:lnTo>
                    <a:lnTo>
                      <a:pt x="1168" y="614"/>
                    </a:lnTo>
                    <a:lnTo>
                      <a:pt x="1160" y="617"/>
                    </a:lnTo>
                    <a:lnTo>
                      <a:pt x="1138" y="620"/>
                    </a:lnTo>
                    <a:lnTo>
                      <a:pt x="1118" y="628"/>
                    </a:lnTo>
                    <a:lnTo>
                      <a:pt x="1099" y="639"/>
                    </a:lnTo>
                    <a:lnTo>
                      <a:pt x="1081" y="652"/>
                    </a:lnTo>
                    <a:lnTo>
                      <a:pt x="1065" y="667"/>
                    </a:lnTo>
                    <a:lnTo>
                      <a:pt x="1052" y="685"/>
                    </a:lnTo>
                    <a:lnTo>
                      <a:pt x="1039" y="702"/>
                    </a:lnTo>
                    <a:lnTo>
                      <a:pt x="1028" y="719"/>
                    </a:lnTo>
                    <a:lnTo>
                      <a:pt x="1028" y="710"/>
                    </a:lnTo>
                    <a:lnTo>
                      <a:pt x="1033" y="680"/>
                    </a:lnTo>
                    <a:lnTo>
                      <a:pt x="1042" y="646"/>
                    </a:lnTo>
                    <a:lnTo>
                      <a:pt x="1057" y="617"/>
                    </a:lnTo>
                    <a:lnTo>
                      <a:pt x="1034" y="608"/>
                    </a:lnTo>
                    <a:lnTo>
                      <a:pt x="1012" y="595"/>
                    </a:lnTo>
                    <a:lnTo>
                      <a:pt x="990" y="581"/>
                    </a:lnTo>
                    <a:lnTo>
                      <a:pt x="970" y="565"/>
                    </a:lnTo>
                    <a:lnTo>
                      <a:pt x="949" y="548"/>
                    </a:lnTo>
                    <a:lnTo>
                      <a:pt x="928" y="529"/>
                    </a:lnTo>
                    <a:lnTo>
                      <a:pt x="910" y="511"/>
                    </a:lnTo>
                    <a:lnTo>
                      <a:pt x="891" y="492"/>
                    </a:lnTo>
                    <a:lnTo>
                      <a:pt x="871" y="496"/>
                    </a:lnTo>
                    <a:lnTo>
                      <a:pt x="849" y="502"/>
                    </a:lnTo>
                    <a:lnTo>
                      <a:pt x="829" y="507"/>
                    </a:lnTo>
                    <a:lnTo>
                      <a:pt x="808" y="514"/>
                    </a:lnTo>
                    <a:lnTo>
                      <a:pt x="789" y="522"/>
                    </a:lnTo>
                    <a:lnTo>
                      <a:pt x="769" y="530"/>
                    </a:lnTo>
                    <a:lnTo>
                      <a:pt x="751" y="541"/>
                    </a:lnTo>
                    <a:lnTo>
                      <a:pt x="732" y="552"/>
                    </a:lnTo>
                    <a:lnTo>
                      <a:pt x="714" y="564"/>
                    </a:lnTo>
                    <a:lnTo>
                      <a:pt x="697" y="576"/>
                    </a:lnTo>
                    <a:lnTo>
                      <a:pt x="679" y="590"/>
                    </a:lnTo>
                    <a:lnTo>
                      <a:pt x="663" y="604"/>
                    </a:lnTo>
                    <a:lnTo>
                      <a:pt x="647" y="620"/>
                    </a:lnTo>
                    <a:lnTo>
                      <a:pt x="632" y="636"/>
                    </a:lnTo>
                    <a:lnTo>
                      <a:pt x="617" y="654"/>
                    </a:lnTo>
                    <a:lnTo>
                      <a:pt x="603" y="671"/>
                    </a:lnTo>
                    <a:lnTo>
                      <a:pt x="595" y="684"/>
                    </a:lnTo>
                    <a:lnTo>
                      <a:pt x="587" y="697"/>
                    </a:lnTo>
                    <a:lnTo>
                      <a:pt x="580" y="711"/>
                    </a:lnTo>
                    <a:lnTo>
                      <a:pt x="575" y="724"/>
                    </a:lnTo>
                    <a:lnTo>
                      <a:pt x="569" y="738"/>
                    </a:lnTo>
                    <a:lnTo>
                      <a:pt x="563" y="752"/>
                    </a:lnTo>
                    <a:lnTo>
                      <a:pt x="559" y="767"/>
                    </a:lnTo>
                    <a:lnTo>
                      <a:pt x="554" y="780"/>
                    </a:lnTo>
                    <a:lnTo>
                      <a:pt x="546" y="775"/>
                    </a:lnTo>
                    <a:lnTo>
                      <a:pt x="541" y="765"/>
                    </a:lnTo>
                    <a:lnTo>
                      <a:pt x="539" y="755"/>
                    </a:lnTo>
                    <a:lnTo>
                      <a:pt x="536" y="745"/>
                    </a:lnTo>
                    <a:lnTo>
                      <a:pt x="536" y="710"/>
                    </a:lnTo>
                    <a:lnTo>
                      <a:pt x="541" y="679"/>
                    </a:lnTo>
                    <a:lnTo>
                      <a:pt x="553" y="649"/>
                    </a:lnTo>
                    <a:lnTo>
                      <a:pt x="570" y="621"/>
                    </a:lnTo>
                    <a:lnTo>
                      <a:pt x="590" y="596"/>
                    </a:lnTo>
                    <a:lnTo>
                      <a:pt x="614" y="573"/>
                    </a:lnTo>
                    <a:lnTo>
                      <a:pt x="639" y="552"/>
                    </a:lnTo>
                    <a:lnTo>
                      <a:pt x="667" y="533"/>
                    </a:lnTo>
                    <a:lnTo>
                      <a:pt x="678" y="526"/>
                    </a:lnTo>
                    <a:lnTo>
                      <a:pt x="691" y="520"/>
                    </a:lnTo>
                    <a:lnTo>
                      <a:pt x="703" y="514"/>
                    </a:lnTo>
                    <a:lnTo>
                      <a:pt x="715" y="508"/>
                    </a:lnTo>
                    <a:lnTo>
                      <a:pt x="728" y="504"/>
                    </a:lnTo>
                    <a:lnTo>
                      <a:pt x="741" y="499"/>
                    </a:lnTo>
                    <a:lnTo>
                      <a:pt x="753" y="495"/>
                    </a:lnTo>
                    <a:lnTo>
                      <a:pt x="766" y="490"/>
                    </a:lnTo>
                    <a:lnTo>
                      <a:pt x="779" y="487"/>
                    </a:lnTo>
                    <a:lnTo>
                      <a:pt x="791" y="483"/>
                    </a:lnTo>
                    <a:lnTo>
                      <a:pt x="805" y="479"/>
                    </a:lnTo>
                    <a:lnTo>
                      <a:pt x="818" y="475"/>
                    </a:lnTo>
                    <a:lnTo>
                      <a:pt x="832" y="472"/>
                    </a:lnTo>
                    <a:lnTo>
                      <a:pt x="844" y="468"/>
                    </a:lnTo>
                    <a:lnTo>
                      <a:pt x="858" y="465"/>
                    </a:lnTo>
                    <a:lnTo>
                      <a:pt x="871" y="461"/>
                    </a:lnTo>
                    <a:lnTo>
                      <a:pt x="865" y="449"/>
                    </a:lnTo>
                    <a:lnTo>
                      <a:pt x="858" y="435"/>
                    </a:lnTo>
                    <a:lnTo>
                      <a:pt x="851" y="421"/>
                    </a:lnTo>
                    <a:lnTo>
                      <a:pt x="844" y="408"/>
                    </a:lnTo>
                    <a:lnTo>
                      <a:pt x="837" y="394"/>
                    </a:lnTo>
                    <a:lnTo>
                      <a:pt x="832" y="381"/>
                    </a:lnTo>
                    <a:lnTo>
                      <a:pt x="825" y="366"/>
                    </a:lnTo>
                    <a:lnTo>
                      <a:pt x="820" y="352"/>
                    </a:lnTo>
                    <a:lnTo>
                      <a:pt x="579" y="430"/>
                    </a:lnTo>
                    <a:lnTo>
                      <a:pt x="571" y="427"/>
                    </a:lnTo>
                    <a:lnTo>
                      <a:pt x="552" y="419"/>
                    </a:lnTo>
                    <a:lnTo>
                      <a:pt x="523" y="408"/>
                    </a:lnTo>
                    <a:lnTo>
                      <a:pt x="485" y="394"/>
                    </a:lnTo>
                    <a:lnTo>
                      <a:pt x="441" y="378"/>
                    </a:lnTo>
                    <a:lnTo>
                      <a:pt x="392" y="362"/>
                    </a:lnTo>
                    <a:lnTo>
                      <a:pt x="340" y="344"/>
                    </a:lnTo>
                    <a:lnTo>
                      <a:pt x="287" y="325"/>
                    </a:lnTo>
                    <a:lnTo>
                      <a:pt x="233" y="307"/>
                    </a:lnTo>
                    <a:lnTo>
                      <a:pt x="181" y="290"/>
                    </a:lnTo>
                    <a:lnTo>
                      <a:pt x="132" y="273"/>
                    </a:lnTo>
                    <a:lnTo>
                      <a:pt x="89" y="258"/>
                    </a:lnTo>
                    <a:lnTo>
                      <a:pt x="53" y="246"/>
                    </a:lnTo>
                    <a:lnTo>
                      <a:pt x="24" y="237"/>
                    </a:lnTo>
                    <a:lnTo>
                      <a:pt x="7" y="231"/>
                    </a:lnTo>
                    <a:lnTo>
                      <a:pt x="0" y="229"/>
                    </a:lnTo>
                    <a:lnTo>
                      <a:pt x="0" y="202"/>
                    </a:lnTo>
                    <a:lnTo>
                      <a:pt x="569" y="402"/>
                    </a:lnTo>
                    <a:lnTo>
                      <a:pt x="812" y="321"/>
                    </a:lnTo>
                    <a:lnTo>
                      <a:pt x="807" y="306"/>
                    </a:lnTo>
                    <a:lnTo>
                      <a:pt x="805" y="288"/>
                    </a:lnTo>
                    <a:lnTo>
                      <a:pt x="799" y="275"/>
                    </a:lnTo>
                    <a:lnTo>
                      <a:pt x="787" y="271"/>
                    </a:lnTo>
                    <a:lnTo>
                      <a:pt x="582" y="340"/>
                    </a:lnTo>
                    <a:lnTo>
                      <a:pt x="572" y="341"/>
                    </a:lnTo>
                    <a:lnTo>
                      <a:pt x="552" y="337"/>
                    </a:lnTo>
                    <a:lnTo>
                      <a:pt x="523" y="330"/>
                    </a:lnTo>
                    <a:lnTo>
                      <a:pt x="485" y="321"/>
                    </a:lnTo>
                    <a:lnTo>
                      <a:pt x="441" y="308"/>
                    </a:lnTo>
                    <a:lnTo>
                      <a:pt x="393" y="294"/>
                    </a:lnTo>
                    <a:lnTo>
                      <a:pt x="342" y="278"/>
                    </a:lnTo>
                    <a:lnTo>
                      <a:pt x="289" y="262"/>
                    </a:lnTo>
                    <a:lnTo>
                      <a:pt x="237" y="246"/>
                    </a:lnTo>
                    <a:lnTo>
                      <a:pt x="187" y="230"/>
                    </a:lnTo>
                    <a:lnTo>
                      <a:pt x="139" y="214"/>
                    </a:lnTo>
                    <a:lnTo>
                      <a:pt x="97" y="201"/>
                    </a:lnTo>
                    <a:lnTo>
                      <a:pt x="61" y="189"/>
                    </a:lnTo>
                    <a:lnTo>
                      <a:pt x="35" y="180"/>
                    </a:lnTo>
                    <a:lnTo>
                      <a:pt x="16" y="174"/>
                    </a:lnTo>
                    <a:lnTo>
                      <a:pt x="10" y="172"/>
                    </a:lnTo>
                    <a:lnTo>
                      <a:pt x="7" y="172"/>
                    </a:lnTo>
                    <a:lnTo>
                      <a:pt x="5" y="165"/>
                    </a:lnTo>
                    <a:lnTo>
                      <a:pt x="5" y="158"/>
                    </a:lnTo>
                    <a:lnTo>
                      <a:pt x="5" y="151"/>
                    </a:lnTo>
                    <a:lnTo>
                      <a:pt x="5" y="143"/>
                    </a:lnTo>
                    <a:lnTo>
                      <a:pt x="569" y="315"/>
                    </a:lnTo>
                    <a:lnTo>
                      <a:pt x="785" y="243"/>
                    </a:lnTo>
                    <a:lnTo>
                      <a:pt x="794" y="237"/>
                    </a:lnTo>
                    <a:lnTo>
                      <a:pt x="805" y="229"/>
                    </a:lnTo>
                    <a:lnTo>
                      <a:pt x="819" y="220"/>
                    </a:lnTo>
                    <a:lnTo>
                      <a:pt x="834" y="212"/>
                    </a:lnTo>
                    <a:lnTo>
                      <a:pt x="849" y="204"/>
                    </a:lnTo>
                    <a:lnTo>
                      <a:pt x="864" y="196"/>
                    </a:lnTo>
                    <a:lnTo>
                      <a:pt x="876" y="190"/>
                    </a:lnTo>
                    <a:lnTo>
                      <a:pt x="888" y="186"/>
                    </a:lnTo>
                    <a:lnTo>
                      <a:pt x="891" y="193"/>
                    </a:lnTo>
                    <a:lnTo>
                      <a:pt x="890" y="200"/>
                    </a:lnTo>
                    <a:lnTo>
                      <a:pt x="886" y="205"/>
                    </a:lnTo>
                    <a:lnTo>
                      <a:pt x="880" y="212"/>
                    </a:lnTo>
                    <a:lnTo>
                      <a:pt x="874" y="218"/>
                    </a:lnTo>
                    <a:lnTo>
                      <a:pt x="867" y="224"/>
                    </a:lnTo>
                    <a:lnTo>
                      <a:pt x="861" y="230"/>
                    </a:lnTo>
                    <a:lnTo>
                      <a:pt x="858" y="237"/>
                    </a:lnTo>
                    <a:lnTo>
                      <a:pt x="848" y="254"/>
                    </a:lnTo>
                    <a:lnTo>
                      <a:pt x="842" y="269"/>
                    </a:lnTo>
                    <a:lnTo>
                      <a:pt x="842" y="284"/>
                    </a:lnTo>
                    <a:lnTo>
                      <a:pt x="845" y="300"/>
                    </a:lnTo>
                    <a:lnTo>
                      <a:pt x="852" y="316"/>
                    </a:lnTo>
                    <a:lnTo>
                      <a:pt x="861" y="333"/>
                    </a:lnTo>
                    <a:lnTo>
                      <a:pt x="873" y="354"/>
                    </a:lnTo>
                    <a:lnTo>
                      <a:pt x="886" y="377"/>
                    </a:lnTo>
                    <a:lnTo>
                      <a:pt x="901" y="401"/>
                    </a:lnTo>
                    <a:lnTo>
                      <a:pt x="916" y="424"/>
                    </a:lnTo>
                    <a:lnTo>
                      <a:pt x="932" y="447"/>
                    </a:lnTo>
                    <a:lnTo>
                      <a:pt x="949" y="469"/>
                    </a:lnTo>
                    <a:lnTo>
                      <a:pt x="966" y="491"/>
                    </a:lnTo>
                    <a:lnTo>
                      <a:pt x="985" y="513"/>
                    </a:lnTo>
                    <a:lnTo>
                      <a:pt x="1005" y="533"/>
                    </a:lnTo>
                    <a:lnTo>
                      <a:pt x="1026" y="552"/>
                    </a:lnTo>
                    <a:lnTo>
                      <a:pt x="1040" y="558"/>
                    </a:lnTo>
                    <a:lnTo>
                      <a:pt x="1055" y="564"/>
                    </a:lnTo>
                    <a:lnTo>
                      <a:pt x="1069" y="568"/>
                    </a:lnTo>
                    <a:lnTo>
                      <a:pt x="1084" y="573"/>
                    </a:lnTo>
                    <a:lnTo>
                      <a:pt x="1100" y="575"/>
                    </a:lnTo>
                    <a:lnTo>
                      <a:pt x="1115" y="576"/>
                    </a:lnTo>
                    <a:lnTo>
                      <a:pt x="1131" y="575"/>
                    </a:lnTo>
                    <a:lnTo>
                      <a:pt x="1147" y="573"/>
                    </a:lnTo>
                    <a:lnTo>
                      <a:pt x="1169" y="561"/>
                    </a:lnTo>
                    <a:lnTo>
                      <a:pt x="1190" y="548"/>
                    </a:lnTo>
                    <a:lnTo>
                      <a:pt x="1209" y="533"/>
                    </a:lnTo>
                    <a:lnTo>
                      <a:pt x="1229" y="514"/>
                    </a:lnTo>
                    <a:lnTo>
                      <a:pt x="1246" y="496"/>
                    </a:lnTo>
                    <a:lnTo>
                      <a:pt x="1262" y="476"/>
                    </a:lnTo>
                    <a:lnTo>
                      <a:pt x="1276" y="454"/>
                    </a:lnTo>
                    <a:lnTo>
                      <a:pt x="1288" y="432"/>
                    </a:lnTo>
                    <a:lnTo>
                      <a:pt x="1422" y="34"/>
                    </a:lnTo>
                    <a:lnTo>
                      <a:pt x="1429" y="27"/>
                    </a:lnTo>
                    <a:lnTo>
                      <a:pt x="1437" y="19"/>
                    </a:lnTo>
                    <a:lnTo>
                      <a:pt x="1445" y="12"/>
                    </a:lnTo>
                    <a:lnTo>
                      <a:pt x="1453" y="6"/>
                    </a:lnTo>
                    <a:lnTo>
                      <a:pt x="1463" y="2"/>
                    </a:lnTo>
                    <a:lnTo>
                      <a:pt x="1473" y="0"/>
                    </a:lnTo>
                    <a:lnTo>
                      <a:pt x="1483" y="2"/>
                    </a:lnTo>
                    <a:lnTo>
                      <a:pt x="149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0" name="Freeform 179"/>
              <p:cNvSpPr>
                <a:spLocks/>
              </p:cNvSpPr>
              <p:nvPr/>
            </p:nvSpPr>
            <p:spPr bwMode="auto">
              <a:xfrm>
                <a:off x="3106" y="3227"/>
                <a:ext cx="361" cy="452"/>
              </a:xfrm>
              <a:custGeom>
                <a:avLst/>
                <a:gdLst>
                  <a:gd name="T0" fmla="*/ 171 w 722"/>
                  <a:gd name="T1" fmla="*/ 405 h 903"/>
                  <a:gd name="T2" fmla="*/ 204 w 722"/>
                  <a:gd name="T3" fmla="*/ 181 h 903"/>
                  <a:gd name="T4" fmla="*/ 242 w 722"/>
                  <a:gd name="T5" fmla="*/ 100 h 903"/>
                  <a:gd name="T6" fmla="*/ 287 w 722"/>
                  <a:gd name="T7" fmla="*/ 95 h 903"/>
                  <a:gd name="T8" fmla="*/ 288 w 722"/>
                  <a:gd name="T9" fmla="*/ 278 h 903"/>
                  <a:gd name="T10" fmla="*/ 322 w 722"/>
                  <a:gd name="T11" fmla="*/ 257 h 903"/>
                  <a:gd name="T12" fmla="*/ 340 w 722"/>
                  <a:gd name="T13" fmla="*/ 216 h 903"/>
                  <a:gd name="T14" fmla="*/ 349 w 722"/>
                  <a:gd name="T15" fmla="*/ 90 h 903"/>
                  <a:gd name="T16" fmla="*/ 339 w 722"/>
                  <a:gd name="T17" fmla="*/ 49 h 903"/>
                  <a:gd name="T18" fmla="*/ 305 w 722"/>
                  <a:gd name="T19" fmla="*/ 19 h 903"/>
                  <a:gd name="T20" fmla="*/ 249 w 722"/>
                  <a:gd name="T21" fmla="*/ 15 h 903"/>
                  <a:gd name="T22" fmla="*/ 193 w 722"/>
                  <a:gd name="T23" fmla="*/ 22 h 903"/>
                  <a:gd name="T24" fmla="*/ 141 w 722"/>
                  <a:gd name="T25" fmla="*/ 38 h 903"/>
                  <a:gd name="T26" fmla="*/ 85 w 722"/>
                  <a:gd name="T27" fmla="*/ 63 h 903"/>
                  <a:gd name="T28" fmla="*/ 49 w 722"/>
                  <a:gd name="T29" fmla="*/ 106 h 903"/>
                  <a:gd name="T30" fmla="*/ 23 w 722"/>
                  <a:gd name="T31" fmla="*/ 233 h 903"/>
                  <a:gd name="T32" fmla="*/ 28 w 722"/>
                  <a:gd name="T33" fmla="*/ 283 h 903"/>
                  <a:gd name="T34" fmla="*/ 55 w 722"/>
                  <a:gd name="T35" fmla="*/ 321 h 903"/>
                  <a:gd name="T36" fmla="*/ 87 w 722"/>
                  <a:gd name="T37" fmla="*/ 331 h 903"/>
                  <a:gd name="T38" fmla="*/ 113 w 722"/>
                  <a:gd name="T39" fmla="*/ 334 h 903"/>
                  <a:gd name="T40" fmla="*/ 138 w 722"/>
                  <a:gd name="T41" fmla="*/ 333 h 903"/>
                  <a:gd name="T42" fmla="*/ 165 w 722"/>
                  <a:gd name="T43" fmla="*/ 326 h 903"/>
                  <a:gd name="T44" fmla="*/ 165 w 722"/>
                  <a:gd name="T45" fmla="*/ 339 h 903"/>
                  <a:gd name="T46" fmla="*/ 138 w 722"/>
                  <a:gd name="T47" fmla="*/ 346 h 903"/>
                  <a:gd name="T48" fmla="*/ 113 w 722"/>
                  <a:gd name="T49" fmla="*/ 350 h 903"/>
                  <a:gd name="T50" fmla="*/ 88 w 722"/>
                  <a:gd name="T51" fmla="*/ 349 h 903"/>
                  <a:gd name="T52" fmla="*/ 61 w 722"/>
                  <a:gd name="T53" fmla="*/ 344 h 903"/>
                  <a:gd name="T54" fmla="*/ 27 w 722"/>
                  <a:gd name="T55" fmla="*/ 325 h 903"/>
                  <a:gd name="T56" fmla="*/ 5 w 722"/>
                  <a:gd name="T57" fmla="*/ 293 h 903"/>
                  <a:gd name="T58" fmla="*/ 3 w 722"/>
                  <a:gd name="T59" fmla="*/ 183 h 903"/>
                  <a:gd name="T60" fmla="*/ 31 w 722"/>
                  <a:gd name="T61" fmla="*/ 79 h 903"/>
                  <a:gd name="T62" fmla="*/ 49 w 722"/>
                  <a:gd name="T63" fmla="*/ 54 h 903"/>
                  <a:gd name="T64" fmla="*/ 72 w 722"/>
                  <a:gd name="T65" fmla="*/ 39 h 903"/>
                  <a:gd name="T66" fmla="*/ 99 w 722"/>
                  <a:gd name="T67" fmla="*/ 30 h 903"/>
                  <a:gd name="T68" fmla="*/ 137 w 722"/>
                  <a:gd name="T69" fmla="*/ 20 h 903"/>
                  <a:gd name="T70" fmla="*/ 152 w 722"/>
                  <a:gd name="T71" fmla="*/ 17 h 903"/>
                  <a:gd name="T72" fmla="*/ 187 w 722"/>
                  <a:gd name="T73" fmla="*/ 10 h 903"/>
                  <a:gd name="T74" fmla="*/ 230 w 722"/>
                  <a:gd name="T75" fmla="*/ 3 h 903"/>
                  <a:gd name="T76" fmla="*/ 266 w 722"/>
                  <a:gd name="T77" fmla="*/ 0 h 903"/>
                  <a:gd name="T78" fmla="*/ 315 w 722"/>
                  <a:gd name="T79" fmla="*/ 7 h 903"/>
                  <a:gd name="T80" fmla="*/ 350 w 722"/>
                  <a:gd name="T81" fmla="*/ 35 h 903"/>
                  <a:gd name="T82" fmla="*/ 361 w 722"/>
                  <a:gd name="T83" fmla="*/ 105 h 903"/>
                  <a:gd name="T84" fmla="*/ 360 w 722"/>
                  <a:gd name="T85" fmla="*/ 181 h 903"/>
                  <a:gd name="T86" fmla="*/ 354 w 722"/>
                  <a:gd name="T87" fmla="*/ 235 h 903"/>
                  <a:gd name="T88" fmla="*/ 325 w 722"/>
                  <a:gd name="T89" fmla="*/ 278 h 903"/>
                  <a:gd name="T90" fmla="*/ 301 w 722"/>
                  <a:gd name="T91" fmla="*/ 292 h 903"/>
                  <a:gd name="T92" fmla="*/ 277 w 722"/>
                  <a:gd name="T93" fmla="*/ 305 h 903"/>
                  <a:gd name="T94" fmla="*/ 289 w 722"/>
                  <a:gd name="T95" fmla="*/ 107 h 903"/>
                  <a:gd name="T96" fmla="*/ 250 w 722"/>
                  <a:gd name="T97" fmla="*/ 113 h 903"/>
                  <a:gd name="T98" fmla="*/ 178 w 722"/>
                  <a:gd name="T99" fmla="*/ 452 h 903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722"/>
                  <a:gd name="T151" fmla="*/ 0 h 903"/>
                  <a:gd name="T152" fmla="*/ 722 w 722"/>
                  <a:gd name="T153" fmla="*/ 903 h 903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722" h="903">
                    <a:moveTo>
                      <a:pt x="356" y="903"/>
                    </a:moveTo>
                    <a:lnTo>
                      <a:pt x="328" y="903"/>
                    </a:lnTo>
                    <a:lnTo>
                      <a:pt x="332" y="878"/>
                    </a:lnTo>
                    <a:lnTo>
                      <a:pt x="341" y="809"/>
                    </a:lnTo>
                    <a:lnTo>
                      <a:pt x="354" y="710"/>
                    </a:lnTo>
                    <a:lnTo>
                      <a:pt x="371" y="593"/>
                    </a:lnTo>
                    <a:lnTo>
                      <a:pt x="389" y="474"/>
                    </a:lnTo>
                    <a:lnTo>
                      <a:pt x="409" y="362"/>
                    </a:lnTo>
                    <a:lnTo>
                      <a:pt x="428" y="272"/>
                    </a:lnTo>
                    <a:lnTo>
                      <a:pt x="446" y="215"/>
                    </a:lnTo>
                    <a:lnTo>
                      <a:pt x="464" y="207"/>
                    </a:lnTo>
                    <a:lnTo>
                      <a:pt x="485" y="199"/>
                    </a:lnTo>
                    <a:lnTo>
                      <a:pt x="507" y="194"/>
                    </a:lnTo>
                    <a:lnTo>
                      <a:pt x="529" y="189"/>
                    </a:lnTo>
                    <a:lnTo>
                      <a:pt x="551" y="188"/>
                    </a:lnTo>
                    <a:lnTo>
                      <a:pt x="574" y="189"/>
                    </a:lnTo>
                    <a:lnTo>
                      <a:pt x="594" y="194"/>
                    </a:lnTo>
                    <a:lnTo>
                      <a:pt x="615" y="203"/>
                    </a:lnTo>
                    <a:lnTo>
                      <a:pt x="559" y="561"/>
                    </a:lnTo>
                    <a:lnTo>
                      <a:pt x="575" y="555"/>
                    </a:lnTo>
                    <a:lnTo>
                      <a:pt x="592" y="547"/>
                    </a:lnTo>
                    <a:lnTo>
                      <a:pt x="609" y="538"/>
                    </a:lnTo>
                    <a:lnTo>
                      <a:pt x="628" y="527"/>
                    </a:lnTo>
                    <a:lnTo>
                      <a:pt x="644" y="513"/>
                    </a:lnTo>
                    <a:lnTo>
                      <a:pt x="658" y="499"/>
                    </a:lnTo>
                    <a:lnTo>
                      <a:pt x="669" y="483"/>
                    </a:lnTo>
                    <a:lnTo>
                      <a:pt x="676" y="467"/>
                    </a:lnTo>
                    <a:lnTo>
                      <a:pt x="679" y="431"/>
                    </a:lnTo>
                    <a:lnTo>
                      <a:pt x="688" y="348"/>
                    </a:lnTo>
                    <a:lnTo>
                      <a:pt x="696" y="258"/>
                    </a:lnTo>
                    <a:lnTo>
                      <a:pt x="699" y="197"/>
                    </a:lnTo>
                    <a:lnTo>
                      <a:pt x="698" y="180"/>
                    </a:lnTo>
                    <a:lnTo>
                      <a:pt x="696" y="160"/>
                    </a:lnTo>
                    <a:lnTo>
                      <a:pt x="691" y="139"/>
                    </a:lnTo>
                    <a:lnTo>
                      <a:pt x="685" y="119"/>
                    </a:lnTo>
                    <a:lnTo>
                      <a:pt x="677" y="98"/>
                    </a:lnTo>
                    <a:lnTo>
                      <a:pt x="667" y="77"/>
                    </a:lnTo>
                    <a:lnTo>
                      <a:pt x="653" y="60"/>
                    </a:lnTo>
                    <a:lnTo>
                      <a:pt x="637" y="44"/>
                    </a:lnTo>
                    <a:lnTo>
                      <a:pt x="609" y="38"/>
                    </a:lnTo>
                    <a:lnTo>
                      <a:pt x="580" y="33"/>
                    </a:lnTo>
                    <a:lnTo>
                      <a:pt x="553" y="31"/>
                    </a:lnTo>
                    <a:lnTo>
                      <a:pt x="525" y="30"/>
                    </a:lnTo>
                    <a:lnTo>
                      <a:pt x="498" y="30"/>
                    </a:lnTo>
                    <a:lnTo>
                      <a:pt x="470" y="31"/>
                    </a:lnTo>
                    <a:lnTo>
                      <a:pt x="441" y="35"/>
                    </a:lnTo>
                    <a:lnTo>
                      <a:pt x="415" y="38"/>
                    </a:lnTo>
                    <a:lnTo>
                      <a:pt x="387" y="44"/>
                    </a:lnTo>
                    <a:lnTo>
                      <a:pt x="360" y="50"/>
                    </a:lnTo>
                    <a:lnTo>
                      <a:pt x="333" y="58"/>
                    </a:lnTo>
                    <a:lnTo>
                      <a:pt x="307" y="66"/>
                    </a:lnTo>
                    <a:lnTo>
                      <a:pt x="281" y="75"/>
                    </a:lnTo>
                    <a:lnTo>
                      <a:pt x="256" y="84"/>
                    </a:lnTo>
                    <a:lnTo>
                      <a:pt x="230" y="94"/>
                    </a:lnTo>
                    <a:lnTo>
                      <a:pt x="206" y="106"/>
                    </a:lnTo>
                    <a:lnTo>
                      <a:pt x="170" y="126"/>
                    </a:lnTo>
                    <a:lnTo>
                      <a:pt x="143" y="146"/>
                    </a:lnTo>
                    <a:lnTo>
                      <a:pt x="123" y="167"/>
                    </a:lnTo>
                    <a:lnTo>
                      <a:pt x="109" y="189"/>
                    </a:lnTo>
                    <a:lnTo>
                      <a:pt x="99" y="211"/>
                    </a:lnTo>
                    <a:lnTo>
                      <a:pt x="91" y="235"/>
                    </a:lnTo>
                    <a:lnTo>
                      <a:pt x="83" y="259"/>
                    </a:lnTo>
                    <a:lnTo>
                      <a:pt x="73" y="285"/>
                    </a:lnTo>
                    <a:lnTo>
                      <a:pt x="45" y="465"/>
                    </a:lnTo>
                    <a:lnTo>
                      <a:pt x="46" y="491"/>
                    </a:lnTo>
                    <a:lnTo>
                      <a:pt x="48" y="516"/>
                    </a:lnTo>
                    <a:lnTo>
                      <a:pt x="52" y="541"/>
                    </a:lnTo>
                    <a:lnTo>
                      <a:pt x="56" y="566"/>
                    </a:lnTo>
                    <a:lnTo>
                      <a:pt x="64" y="588"/>
                    </a:lnTo>
                    <a:lnTo>
                      <a:pt x="76" y="608"/>
                    </a:lnTo>
                    <a:lnTo>
                      <a:pt x="91" y="627"/>
                    </a:lnTo>
                    <a:lnTo>
                      <a:pt x="111" y="641"/>
                    </a:lnTo>
                    <a:lnTo>
                      <a:pt x="128" y="647"/>
                    </a:lnTo>
                    <a:lnTo>
                      <a:pt x="144" y="653"/>
                    </a:lnTo>
                    <a:lnTo>
                      <a:pt x="160" y="658"/>
                    </a:lnTo>
                    <a:lnTo>
                      <a:pt x="174" y="661"/>
                    </a:lnTo>
                    <a:lnTo>
                      <a:pt x="188" y="665"/>
                    </a:lnTo>
                    <a:lnTo>
                      <a:pt x="202" y="667"/>
                    </a:lnTo>
                    <a:lnTo>
                      <a:pt x="214" y="668"/>
                    </a:lnTo>
                    <a:lnTo>
                      <a:pt x="227" y="668"/>
                    </a:lnTo>
                    <a:lnTo>
                      <a:pt x="238" y="668"/>
                    </a:lnTo>
                    <a:lnTo>
                      <a:pt x="251" y="668"/>
                    </a:lnTo>
                    <a:lnTo>
                      <a:pt x="263" y="667"/>
                    </a:lnTo>
                    <a:lnTo>
                      <a:pt x="275" y="665"/>
                    </a:lnTo>
                    <a:lnTo>
                      <a:pt x="288" y="662"/>
                    </a:lnTo>
                    <a:lnTo>
                      <a:pt x="301" y="659"/>
                    </a:lnTo>
                    <a:lnTo>
                      <a:pt x="314" y="656"/>
                    </a:lnTo>
                    <a:lnTo>
                      <a:pt x="329" y="652"/>
                    </a:lnTo>
                    <a:lnTo>
                      <a:pt x="333" y="657"/>
                    </a:lnTo>
                    <a:lnTo>
                      <a:pt x="333" y="664"/>
                    </a:lnTo>
                    <a:lnTo>
                      <a:pt x="331" y="672"/>
                    </a:lnTo>
                    <a:lnTo>
                      <a:pt x="329" y="677"/>
                    </a:lnTo>
                    <a:lnTo>
                      <a:pt x="316" y="682"/>
                    </a:lnTo>
                    <a:lnTo>
                      <a:pt x="302" y="686"/>
                    </a:lnTo>
                    <a:lnTo>
                      <a:pt x="289" y="690"/>
                    </a:lnTo>
                    <a:lnTo>
                      <a:pt x="276" y="692"/>
                    </a:lnTo>
                    <a:lnTo>
                      <a:pt x="264" y="695"/>
                    </a:lnTo>
                    <a:lnTo>
                      <a:pt x="251" y="697"/>
                    </a:lnTo>
                    <a:lnTo>
                      <a:pt x="238" y="699"/>
                    </a:lnTo>
                    <a:lnTo>
                      <a:pt x="226" y="699"/>
                    </a:lnTo>
                    <a:lnTo>
                      <a:pt x="213" y="700"/>
                    </a:lnTo>
                    <a:lnTo>
                      <a:pt x="202" y="700"/>
                    </a:lnTo>
                    <a:lnTo>
                      <a:pt x="189" y="699"/>
                    </a:lnTo>
                    <a:lnTo>
                      <a:pt x="176" y="698"/>
                    </a:lnTo>
                    <a:lnTo>
                      <a:pt x="164" y="696"/>
                    </a:lnTo>
                    <a:lnTo>
                      <a:pt x="150" y="694"/>
                    </a:lnTo>
                    <a:lnTo>
                      <a:pt x="137" y="690"/>
                    </a:lnTo>
                    <a:lnTo>
                      <a:pt x="123" y="687"/>
                    </a:lnTo>
                    <a:lnTo>
                      <a:pt x="106" y="680"/>
                    </a:lnTo>
                    <a:lnTo>
                      <a:pt x="88" y="672"/>
                    </a:lnTo>
                    <a:lnTo>
                      <a:pt x="71" y="661"/>
                    </a:lnTo>
                    <a:lnTo>
                      <a:pt x="55" y="650"/>
                    </a:lnTo>
                    <a:lnTo>
                      <a:pt x="40" y="636"/>
                    </a:lnTo>
                    <a:lnTo>
                      <a:pt x="28" y="621"/>
                    </a:lnTo>
                    <a:lnTo>
                      <a:pt x="18" y="605"/>
                    </a:lnTo>
                    <a:lnTo>
                      <a:pt x="10" y="586"/>
                    </a:lnTo>
                    <a:lnTo>
                      <a:pt x="2" y="531"/>
                    </a:lnTo>
                    <a:lnTo>
                      <a:pt x="0" y="476"/>
                    </a:lnTo>
                    <a:lnTo>
                      <a:pt x="1" y="421"/>
                    </a:lnTo>
                    <a:lnTo>
                      <a:pt x="7" y="365"/>
                    </a:lnTo>
                    <a:lnTo>
                      <a:pt x="16" y="311"/>
                    </a:lnTo>
                    <a:lnTo>
                      <a:pt x="29" y="258"/>
                    </a:lnTo>
                    <a:lnTo>
                      <a:pt x="44" y="206"/>
                    </a:lnTo>
                    <a:lnTo>
                      <a:pt x="62" y="157"/>
                    </a:lnTo>
                    <a:lnTo>
                      <a:pt x="71" y="142"/>
                    </a:lnTo>
                    <a:lnTo>
                      <a:pt x="81" y="129"/>
                    </a:lnTo>
                    <a:lnTo>
                      <a:pt x="90" y="118"/>
                    </a:lnTo>
                    <a:lnTo>
                      <a:pt x="99" y="107"/>
                    </a:lnTo>
                    <a:lnTo>
                      <a:pt x="109" y="99"/>
                    </a:lnTo>
                    <a:lnTo>
                      <a:pt x="120" y="91"/>
                    </a:lnTo>
                    <a:lnTo>
                      <a:pt x="131" y="84"/>
                    </a:lnTo>
                    <a:lnTo>
                      <a:pt x="143" y="78"/>
                    </a:lnTo>
                    <a:lnTo>
                      <a:pt x="155" y="73"/>
                    </a:lnTo>
                    <a:lnTo>
                      <a:pt x="169" y="68"/>
                    </a:lnTo>
                    <a:lnTo>
                      <a:pt x="183" y="63"/>
                    </a:lnTo>
                    <a:lnTo>
                      <a:pt x="199" y="59"/>
                    </a:lnTo>
                    <a:lnTo>
                      <a:pt x="215" y="54"/>
                    </a:lnTo>
                    <a:lnTo>
                      <a:pt x="233" y="50"/>
                    </a:lnTo>
                    <a:lnTo>
                      <a:pt x="252" y="45"/>
                    </a:lnTo>
                    <a:lnTo>
                      <a:pt x="273" y="39"/>
                    </a:lnTo>
                    <a:lnTo>
                      <a:pt x="275" y="39"/>
                    </a:lnTo>
                    <a:lnTo>
                      <a:pt x="281" y="38"/>
                    </a:lnTo>
                    <a:lnTo>
                      <a:pt x="290" y="36"/>
                    </a:lnTo>
                    <a:lnTo>
                      <a:pt x="303" y="33"/>
                    </a:lnTo>
                    <a:lnTo>
                      <a:pt x="319" y="30"/>
                    </a:lnTo>
                    <a:lnTo>
                      <a:pt x="336" y="26"/>
                    </a:lnTo>
                    <a:lnTo>
                      <a:pt x="355" y="23"/>
                    </a:lnTo>
                    <a:lnTo>
                      <a:pt x="375" y="20"/>
                    </a:lnTo>
                    <a:lnTo>
                      <a:pt x="397" y="16"/>
                    </a:lnTo>
                    <a:lnTo>
                      <a:pt x="418" y="13"/>
                    </a:lnTo>
                    <a:lnTo>
                      <a:pt x="440" y="9"/>
                    </a:lnTo>
                    <a:lnTo>
                      <a:pt x="461" y="6"/>
                    </a:lnTo>
                    <a:lnTo>
                      <a:pt x="481" y="3"/>
                    </a:lnTo>
                    <a:lnTo>
                      <a:pt x="500" y="1"/>
                    </a:lnTo>
                    <a:lnTo>
                      <a:pt x="516" y="0"/>
                    </a:lnTo>
                    <a:lnTo>
                      <a:pt x="531" y="0"/>
                    </a:lnTo>
                    <a:lnTo>
                      <a:pt x="556" y="0"/>
                    </a:lnTo>
                    <a:lnTo>
                      <a:pt x="582" y="2"/>
                    </a:lnTo>
                    <a:lnTo>
                      <a:pt x="606" y="7"/>
                    </a:lnTo>
                    <a:lnTo>
                      <a:pt x="629" y="13"/>
                    </a:lnTo>
                    <a:lnTo>
                      <a:pt x="650" y="22"/>
                    </a:lnTo>
                    <a:lnTo>
                      <a:pt x="668" y="33"/>
                    </a:lnTo>
                    <a:lnTo>
                      <a:pt x="685" y="50"/>
                    </a:lnTo>
                    <a:lnTo>
                      <a:pt x="699" y="69"/>
                    </a:lnTo>
                    <a:lnTo>
                      <a:pt x="711" y="98"/>
                    </a:lnTo>
                    <a:lnTo>
                      <a:pt x="718" y="131"/>
                    </a:lnTo>
                    <a:lnTo>
                      <a:pt x="721" y="169"/>
                    </a:lnTo>
                    <a:lnTo>
                      <a:pt x="722" y="209"/>
                    </a:lnTo>
                    <a:lnTo>
                      <a:pt x="722" y="249"/>
                    </a:lnTo>
                    <a:lnTo>
                      <a:pt x="720" y="289"/>
                    </a:lnTo>
                    <a:lnTo>
                      <a:pt x="719" y="327"/>
                    </a:lnTo>
                    <a:lnTo>
                      <a:pt x="719" y="362"/>
                    </a:lnTo>
                    <a:lnTo>
                      <a:pt x="716" y="391"/>
                    </a:lnTo>
                    <a:lnTo>
                      <a:pt x="715" y="417"/>
                    </a:lnTo>
                    <a:lnTo>
                      <a:pt x="713" y="445"/>
                    </a:lnTo>
                    <a:lnTo>
                      <a:pt x="708" y="470"/>
                    </a:lnTo>
                    <a:lnTo>
                      <a:pt x="700" y="494"/>
                    </a:lnTo>
                    <a:lnTo>
                      <a:pt x="689" y="516"/>
                    </a:lnTo>
                    <a:lnTo>
                      <a:pt x="673" y="537"/>
                    </a:lnTo>
                    <a:lnTo>
                      <a:pt x="650" y="555"/>
                    </a:lnTo>
                    <a:lnTo>
                      <a:pt x="638" y="562"/>
                    </a:lnTo>
                    <a:lnTo>
                      <a:pt x="625" y="570"/>
                    </a:lnTo>
                    <a:lnTo>
                      <a:pt x="614" y="577"/>
                    </a:lnTo>
                    <a:lnTo>
                      <a:pt x="602" y="584"/>
                    </a:lnTo>
                    <a:lnTo>
                      <a:pt x="590" y="592"/>
                    </a:lnTo>
                    <a:lnTo>
                      <a:pt x="578" y="598"/>
                    </a:lnTo>
                    <a:lnTo>
                      <a:pt x="565" y="604"/>
                    </a:lnTo>
                    <a:lnTo>
                      <a:pt x="553" y="609"/>
                    </a:lnTo>
                    <a:lnTo>
                      <a:pt x="503" y="903"/>
                    </a:lnTo>
                    <a:lnTo>
                      <a:pt x="478" y="903"/>
                    </a:lnTo>
                    <a:lnTo>
                      <a:pt x="589" y="215"/>
                    </a:lnTo>
                    <a:lnTo>
                      <a:pt x="577" y="213"/>
                    </a:lnTo>
                    <a:lnTo>
                      <a:pt x="561" y="213"/>
                    </a:lnTo>
                    <a:lnTo>
                      <a:pt x="542" y="215"/>
                    </a:lnTo>
                    <a:lnTo>
                      <a:pt x="522" y="219"/>
                    </a:lnTo>
                    <a:lnTo>
                      <a:pt x="500" y="225"/>
                    </a:lnTo>
                    <a:lnTo>
                      <a:pt x="481" y="230"/>
                    </a:lnTo>
                    <a:lnTo>
                      <a:pt x="465" y="235"/>
                    </a:lnTo>
                    <a:lnTo>
                      <a:pt x="454" y="241"/>
                    </a:lnTo>
                    <a:lnTo>
                      <a:pt x="356" y="9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1" name="Freeform 180"/>
              <p:cNvSpPr>
                <a:spLocks/>
              </p:cNvSpPr>
              <p:nvPr/>
            </p:nvSpPr>
            <p:spPr bwMode="auto">
              <a:xfrm>
                <a:off x="3162" y="3260"/>
                <a:ext cx="214" cy="263"/>
              </a:xfrm>
              <a:custGeom>
                <a:avLst/>
                <a:gdLst>
                  <a:gd name="T0" fmla="*/ 204 w 428"/>
                  <a:gd name="T1" fmla="*/ 2 h 526"/>
                  <a:gd name="T2" fmla="*/ 184 w 428"/>
                  <a:gd name="T3" fmla="*/ 8 h 526"/>
                  <a:gd name="T4" fmla="*/ 165 w 428"/>
                  <a:gd name="T5" fmla="*/ 14 h 526"/>
                  <a:gd name="T6" fmla="*/ 148 w 428"/>
                  <a:gd name="T7" fmla="*/ 20 h 526"/>
                  <a:gd name="T8" fmla="*/ 130 w 428"/>
                  <a:gd name="T9" fmla="*/ 26 h 526"/>
                  <a:gd name="T10" fmla="*/ 112 w 428"/>
                  <a:gd name="T11" fmla="*/ 33 h 526"/>
                  <a:gd name="T12" fmla="*/ 96 w 428"/>
                  <a:gd name="T13" fmla="*/ 39 h 526"/>
                  <a:gd name="T14" fmla="*/ 79 w 428"/>
                  <a:gd name="T15" fmla="*/ 45 h 526"/>
                  <a:gd name="T16" fmla="*/ 57 w 428"/>
                  <a:gd name="T17" fmla="*/ 58 h 526"/>
                  <a:gd name="T18" fmla="*/ 39 w 428"/>
                  <a:gd name="T19" fmla="*/ 83 h 526"/>
                  <a:gd name="T20" fmla="*/ 28 w 428"/>
                  <a:gd name="T21" fmla="*/ 114 h 526"/>
                  <a:gd name="T22" fmla="*/ 23 w 428"/>
                  <a:gd name="T23" fmla="*/ 146 h 526"/>
                  <a:gd name="T24" fmla="*/ 18 w 428"/>
                  <a:gd name="T25" fmla="*/ 263 h 526"/>
                  <a:gd name="T26" fmla="*/ 13 w 428"/>
                  <a:gd name="T27" fmla="*/ 263 h 526"/>
                  <a:gd name="T28" fmla="*/ 8 w 428"/>
                  <a:gd name="T29" fmla="*/ 262 h 526"/>
                  <a:gd name="T30" fmla="*/ 3 w 428"/>
                  <a:gd name="T31" fmla="*/ 260 h 526"/>
                  <a:gd name="T32" fmla="*/ 1 w 428"/>
                  <a:gd name="T33" fmla="*/ 259 h 526"/>
                  <a:gd name="T34" fmla="*/ 0 w 428"/>
                  <a:gd name="T35" fmla="*/ 206 h 526"/>
                  <a:gd name="T36" fmla="*/ 3 w 428"/>
                  <a:gd name="T37" fmla="*/ 153 h 526"/>
                  <a:gd name="T38" fmla="*/ 15 w 428"/>
                  <a:gd name="T39" fmla="*/ 102 h 526"/>
                  <a:gd name="T40" fmla="*/ 38 w 428"/>
                  <a:gd name="T41" fmla="*/ 57 h 526"/>
                  <a:gd name="T42" fmla="*/ 54 w 428"/>
                  <a:gd name="T43" fmla="*/ 47 h 526"/>
                  <a:gd name="T44" fmla="*/ 72 w 428"/>
                  <a:gd name="T45" fmla="*/ 38 h 526"/>
                  <a:gd name="T46" fmla="*/ 90 w 428"/>
                  <a:gd name="T47" fmla="*/ 30 h 526"/>
                  <a:gd name="T48" fmla="*/ 108 w 428"/>
                  <a:gd name="T49" fmla="*/ 24 h 526"/>
                  <a:gd name="T50" fmla="*/ 126 w 428"/>
                  <a:gd name="T51" fmla="*/ 18 h 526"/>
                  <a:gd name="T52" fmla="*/ 146 w 428"/>
                  <a:gd name="T53" fmla="*/ 12 h 526"/>
                  <a:gd name="T54" fmla="*/ 165 w 428"/>
                  <a:gd name="T55" fmla="*/ 8 h 526"/>
                  <a:gd name="T56" fmla="*/ 184 w 428"/>
                  <a:gd name="T57" fmla="*/ 3 h 526"/>
                  <a:gd name="T58" fmla="*/ 191 w 428"/>
                  <a:gd name="T59" fmla="*/ 2 h 526"/>
                  <a:gd name="T60" fmla="*/ 199 w 428"/>
                  <a:gd name="T61" fmla="*/ 1 h 526"/>
                  <a:gd name="T62" fmla="*/ 207 w 428"/>
                  <a:gd name="T63" fmla="*/ 1 h 526"/>
                  <a:gd name="T64" fmla="*/ 214 w 428"/>
                  <a:gd name="T65" fmla="*/ 0 h 5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28"/>
                  <a:gd name="T100" fmla="*/ 0 h 526"/>
                  <a:gd name="T101" fmla="*/ 428 w 428"/>
                  <a:gd name="T102" fmla="*/ 526 h 5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28" h="526">
                    <a:moveTo>
                      <a:pt x="428" y="0"/>
                    </a:moveTo>
                    <a:lnTo>
                      <a:pt x="407" y="5"/>
                    </a:lnTo>
                    <a:lnTo>
                      <a:pt x="388" y="11"/>
                    </a:lnTo>
                    <a:lnTo>
                      <a:pt x="368" y="17"/>
                    </a:lnTo>
                    <a:lnTo>
                      <a:pt x="349" y="23"/>
                    </a:lnTo>
                    <a:lnTo>
                      <a:pt x="330" y="28"/>
                    </a:lnTo>
                    <a:lnTo>
                      <a:pt x="312" y="34"/>
                    </a:lnTo>
                    <a:lnTo>
                      <a:pt x="295" y="41"/>
                    </a:lnTo>
                    <a:lnTo>
                      <a:pt x="276" y="47"/>
                    </a:lnTo>
                    <a:lnTo>
                      <a:pt x="259" y="53"/>
                    </a:lnTo>
                    <a:lnTo>
                      <a:pt x="242" y="60"/>
                    </a:lnTo>
                    <a:lnTo>
                      <a:pt x="225" y="65"/>
                    </a:lnTo>
                    <a:lnTo>
                      <a:pt x="208" y="71"/>
                    </a:lnTo>
                    <a:lnTo>
                      <a:pt x="191" y="78"/>
                    </a:lnTo>
                    <a:lnTo>
                      <a:pt x="175" y="84"/>
                    </a:lnTo>
                    <a:lnTo>
                      <a:pt x="157" y="91"/>
                    </a:lnTo>
                    <a:lnTo>
                      <a:pt x="141" y="96"/>
                    </a:lnTo>
                    <a:lnTo>
                      <a:pt x="115" y="116"/>
                    </a:lnTo>
                    <a:lnTo>
                      <a:pt x="94" y="140"/>
                    </a:lnTo>
                    <a:lnTo>
                      <a:pt x="78" y="167"/>
                    </a:lnTo>
                    <a:lnTo>
                      <a:pt x="66" y="197"/>
                    </a:lnTo>
                    <a:lnTo>
                      <a:pt x="57" y="228"/>
                    </a:lnTo>
                    <a:lnTo>
                      <a:pt x="50" y="260"/>
                    </a:lnTo>
                    <a:lnTo>
                      <a:pt x="45" y="292"/>
                    </a:lnTo>
                    <a:lnTo>
                      <a:pt x="39" y="323"/>
                    </a:lnTo>
                    <a:lnTo>
                      <a:pt x="35" y="525"/>
                    </a:lnTo>
                    <a:lnTo>
                      <a:pt x="32" y="526"/>
                    </a:lnTo>
                    <a:lnTo>
                      <a:pt x="27" y="526"/>
                    </a:lnTo>
                    <a:lnTo>
                      <a:pt x="22" y="525"/>
                    </a:lnTo>
                    <a:lnTo>
                      <a:pt x="16" y="524"/>
                    </a:lnTo>
                    <a:lnTo>
                      <a:pt x="10" y="522"/>
                    </a:lnTo>
                    <a:lnTo>
                      <a:pt x="5" y="520"/>
                    </a:lnTo>
                    <a:lnTo>
                      <a:pt x="2" y="518"/>
                    </a:lnTo>
                    <a:lnTo>
                      <a:pt x="1" y="518"/>
                    </a:lnTo>
                    <a:lnTo>
                      <a:pt x="0" y="465"/>
                    </a:lnTo>
                    <a:lnTo>
                      <a:pt x="0" y="412"/>
                    </a:lnTo>
                    <a:lnTo>
                      <a:pt x="2" y="358"/>
                    </a:lnTo>
                    <a:lnTo>
                      <a:pt x="7" y="306"/>
                    </a:lnTo>
                    <a:lnTo>
                      <a:pt x="16" y="254"/>
                    </a:lnTo>
                    <a:lnTo>
                      <a:pt x="30" y="205"/>
                    </a:lnTo>
                    <a:lnTo>
                      <a:pt x="49" y="159"/>
                    </a:lnTo>
                    <a:lnTo>
                      <a:pt x="76" y="115"/>
                    </a:lnTo>
                    <a:lnTo>
                      <a:pt x="92" y="105"/>
                    </a:lnTo>
                    <a:lnTo>
                      <a:pt x="109" y="94"/>
                    </a:lnTo>
                    <a:lnTo>
                      <a:pt x="126" y="85"/>
                    </a:lnTo>
                    <a:lnTo>
                      <a:pt x="144" y="77"/>
                    </a:lnTo>
                    <a:lnTo>
                      <a:pt x="161" y="69"/>
                    </a:lnTo>
                    <a:lnTo>
                      <a:pt x="179" y="61"/>
                    </a:lnTo>
                    <a:lnTo>
                      <a:pt x="198" y="54"/>
                    </a:lnTo>
                    <a:lnTo>
                      <a:pt x="216" y="48"/>
                    </a:lnTo>
                    <a:lnTo>
                      <a:pt x="235" y="41"/>
                    </a:lnTo>
                    <a:lnTo>
                      <a:pt x="253" y="37"/>
                    </a:lnTo>
                    <a:lnTo>
                      <a:pt x="272" y="31"/>
                    </a:lnTo>
                    <a:lnTo>
                      <a:pt x="291" y="25"/>
                    </a:lnTo>
                    <a:lnTo>
                      <a:pt x="310" y="20"/>
                    </a:lnTo>
                    <a:lnTo>
                      <a:pt x="329" y="16"/>
                    </a:lnTo>
                    <a:lnTo>
                      <a:pt x="348" y="11"/>
                    </a:lnTo>
                    <a:lnTo>
                      <a:pt x="367" y="7"/>
                    </a:lnTo>
                    <a:lnTo>
                      <a:pt x="375" y="5"/>
                    </a:lnTo>
                    <a:lnTo>
                      <a:pt x="382" y="4"/>
                    </a:lnTo>
                    <a:lnTo>
                      <a:pt x="390" y="3"/>
                    </a:lnTo>
                    <a:lnTo>
                      <a:pt x="398" y="3"/>
                    </a:lnTo>
                    <a:lnTo>
                      <a:pt x="405" y="2"/>
                    </a:lnTo>
                    <a:lnTo>
                      <a:pt x="413" y="1"/>
                    </a:lnTo>
                    <a:lnTo>
                      <a:pt x="420" y="1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2" name="Freeform 181"/>
              <p:cNvSpPr>
                <a:spLocks/>
              </p:cNvSpPr>
              <p:nvPr/>
            </p:nvSpPr>
            <p:spPr bwMode="auto">
              <a:xfrm>
                <a:off x="3293" y="3347"/>
                <a:ext cx="64" cy="331"/>
              </a:xfrm>
              <a:custGeom>
                <a:avLst/>
                <a:gdLst>
                  <a:gd name="T0" fmla="*/ 0 w 128"/>
                  <a:gd name="T1" fmla="*/ 331 h 661"/>
                  <a:gd name="T2" fmla="*/ 37 w 128"/>
                  <a:gd name="T3" fmla="*/ 108 h 661"/>
                  <a:gd name="T4" fmla="*/ 56 w 128"/>
                  <a:gd name="T5" fmla="*/ 3 h 661"/>
                  <a:gd name="T6" fmla="*/ 57 w 128"/>
                  <a:gd name="T7" fmla="*/ 1 h 661"/>
                  <a:gd name="T8" fmla="*/ 59 w 128"/>
                  <a:gd name="T9" fmla="*/ 0 h 661"/>
                  <a:gd name="T10" fmla="*/ 62 w 128"/>
                  <a:gd name="T11" fmla="*/ 0 h 661"/>
                  <a:gd name="T12" fmla="*/ 64 w 128"/>
                  <a:gd name="T13" fmla="*/ 0 h 661"/>
                  <a:gd name="T14" fmla="*/ 46 w 128"/>
                  <a:gd name="T15" fmla="*/ 111 h 661"/>
                  <a:gd name="T16" fmla="*/ 10 w 128"/>
                  <a:gd name="T17" fmla="*/ 331 h 661"/>
                  <a:gd name="T18" fmla="*/ 0 w 128"/>
                  <a:gd name="T19" fmla="*/ 331 h 6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8"/>
                  <a:gd name="T31" fmla="*/ 0 h 661"/>
                  <a:gd name="T32" fmla="*/ 128 w 128"/>
                  <a:gd name="T33" fmla="*/ 661 h 6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8" h="661">
                    <a:moveTo>
                      <a:pt x="0" y="661"/>
                    </a:moveTo>
                    <a:lnTo>
                      <a:pt x="74" y="215"/>
                    </a:lnTo>
                    <a:lnTo>
                      <a:pt x="113" y="6"/>
                    </a:lnTo>
                    <a:lnTo>
                      <a:pt x="114" y="1"/>
                    </a:lnTo>
                    <a:lnTo>
                      <a:pt x="118" y="0"/>
                    </a:lnTo>
                    <a:lnTo>
                      <a:pt x="124" y="0"/>
                    </a:lnTo>
                    <a:lnTo>
                      <a:pt x="128" y="0"/>
                    </a:lnTo>
                    <a:lnTo>
                      <a:pt x="92" y="222"/>
                    </a:lnTo>
                    <a:lnTo>
                      <a:pt x="20" y="661"/>
                    </a:lnTo>
                    <a:lnTo>
                      <a:pt x="0" y="6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3" name="Freeform 182"/>
              <p:cNvSpPr>
                <a:spLocks/>
              </p:cNvSpPr>
              <p:nvPr/>
            </p:nvSpPr>
            <p:spPr bwMode="auto">
              <a:xfrm>
                <a:off x="2649" y="2775"/>
                <a:ext cx="44" cy="198"/>
              </a:xfrm>
              <a:custGeom>
                <a:avLst/>
                <a:gdLst>
                  <a:gd name="T0" fmla="*/ 44 w 88"/>
                  <a:gd name="T1" fmla="*/ 197 h 395"/>
                  <a:gd name="T2" fmla="*/ 40 w 88"/>
                  <a:gd name="T3" fmla="*/ 0 h 395"/>
                  <a:gd name="T4" fmla="*/ 0 w 88"/>
                  <a:gd name="T5" fmla="*/ 1 h 395"/>
                  <a:gd name="T6" fmla="*/ 5 w 88"/>
                  <a:gd name="T7" fmla="*/ 198 h 395"/>
                  <a:gd name="T8" fmla="*/ 44 w 88"/>
                  <a:gd name="T9" fmla="*/ 197 h 3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395"/>
                  <a:gd name="T17" fmla="*/ 88 w 88"/>
                  <a:gd name="T18" fmla="*/ 395 h 3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395">
                    <a:moveTo>
                      <a:pt x="88" y="394"/>
                    </a:moveTo>
                    <a:lnTo>
                      <a:pt x="79" y="0"/>
                    </a:lnTo>
                    <a:lnTo>
                      <a:pt x="0" y="1"/>
                    </a:lnTo>
                    <a:lnTo>
                      <a:pt x="9" y="395"/>
                    </a:lnTo>
                    <a:lnTo>
                      <a:pt x="88" y="394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4" name="Freeform 183"/>
              <p:cNvSpPr>
                <a:spLocks/>
              </p:cNvSpPr>
              <p:nvPr/>
            </p:nvSpPr>
            <p:spPr bwMode="auto">
              <a:xfrm>
                <a:off x="2705" y="2698"/>
                <a:ext cx="45" cy="273"/>
              </a:xfrm>
              <a:custGeom>
                <a:avLst/>
                <a:gdLst>
                  <a:gd name="T0" fmla="*/ 45 w 90"/>
                  <a:gd name="T1" fmla="*/ 272 h 545"/>
                  <a:gd name="T2" fmla="*/ 40 w 90"/>
                  <a:gd name="T3" fmla="*/ 0 h 545"/>
                  <a:gd name="T4" fmla="*/ 0 w 90"/>
                  <a:gd name="T5" fmla="*/ 1 h 545"/>
                  <a:gd name="T6" fmla="*/ 5 w 90"/>
                  <a:gd name="T7" fmla="*/ 273 h 545"/>
                  <a:gd name="T8" fmla="*/ 45 w 90"/>
                  <a:gd name="T9" fmla="*/ 272 h 5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545"/>
                  <a:gd name="T17" fmla="*/ 90 w 90"/>
                  <a:gd name="T18" fmla="*/ 545 h 5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545">
                    <a:moveTo>
                      <a:pt x="90" y="543"/>
                    </a:moveTo>
                    <a:lnTo>
                      <a:pt x="80" y="0"/>
                    </a:lnTo>
                    <a:lnTo>
                      <a:pt x="0" y="2"/>
                    </a:lnTo>
                    <a:lnTo>
                      <a:pt x="9" y="545"/>
                    </a:lnTo>
                    <a:lnTo>
                      <a:pt x="90" y="543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255" name="Freeform 184"/>
              <p:cNvSpPr>
                <a:spLocks/>
              </p:cNvSpPr>
              <p:nvPr/>
            </p:nvSpPr>
            <p:spPr bwMode="auto">
              <a:xfrm>
                <a:off x="2760" y="2743"/>
                <a:ext cx="45" cy="225"/>
              </a:xfrm>
              <a:custGeom>
                <a:avLst/>
                <a:gdLst>
                  <a:gd name="T0" fmla="*/ 45 w 90"/>
                  <a:gd name="T1" fmla="*/ 224 h 450"/>
                  <a:gd name="T2" fmla="*/ 40 w 90"/>
                  <a:gd name="T3" fmla="*/ 0 h 450"/>
                  <a:gd name="T4" fmla="*/ 0 w 90"/>
                  <a:gd name="T5" fmla="*/ 2 h 450"/>
                  <a:gd name="T6" fmla="*/ 5 w 90"/>
                  <a:gd name="T7" fmla="*/ 225 h 450"/>
                  <a:gd name="T8" fmla="*/ 45 w 90"/>
                  <a:gd name="T9" fmla="*/ 224 h 4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"/>
                  <a:gd name="T16" fmla="*/ 0 h 450"/>
                  <a:gd name="T17" fmla="*/ 90 w 90"/>
                  <a:gd name="T18" fmla="*/ 450 h 4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" h="450">
                    <a:moveTo>
                      <a:pt x="90" y="448"/>
                    </a:moveTo>
                    <a:lnTo>
                      <a:pt x="79" y="0"/>
                    </a:lnTo>
                    <a:lnTo>
                      <a:pt x="0" y="3"/>
                    </a:lnTo>
                    <a:lnTo>
                      <a:pt x="9" y="450"/>
                    </a:lnTo>
                    <a:lnTo>
                      <a:pt x="90" y="448"/>
                    </a:lnTo>
                    <a:close/>
                  </a:path>
                </a:pathLst>
              </a:custGeom>
              <a:solidFill>
                <a:srgbClr val="9E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8214" name="Freeform 185"/>
            <p:cNvSpPr>
              <a:spLocks/>
            </p:cNvSpPr>
            <p:nvPr/>
          </p:nvSpPr>
          <p:spPr bwMode="auto">
            <a:xfrm>
              <a:off x="1834" y="1218"/>
              <a:ext cx="875" cy="480"/>
            </a:xfrm>
            <a:custGeom>
              <a:avLst/>
              <a:gdLst>
                <a:gd name="T0" fmla="*/ 875 w 875"/>
                <a:gd name="T1" fmla="*/ 0 h 480"/>
                <a:gd name="T2" fmla="*/ 420 w 875"/>
                <a:gd name="T3" fmla="*/ 107 h 480"/>
                <a:gd name="T4" fmla="*/ 235 w 875"/>
                <a:gd name="T5" fmla="*/ 419 h 480"/>
                <a:gd name="T6" fmla="*/ 0 w 875"/>
                <a:gd name="T7" fmla="*/ 476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5"/>
                <a:gd name="T13" fmla="*/ 0 h 480"/>
                <a:gd name="T14" fmla="*/ 875 w 875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5" h="480">
                  <a:moveTo>
                    <a:pt x="875" y="0"/>
                  </a:moveTo>
                  <a:cubicBezTo>
                    <a:pt x="799" y="18"/>
                    <a:pt x="527" y="37"/>
                    <a:pt x="420" y="107"/>
                  </a:cubicBezTo>
                  <a:cubicBezTo>
                    <a:pt x="313" y="177"/>
                    <a:pt x="305" y="358"/>
                    <a:pt x="235" y="419"/>
                  </a:cubicBezTo>
                  <a:cubicBezTo>
                    <a:pt x="165" y="480"/>
                    <a:pt x="49" y="464"/>
                    <a:pt x="0" y="47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215" name="Freeform 186"/>
            <p:cNvSpPr>
              <a:spLocks/>
            </p:cNvSpPr>
            <p:nvPr/>
          </p:nvSpPr>
          <p:spPr bwMode="auto">
            <a:xfrm>
              <a:off x="1102" y="957"/>
              <a:ext cx="1607" cy="270"/>
            </a:xfrm>
            <a:custGeom>
              <a:avLst/>
              <a:gdLst>
                <a:gd name="T0" fmla="*/ 1607 w 1607"/>
                <a:gd name="T1" fmla="*/ 183 h 270"/>
                <a:gd name="T2" fmla="*/ 1031 w 1607"/>
                <a:gd name="T3" fmla="*/ 19 h 270"/>
                <a:gd name="T4" fmla="*/ 569 w 1607"/>
                <a:gd name="T5" fmla="*/ 69 h 270"/>
                <a:gd name="T6" fmla="*/ 242 w 1607"/>
                <a:gd name="T7" fmla="*/ 254 h 270"/>
                <a:gd name="T8" fmla="*/ 0 w 1607"/>
                <a:gd name="T9" fmla="*/ 168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7"/>
                <a:gd name="T16" fmla="*/ 0 h 270"/>
                <a:gd name="T17" fmla="*/ 1607 w 1607"/>
                <a:gd name="T18" fmla="*/ 270 h 2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7" h="270">
                  <a:moveTo>
                    <a:pt x="1607" y="183"/>
                  </a:moveTo>
                  <a:cubicBezTo>
                    <a:pt x="1405" y="110"/>
                    <a:pt x="1204" y="38"/>
                    <a:pt x="1031" y="19"/>
                  </a:cubicBezTo>
                  <a:cubicBezTo>
                    <a:pt x="858" y="0"/>
                    <a:pt x="700" y="30"/>
                    <a:pt x="569" y="69"/>
                  </a:cubicBezTo>
                  <a:cubicBezTo>
                    <a:pt x="438" y="108"/>
                    <a:pt x="337" y="238"/>
                    <a:pt x="242" y="254"/>
                  </a:cubicBezTo>
                  <a:cubicBezTo>
                    <a:pt x="147" y="270"/>
                    <a:pt x="73" y="219"/>
                    <a:pt x="0" y="16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216" name="Freeform 187"/>
            <p:cNvSpPr>
              <a:spLocks/>
            </p:cNvSpPr>
            <p:nvPr/>
          </p:nvSpPr>
          <p:spPr bwMode="auto">
            <a:xfrm>
              <a:off x="3121" y="1211"/>
              <a:ext cx="754" cy="533"/>
            </a:xfrm>
            <a:custGeom>
              <a:avLst/>
              <a:gdLst>
                <a:gd name="T0" fmla="*/ 0 w 754"/>
                <a:gd name="T1" fmla="*/ 0 h 533"/>
                <a:gd name="T2" fmla="*/ 164 w 754"/>
                <a:gd name="T3" fmla="*/ 256 h 533"/>
                <a:gd name="T4" fmla="*/ 541 w 754"/>
                <a:gd name="T5" fmla="*/ 284 h 533"/>
                <a:gd name="T6" fmla="*/ 754 w 754"/>
                <a:gd name="T7" fmla="*/ 533 h 5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4"/>
                <a:gd name="T13" fmla="*/ 0 h 533"/>
                <a:gd name="T14" fmla="*/ 754 w 754"/>
                <a:gd name="T15" fmla="*/ 533 h 5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4" h="533">
                  <a:moveTo>
                    <a:pt x="0" y="0"/>
                  </a:moveTo>
                  <a:cubicBezTo>
                    <a:pt x="37" y="104"/>
                    <a:pt x="74" y="209"/>
                    <a:pt x="164" y="256"/>
                  </a:cubicBezTo>
                  <a:cubicBezTo>
                    <a:pt x="254" y="303"/>
                    <a:pt x="443" y="238"/>
                    <a:pt x="541" y="284"/>
                  </a:cubicBezTo>
                  <a:cubicBezTo>
                    <a:pt x="639" y="330"/>
                    <a:pt x="696" y="431"/>
                    <a:pt x="754" y="53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217" name="Freeform 188"/>
            <p:cNvSpPr>
              <a:spLocks/>
            </p:cNvSpPr>
            <p:nvPr/>
          </p:nvSpPr>
          <p:spPr bwMode="auto">
            <a:xfrm>
              <a:off x="3121" y="898"/>
              <a:ext cx="1721" cy="270"/>
            </a:xfrm>
            <a:custGeom>
              <a:avLst/>
              <a:gdLst>
                <a:gd name="T0" fmla="*/ 0 w 1721"/>
                <a:gd name="T1" fmla="*/ 235 h 270"/>
                <a:gd name="T2" fmla="*/ 626 w 1721"/>
                <a:gd name="T3" fmla="*/ 28 h 270"/>
                <a:gd name="T4" fmla="*/ 1252 w 1721"/>
                <a:gd name="T5" fmla="*/ 64 h 270"/>
                <a:gd name="T6" fmla="*/ 1615 w 1721"/>
                <a:gd name="T7" fmla="*/ 213 h 270"/>
                <a:gd name="T8" fmla="*/ 1721 w 1721"/>
                <a:gd name="T9" fmla="*/ 270 h 2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1"/>
                <a:gd name="T16" fmla="*/ 0 h 270"/>
                <a:gd name="T17" fmla="*/ 1721 w 1721"/>
                <a:gd name="T18" fmla="*/ 270 h 2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1" h="270">
                  <a:moveTo>
                    <a:pt x="0" y="235"/>
                  </a:moveTo>
                  <a:cubicBezTo>
                    <a:pt x="104" y="201"/>
                    <a:pt x="417" y="56"/>
                    <a:pt x="626" y="28"/>
                  </a:cubicBezTo>
                  <a:cubicBezTo>
                    <a:pt x="835" y="0"/>
                    <a:pt x="1087" y="33"/>
                    <a:pt x="1252" y="64"/>
                  </a:cubicBezTo>
                  <a:cubicBezTo>
                    <a:pt x="1417" y="95"/>
                    <a:pt x="1537" y="179"/>
                    <a:pt x="1615" y="213"/>
                  </a:cubicBezTo>
                  <a:cubicBezTo>
                    <a:pt x="1693" y="247"/>
                    <a:pt x="1712" y="244"/>
                    <a:pt x="1721" y="27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8218" name="Rectangle 189"/>
            <p:cNvSpPr>
              <a:spLocks noChangeArrowheads="1"/>
            </p:cNvSpPr>
            <p:nvPr/>
          </p:nvSpPr>
          <p:spPr bwMode="auto">
            <a:xfrm>
              <a:off x="4332" y="655"/>
              <a:ext cx="4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მბმს</a:t>
              </a:r>
              <a:endParaRPr lang="ru-RU" b="1">
                <a:latin typeface="Arial" charset="0"/>
              </a:endParaRPr>
            </a:p>
          </p:txBody>
        </p:sp>
        <p:sp>
          <p:nvSpPr>
            <p:cNvPr id="8219" name="Rectangle 191"/>
            <p:cNvSpPr>
              <a:spLocks noChangeArrowheads="1"/>
            </p:cNvSpPr>
            <p:nvPr/>
          </p:nvSpPr>
          <p:spPr bwMode="auto">
            <a:xfrm>
              <a:off x="3584" y="1183"/>
              <a:ext cx="4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მბმს</a:t>
              </a:r>
              <a:endParaRPr lang="ru-RU" b="1">
                <a:latin typeface="Arial" charset="0"/>
              </a:endParaRPr>
            </a:p>
          </p:txBody>
        </p:sp>
        <p:sp>
          <p:nvSpPr>
            <p:cNvPr id="8220" name="Rectangle 192"/>
            <p:cNvSpPr>
              <a:spLocks noChangeArrowheads="1"/>
            </p:cNvSpPr>
            <p:nvPr/>
          </p:nvSpPr>
          <p:spPr bwMode="auto">
            <a:xfrm>
              <a:off x="1559" y="1147"/>
              <a:ext cx="4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მბმს</a:t>
              </a:r>
              <a:endParaRPr lang="ru-RU" b="1">
                <a:latin typeface="Arial" charset="0"/>
              </a:endParaRPr>
            </a:p>
          </p:txBody>
        </p:sp>
        <p:sp>
          <p:nvSpPr>
            <p:cNvPr id="8221" name="Rectangle 193"/>
            <p:cNvSpPr>
              <a:spLocks noChangeArrowheads="1"/>
            </p:cNvSpPr>
            <p:nvPr/>
          </p:nvSpPr>
          <p:spPr bwMode="auto">
            <a:xfrm>
              <a:off x="829" y="542"/>
              <a:ext cx="4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მბმს</a:t>
              </a:r>
              <a:endParaRPr lang="ru-RU" b="1">
                <a:latin typeface="Arial" charset="0"/>
              </a:endParaRPr>
            </a:p>
          </p:txBody>
        </p:sp>
      </p:grpSp>
      <p:grpSp>
        <p:nvGrpSpPr>
          <p:cNvPr id="8" name="Group 195"/>
          <p:cNvGrpSpPr>
            <a:grpSpLocks noChangeAspect="1"/>
          </p:cNvGrpSpPr>
          <p:nvPr/>
        </p:nvGrpSpPr>
        <p:grpSpPr bwMode="auto">
          <a:xfrm>
            <a:off x="750888" y="3375025"/>
            <a:ext cx="385762" cy="385763"/>
            <a:chOff x="2816" y="2458"/>
            <a:chExt cx="1728" cy="1728"/>
          </a:xfrm>
        </p:grpSpPr>
        <p:sp>
          <p:nvSpPr>
            <p:cNvPr id="8205" name="Oval 196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9" name="Group 197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8208" name="Rectangle 198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8209" name="Rectangle 199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8207" name="Freeform 200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1561" name="Rectangle 201"/>
          <p:cNvSpPr>
            <a:spLocks noChangeArrowheads="1"/>
          </p:cNvSpPr>
          <p:nvPr/>
        </p:nvSpPr>
        <p:spPr bwMode="auto">
          <a:xfrm>
            <a:off x="1195388" y="3260725"/>
            <a:ext cx="7324725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342900" indent="-342900"/>
            <a:r>
              <a:rPr lang="ka-GE" sz="2000">
                <a:latin typeface="Arial" charset="0"/>
              </a:rPr>
              <a:t>ერთსა და იმავე ბაზასთან ერთდროულად</a:t>
            </a:r>
          </a:p>
          <a:p>
            <a:pPr marL="342900" indent="-342900"/>
            <a:r>
              <a:rPr lang="ka-GE" sz="2000">
                <a:latin typeface="Arial" charset="0"/>
              </a:rPr>
              <a:t> რამოდენიმე მომხმარებელი მუშაობს</a:t>
            </a:r>
            <a:endParaRPr lang="ru-RU" sz="2000">
              <a:latin typeface="Arial" charset="0"/>
            </a:endParaRPr>
          </a:p>
        </p:txBody>
      </p:sp>
      <p:grpSp>
        <p:nvGrpSpPr>
          <p:cNvPr id="10" name="Group 202"/>
          <p:cNvGrpSpPr>
            <a:grpSpLocks noChangeAspect="1"/>
          </p:cNvGrpSpPr>
          <p:nvPr/>
        </p:nvGrpSpPr>
        <p:grpSpPr bwMode="auto">
          <a:xfrm>
            <a:off x="742950" y="3875088"/>
            <a:ext cx="395288" cy="395287"/>
            <a:chOff x="552" y="2523"/>
            <a:chExt cx="1728" cy="1728"/>
          </a:xfrm>
        </p:grpSpPr>
        <p:sp>
          <p:nvSpPr>
            <p:cNvPr id="8203" name="Oval 203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8204" name="Rectangle 204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71565" name="Rectangle 205"/>
          <p:cNvSpPr>
            <a:spLocks noChangeArrowheads="1"/>
          </p:cNvSpPr>
          <p:nvPr/>
        </p:nvSpPr>
        <p:spPr bwMode="auto">
          <a:xfrm>
            <a:off x="1211263" y="4038600"/>
            <a:ext cx="7758112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 sz="2000">
                <a:latin typeface="Arial" charset="0"/>
              </a:rPr>
              <a:t>ძირითად სამუშაოს ასრულებენ სამუშაო სადგურები (სსადგ), ისინი მძლავრები უნდა იყვნენ</a:t>
            </a:r>
            <a:endParaRPr lang="ru-RU" sz="20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2000">
                <a:latin typeface="Arial" charset="0"/>
              </a:rPr>
              <a:t>სტრიქონის მოსაძებნად პერსონალურ კომპიუტერზე ხდება მთელი </a:t>
            </a:r>
            <a:r>
              <a:rPr lang="ka-GE" sz="2000">
                <a:solidFill>
                  <a:srgbClr val="FF6699"/>
                </a:solidFill>
                <a:latin typeface="Arial" charset="0"/>
              </a:rPr>
              <a:t>მბ</a:t>
            </a:r>
            <a:r>
              <a:rPr lang="ka-GE" sz="2000">
                <a:latin typeface="Arial" charset="0"/>
              </a:rPr>
              <a:t>-ის კოპირება-ქსელის დატვირთვა იზრდება</a:t>
            </a:r>
            <a:endParaRPr lang="ru-RU" sz="20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2000">
                <a:latin typeface="Arial" charset="0"/>
              </a:rPr>
              <a:t>არასანქცირებული შეღწევისაგან დაცვის დაბალი დონე</a:t>
            </a:r>
          </a:p>
          <a:p>
            <a:pPr marL="342900" indent="-342900">
              <a:buFontTx/>
              <a:buAutoNum type="arabicParenR"/>
            </a:pPr>
            <a:r>
              <a:rPr lang="ka-GE" sz="2000">
                <a:latin typeface="Arial" charset="0"/>
              </a:rPr>
              <a:t>სხვადასხვა კომპიუტერებიდან ერთდროული ცვლილებების განხორციელების სირთულე</a:t>
            </a:r>
            <a:endParaRPr lang="ru-RU" sz="20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1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71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1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1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561" grpId="0"/>
      <p:bldP spid="27156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20B5CC33-3D24-4CE3-84AB-631EF13CCB89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7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9219" name="Line 2"/>
          <p:cNvSpPr>
            <a:spLocks noChangeShapeType="1"/>
          </p:cNvSpPr>
          <p:nvPr/>
        </p:nvSpPr>
        <p:spPr bwMode="auto">
          <a:xfrm>
            <a:off x="349250" y="923925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კლიენტ-სერვერული სს</a:t>
            </a:r>
            <a:endParaRPr lang="ru-RU" sz="3000" b="1">
              <a:latin typeface="Arial" charset="0"/>
            </a:endParaRP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759450" y="2414588"/>
            <a:ext cx="1157288" cy="1169987"/>
            <a:chOff x="1950" y="2534"/>
            <a:chExt cx="1547" cy="1277"/>
          </a:xfrm>
        </p:grpSpPr>
        <p:sp>
          <p:nvSpPr>
            <p:cNvPr id="9320" name="AutoShape 42"/>
            <p:cNvSpPr>
              <a:spLocks noChangeAspect="1" noChangeArrowheads="1" noTextEdit="1"/>
            </p:cNvSpPr>
            <p:nvPr/>
          </p:nvSpPr>
          <p:spPr bwMode="auto">
            <a:xfrm>
              <a:off x="1950" y="2537"/>
              <a:ext cx="1440" cy="1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1" name="AutoShape 43"/>
            <p:cNvSpPr>
              <a:spLocks noChangeAspect="1" noChangeArrowheads="1" noTextEdit="1"/>
            </p:cNvSpPr>
            <p:nvPr/>
          </p:nvSpPr>
          <p:spPr bwMode="auto">
            <a:xfrm>
              <a:off x="2366" y="2534"/>
              <a:ext cx="1131" cy="1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2" name="Freeform 44"/>
            <p:cNvSpPr>
              <a:spLocks/>
            </p:cNvSpPr>
            <p:nvPr/>
          </p:nvSpPr>
          <p:spPr bwMode="auto">
            <a:xfrm>
              <a:off x="2145" y="3062"/>
              <a:ext cx="921" cy="399"/>
            </a:xfrm>
            <a:custGeom>
              <a:avLst/>
              <a:gdLst>
                <a:gd name="T0" fmla="*/ 0 w 921"/>
                <a:gd name="T1" fmla="*/ 190 h 399"/>
                <a:gd name="T2" fmla="*/ 522 w 921"/>
                <a:gd name="T3" fmla="*/ 399 h 399"/>
                <a:gd name="T4" fmla="*/ 913 w 921"/>
                <a:gd name="T5" fmla="*/ 251 h 399"/>
                <a:gd name="T6" fmla="*/ 921 w 921"/>
                <a:gd name="T7" fmla="*/ 85 h 399"/>
                <a:gd name="T8" fmla="*/ 680 w 921"/>
                <a:gd name="T9" fmla="*/ 0 h 399"/>
                <a:gd name="T10" fmla="*/ 0 w 921"/>
                <a:gd name="T11" fmla="*/ 190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1"/>
                <a:gd name="T19" fmla="*/ 0 h 399"/>
                <a:gd name="T20" fmla="*/ 921 w 92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1" h="399">
                  <a:moveTo>
                    <a:pt x="0" y="190"/>
                  </a:moveTo>
                  <a:lnTo>
                    <a:pt x="522" y="399"/>
                  </a:lnTo>
                  <a:lnTo>
                    <a:pt x="913" y="251"/>
                  </a:lnTo>
                  <a:lnTo>
                    <a:pt x="921" y="85"/>
                  </a:lnTo>
                  <a:lnTo>
                    <a:pt x="680" y="0"/>
                  </a:lnTo>
                  <a:lnTo>
                    <a:pt x="0" y="190"/>
                  </a:lnTo>
                  <a:close/>
                </a:path>
              </a:pathLst>
            </a:custGeom>
            <a:blipFill dpi="0" rotWithShape="1">
              <a:blip r:embed="rId3" cstate="print"/>
              <a:srcRect/>
              <a:tile tx="0" ty="0" sx="100000" sy="100000" flip="none" algn="tl"/>
            </a:blip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3" name="Freeform 45"/>
            <p:cNvSpPr>
              <a:spLocks/>
            </p:cNvSpPr>
            <p:nvPr/>
          </p:nvSpPr>
          <p:spPr bwMode="auto">
            <a:xfrm>
              <a:off x="3002" y="2631"/>
              <a:ext cx="338" cy="438"/>
            </a:xfrm>
            <a:custGeom>
              <a:avLst/>
              <a:gdLst>
                <a:gd name="T0" fmla="*/ 266 w 676"/>
                <a:gd name="T1" fmla="*/ 217 h 876"/>
                <a:gd name="T2" fmla="*/ 271 w 676"/>
                <a:gd name="T3" fmla="*/ 184 h 876"/>
                <a:gd name="T4" fmla="*/ 271 w 676"/>
                <a:gd name="T5" fmla="*/ 150 h 876"/>
                <a:gd name="T6" fmla="*/ 265 w 676"/>
                <a:gd name="T7" fmla="*/ 117 h 876"/>
                <a:gd name="T8" fmla="*/ 255 w 676"/>
                <a:gd name="T9" fmla="*/ 88 h 876"/>
                <a:gd name="T10" fmla="*/ 240 w 676"/>
                <a:gd name="T11" fmla="*/ 61 h 876"/>
                <a:gd name="T12" fmla="*/ 222 w 676"/>
                <a:gd name="T13" fmla="*/ 38 h 876"/>
                <a:gd name="T14" fmla="*/ 200 w 676"/>
                <a:gd name="T15" fmla="*/ 20 h 876"/>
                <a:gd name="T16" fmla="*/ 176 w 676"/>
                <a:gd name="T17" fmla="*/ 7 h 876"/>
                <a:gd name="T18" fmla="*/ 150 w 676"/>
                <a:gd name="T19" fmla="*/ 1 h 876"/>
                <a:gd name="T20" fmla="*/ 122 w 676"/>
                <a:gd name="T21" fmla="*/ 1 h 876"/>
                <a:gd name="T22" fmla="*/ 95 w 676"/>
                <a:gd name="T23" fmla="*/ 7 h 876"/>
                <a:gd name="T24" fmla="*/ 71 w 676"/>
                <a:gd name="T25" fmla="*/ 20 h 876"/>
                <a:gd name="T26" fmla="*/ 49 w 676"/>
                <a:gd name="T27" fmla="*/ 38 h 876"/>
                <a:gd name="T28" fmla="*/ 31 w 676"/>
                <a:gd name="T29" fmla="*/ 61 h 876"/>
                <a:gd name="T30" fmla="*/ 17 w 676"/>
                <a:gd name="T31" fmla="*/ 88 h 876"/>
                <a:gd name="T32" fmla="*/ 6 w 676"/>
                <a:gd name="T33" fmla="*/ 117 h 876"/>
                <a:gd name="T34" fmla="*/ 1 w 676"/>
                <a:gd name="T35" fmla="*/ 150 h 876"/>
                <a:gd name="T36" fmla="*/ 1 w 676"/>
                <a:gd name="T37" fmla="*/ 185 h 876"/>
                <a:gd name="T38" fmla="*/ 5 w 676"/>
                <a:gd name="T39" fmla="*/ 217 h 876"/>
                <a:gd name="T40" fmla="*/ 15 w 676"/>
                <a:gd name="T41" fmla="*/ 247 h 876"/>
                <a:gd name="T42" fmla="*/ 28 w 676"/>
                <a:gd name="T43" fmla="*/ 274 h 876"/>
                <a:gd name="T44" fmla="*/ 45 w 676"/>
                <a:gd name="T45" fmla="*/ 297 h 876"/>
                <a:gd name="T46" fmla="*/ 66 w 676"/>
                <a:gd name="T47" fmla="*/ 315 h 876"/>
                <a:gd name="T48" fmla="*/ 89 w 676"/>
                <a:gd name="T49" fmla="*/ 328 h 876"/>
                <a:gd name="T50" fmla="*/ 115 w 676"/>
                <a:gd name="T51" fmla="*/ 334 h 876"/>
                <a:gd name="T52" fmla="*/ 133 w 676"/>
                <a:gd name="T53" fmla="*/ 335 h 876"/>
                <a:gd name="T54" fmla="*/ 139 w 676"/>
                <a:gd name="T55" fmla="*/ 335 h 876"/>
                <a:gd name="T56" fmla="*/ 145 w 676"/>
                <a:gd name="T57" fmla="*/ 334 h 876"/>
                <a:gd name="T58" fmla="*/ 151 w 676"/>
                <a:gd name="T59" fmla="*/ 332 h 876"/>
                <a:gd name="T60" fmla="*/ 138 w 676"/>
                <a:gd name="T61" fmla="*/ 389 h 876"/>
                <a:gd name="T62" fmla="*/ 143 w 676"/>
                <a:gd name="T63" fmla="*/ 393 h 876"/>
                <a:gd name="T64" fmla="*/ 157 w 676"/>
                <a:gd name="T65" fmla="*/ 404 h 876"/>
                <a:gd name="T66" fmla="*/ 178 w 676"/>
                <a:gd name="T67" fmla="*/ 419 h 876"/>
                <a:gd name="T68" fmla="*/ 205 w 676"/>
                <a:gd name="T69" fmla="*/ 433 h 876"/>
                <a:gd name="T70" fmla="*/ 220 w 676"/>
                <a:gd name="T71" fmla="*/ 438 h 876"/>
                <a:gd name="T72" fmla="*/ 235 w 676"/>
                <a:gd name="T73" fmla="*/ 438 h 876"/>
                <a:gd name="T74" fmla="*/ 251 w 676"/>
                <a:gd name="T75" fmla="*/ 435 h 876"/>
                <a:gd name="T76" fmla="*/ 266 w 676"/>
                <a:gd name="T77" fmla="*/ 430 h 876"/>
                <a:gd name="T78" fmla="*/ 279 w 676"/>
                <a:gd name="T79" fmla="*/ 423 h 876"/>
                <a:gd name="T80" fmla="*/ 291 w 676"/>
                <a:gd name="T81" fmla="*/ 417 h 876"/>
                <a:gd name="T82" fmla="*/ 301 w 676"/>
                <a:gd name="T83" fmla="*/ 412 h 876"/>
                <a:gd name="T84" fmla="*/ 309 w 676"/>
                <a:gd name="T85" fmla="*/ 408 h 876"/>
                <a:gd name="T86" fmla="*/ 320 w 676"/>
                <a:gd name="T87" fmla="*/ 400 h 876"/>
                <a:gd name="T88" fmla="*/ 329 w 676"/>
                <a:gd name="T89" fmla="*/ 385 h 876"/>
                <a:gd name="T90" fmla="*/ 336 w 676"/>
                <a:gd name="T91" fmla="*/ 372 h 876"/>
                <a:gd name="T92" fmla="*/ 338 w 676"/>
                <a:gd name="T93" fmla="*/ 366 h 87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76"/>
                <a:gd name="T142" fmla="*/ 0 h 876"/>
                <a:gd name="T143" fmla="*/ 676 w 676"/>
                <a:gd name="T144" fmla="*/ 876 h 87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76" h="876">
                  <a:moveTo>
                    <a:pt x="521" y="464"/>
                  </a:moveTo>
                  <a:lnTo>
                    <a:pt x="531" y="433"/>
                  </a:lnTo>
                  <a:lnTo>
                    <a:pt x="538" y="402"/>
                  </a:lnTo>
                  <a:lnTo>
                    <a:pt x="541" y="368"/>
                  </a:lnTo>
                  <a:lnTo>
                    <a:pt x="542" y="335"/>
                  </a:lnTo>
                  <a:lnTo>
                    <a:pt x="541" y="300"/>
                  </a:lnTo>
                  <a:lnTo>
                    <a:pt x="536" y="267"/>
                  </a:lnTo>
                  <a:lnTo>
                    <a:pt x="529" y="235"/>
                  </a:lnTo>
                  <a:lnTo>
                    <a:pt x="521" y="205"/>
                  </a:lnTo>
                  <a:lnTo>
                    <a:pt x="510" y="175"/>
                  </a:lnTo>
                  <a:lnTo>
                    <a:pt x="496" y="147"/>
                  </a:lnTo>
                  <a:lnTo>
                    <a:pt x="480" y="122"/>
                  </a:lnTo>
                  <a:lnTo>
                    <a:pt x="463" y="97"/>
                  </a:lnTo>
                  <a:lnTo>
                    <a:pt x="444" y="76"/>
                  </a:lnTo>
                  <a:lnTo>
                    <a:pt x="422" y="57"/>
                  </a:lnTo>
                  <a:lnTo>
                    <a:pt x="400" y="40"/>
                  </a:lnTo>
                  <a:lnTo>
                    <a:pt x="377" y="26"/>
                  </a:lnTo>
                  <a:lnTo>
                    <a:pt x="352" y="15"/>
                  </a:lnTo>
                  <a:lnTo>
                    <a:pt x="326" y="6"/>
                  </a:lnTo>
                  <a:lnTo>
                    <a:pt x="299" y="1"/>
                  </a:lnTo>
                  <a:lnTo>
                    <a:pt x="271" y="0"/>
                  </a:lnTo>
                  <a:lnTo>
                    <a:pt x="244" y="1"/>
                  </a:lnTo>
                  <a:lnTo>
                    <a:pt x="217" y="6"/>
                  </a:lnTo>
                  <a:lnTo>
                    <a:pt x="191" y="15"/>
                  </a:lnTo>
                  <a:lnTo>
                    <a:pt x="166" y="26"/>
                  </a:lnTo>
                  <a:lnTo>
                    <a:pt x="142" y="40"/>
                  </a:lnTo>
                  <a:lnTo>
                    <a:pt x="119" y="57"/>
                  </a:lnTo>
                  <a:lnTo>
                    <a:pt x="99" y="76"/>
                  </a:lnTo>
                  <a:lnTo>
                    <a:pt x="79" y="97"/>
                  </a:lnTo>
                  <a:lnTo>
                    <a:pt x="62" y="122"/>
                  </a:lnTo>
                  <a:lnTo>
                    <a:pt x="46" y="147"/>
                  </a:lnTo>
                  <a:lnTo>
                    <a:pt x="33" y="175"/>
                  </a:lnTo>
                  <a:lnTo>
                    <a:pt x="22" y="205"/>
                  </a:lnTo>
                  <a:lnTo>
                    <a:pt x="12" y="235"/>
                  </a:lnTo>
                  <a:lnTo>
                    <a:pt x="5" y="267"/>
                  </a:lnTo>
                  <a:lnTo>
                    <a:pt x="1" y="300"/>
                  </a:lnTo>
                  <a:lnTo>
                    <a:pt x="0" y="335"/>
                  </a:lnTo>
                  <a:lnTo>
                    <a:pt x="1" y="369"/>
                  </a:lnTo>
                  <a:lnTo>
                    <a:pt x="4" y="402"/>
                  </a:lnTo>
                  <a:lnTo>
                    <a:pt x="11" y="434"/>
                  </a:lnTo>
                  <a:lnTo>
                    <a:pt x="19" y="465"/>
                  </a:lnTo>
                  <a:lnTo>
                    <a:pt x="30" y="494"/>
                  </a:lnTo>
                  <a:lnTo>
                    <a:pt x="42" y="521"/>
                  </a:lnTo>
                  <a:lnTo>
                    <a:pt x="57" y="548"/>
                  </a:lnTo>
                  <a:lnTo>
                    <a:pt x="73" y="571"/>
                  </a:lnTo>
                  <a:lnTo>
                    <a:pt x="91" y="593"/>
                  </a:lnTo>
                  <a:lnTo>
                    <a:pt x="111" y="612"/>
                  </a:lnTo>
                  <a:lnTo>
                    <a:pt x="132" y="630"/>
                  </a:lnTo>
                  <a:lnTo>
                    <a:pt x="155" y="644"/>
                  </a:lnTo>
                  <a:lnTo>
                    <a:pt x="179" y="655"/>
                  </a:lnTo>
                  <a:lnTo>
                    <a:pt x="205" y="663"/>
                  </a:lnTo>
                  <a:lnTo>
                    <a:pt x="231" y="668"/>
                  </a:lnTo>
                  <a:lnTo>
                    <a:pt x="259" y="670"/>
                  </a:lnTo>
                  <a:lnTo>
                    <a:pt x="265" y="670"/>
                  </a:lnTo>
                  <a:lnTo>
                    <a:pt x="270" y="669"/>
                  </a:lnTo>
                  <a:lnTo>
                    <a:pt x="277" y="669"/>
                  </a:lnTo>
                  <a:lnTo>
                    <a:pt x="283" y="668"/>
                  </a:lnTo>
                  <a:lnTo>
                    <a:pt x="290" y="667"/>
                  </a:lnTo>
                  <a:lnTo>
                    <a:pt x="296" y="665"/>
                  </a:lnTo>
                  <a:lnTo>
                    <a:pt x="301" y="664"/>
                  </a:lnTo>
                  <a:lnTo>
                    <a:pt x="307" y="663"/>
                  </a:lnTo>
                  <a:lnTo>
                    <a:pt x="276" y="778"/>
                  </a:lnTo>
                  <a:lnTo>
                    <a:pt x="278" y="781"/>
                  </a:lnTo>
                  <a:lnTo>
                    <a:pt x="285" y="786"/>
                  </a:lnTo>
                  <a:lnTo>
                    <a:pt x="298" y="797"/>
                  </a:lnTo>
                  <a:lnTo>
                    <a:pt x="313" y="808"/>
                  </a:lnTo>
                  <a:lnTo>
                    <a:pt x="333" y="822"/>
                  </a:lnTo>
                  <a:lnTo>
                    <a:pt x="356" y="837"/>
                  </a:lnTo>
                  <a:lnTo>
                    <a:pt x="381" y="852"/>
                  </a:lnTo>
                  <a:lnTo>
                    <a:pt x="410" y="866"/>
                  </a:lnTo>
                  <a:lnTo>
                    <a:pt x="425" y="872"/>
                  </a:lnTo>
                  <a:lnTo>
                    <a:pt x="440" y="875"/>
                  </a:lnTo>
                  <a:lnTo>
                    <a:pt x="456" y="876"/>
                  </a:lnTo>
                  <a:lnTo>
                    <a:pt x="471" y="875"/>
                  </a:lnTo>
                  <a:lnTo>
                    <a:pt x="487" y="873"/>
                  </a:lnTo>
                  <a:lnTo>
                    <a:pt x="502" y="869"/>
                  </a:lnTo>
                  <a:lnTo>
                    <a:pt x="517" y="865"/>
                  </a:lnTo>
                  <a:lnTo>
                    <a:pt x="531" y="859"/>
                  </a:lnTo>
                  <a:lnTo>
                    <a:pt x="544" y="853"/>
                  </a:lnTo>
                  <a:lnTo>
                    <a:pt x="558" y="846"/>
                  </a:lnTo>
                  <a:lnTo>
                    <a:pt x="571" y="839"/>
                  </a:lnTo>
                  <a:lnTo>
                    <a:pt x="582" y="834"/>
                  </a:lnTo>
                  <a:lnTo>
                    <a:pt x="593" y="828"/>
                  </a:lnTo>
                  <a:lnTo>
                    <a:pt x="602" y="823"/>
                  </a:lnTo>
                  <a:lnTo>
                    <a:pt x="610" y="819"/>
                  </a:lnTo>
                  <a:lnTo>
                    <a:pt x="617" y="816"/>
                  </a:lnTo>
                  <a:lnTo>
                    <a:pt x="629" y="809"/>
                  </a:lnTo>
                  <a:lnTo>
                    <a:pt x="640" y="799"/>
                  </a:lnTo>
                  <a:lnTo>
                    <a:pt x="649" y="785"/>
                  </a:lnTo>
                  <a:lnTo>
                    <a:pt x="658" y="770"/>
                  </a:lnTo>
                  <a:lnTo>
                    <a:pt x="665" y="755"/>
                  </a:lnTo>
                  <a:lnTo>
                    <a:pt x="671" y="743"/>
                  </a:lnTo>
                  <a:lnTo>
                    <a:pt x="675" y="735"/>
                  </a:lnTo>
                  <a:lnTo>
                    <a:pt x="676" y="731"/>
                  </a:lnTo>
                  <a:lnTo>
                    <a:pt x="521" y="464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4" name="Freeform 46"/>
            <p:cNvSpPr>
              <a:spLocks/>
            </p:cNvSpPr>
            <p:nvPr/>
          </p:nvSpPr>
          <p:spPr bwMode="auto">
            <a:xfrm>
              <a:off x="3005" y="2536"/>
              <a:ext cx="491" cy="398"/>
            </a:xfrm>
            <a:custGeom>
              <a:avLst/>
              <a:gdLst>
                <a:gd name="T0" fmla="*/ 488 w 983"/>
                <a:gd name="T1" fmla="*/ 180 h 798"/>
                <a:gd name="T2" fmla="*/ 481 w 983"/>
                <a:gd name="T3" fmla="*/ 151 h 798"/>
                <a:gd name="T4" fmla="*/ 470 w 983"/>
                <a:gd name="T5" fmla="*/ 129 h 798"/>
                <a:gd name="T6" fmla="*/ 450 w 983"/>
                <a:gd name="T7" fmla="*/ 100 h 798"/>
                <a:gd name="T8" fmla="*/ 425 w 983"/>
                <a:gd name="T9" fmla="*/ 79 h 798"/>
                <a:gd name="T10" fmla="*/ 391 w 983"/>
                <a:gd name="T11" fmla="*/ 71 h 798"/>
                <a:gd name="T12" fmla="*/ 360 w 983"/>
                <a:gd name="T13" fmla="*/ 75 h 798"/>
                <a:gd name="T14" fmla="*/ 332 w 983"/>
                <a:gd name="T15" fmla="*/ 81 h 798"/>
                <a:gd name="T16" fmla="*/ 311 w 983"/>
                <a:gd name="T17" fmla="*/ 62 h 798"/>
                <a:gd name="T18" fmla="*/ 282 w 983"/>
                <a:gd name="T19" fmla="*/ 35 h 798"/>
                <a:gd name="T20" fmla="*/ 243 w 983"/>
                <a:gd name="T21" fmla="*/ 13 h 798"/>
                <a:gd name="T22" fmla="*/ 216 w 983"/>
                <a:gd name="T23" fmla="*/ 4 h 798"/>
                <a:gd name="T24" fmla="*/ 188 w 983"/>
                <a:gd name="T25" fmla="*/ 0 h 798"/>
                <a:gd name="T26" fmla="*/ 158 w 983"/>
                <a:gd name="T27" fmla="*/ 1 h 798"/>
                <a:gd name="T28" fmla="*/ 132 w 983"/>
                <a:gd name="T29" fmla="*/ 5 h 798"/>
                <a:gd name="T30" fmla="*/ 109 w 983"/>
                <a:gd name="T31" fmla="*/ 8 h 798"/>
                <a:gd name="T32" fmla="*/ 87 w 983"/>
                <a:gd name="T33" fmla="*/ 13 h 798"/>
                <a:gd name="T34" fmla="*/ 69 w 983"/>
                <a:gd name="T35" fmla="*/ 18 h 798"/>
                <a:gd name="T36" fmla="*/ 53 w 983"/>
                <a:gd name="T37" fmla="*/ 25 h 798"/>
                <a:gd name="T38" fmla="*/ 20 w 983"/>
                <a:gd name="T39" fmla="*/ 48 h 798"/>
                <a:gd name="T40" fmla="*/ 3 w 983"/>
                <a:gd name="T41" fmla="*/ 79 h 798"/>
                <a:gd name="T42" fmla="*/ 1 w 983"/>
                <a:gd name="T43" fmla="*/ 115 h 798"/>
                <a:gd name="T44" fmla="*/ 11 w 983"/>
                <a:gd name="T45" fmla="*/ 144 h 798"/>
                <a:gd name="T46" fmla="*/ 34 w 983"/>
                <a:gd name="T47" fmla="*/ 166 h 798"/>
                <a:gd name="T48" fmla="*/ 67 w 983"/>
                <a:gd name="T49" fmla="*/ 182 h 798"/>
                <a:gd name="T50" fmla="*/ 109 w 983"/>
                <a:gd name="T51" fmla="*/ 194 h 798"/>
                <a:gd name="T52" fmla="*/ 159 w 983"/>
                <a:gd name="T53" fmla="*/ 202 h 798"/>
                <a:gd name="T54" fmla="*/ 179 w 983"/>
                <a:gd name="T55" fmla="*/ 209 h 798"/>
                <a:gd name="T56" fmla="*/ 199 w 983"/>
                <a:gd name="T57" fmla="*/ 222 h 798"/>
                <a:gd name="T58" fmla="*/ 210 w 983"/>
                <a:gd name="T59" fmla="*/ 301 h 798"/>
                <a:gd name="T60" fmla="*/ 216 w 983"/>
                <a:gd name="T61" fmla="*/ 316 h 798"/>
                <a:gd name="T62" fmla="*/ 237 w 983"/>
                <a:gd name="T63" fmla="*/ 350 h 798"/>
                <a:gd name="T64" fmla="*/ 269 w 983"/>
                <a:gd name="T65" fmla="*/ 382 h 798"/>
                <a:gd name="T66" fmla="*/ 298 w 983"/>
                <a:gd name="T67" fmla="*/ 398 h 798"/>
                <a:gd name="T68" fmla="*/ 324 w 983"/>
                <a:gd name="T69" fmla="*/ 393 h 798"/>
                <a:gd name="T70" fmla="*/ 344 w 983"/>
                <a:gd name="T71" fmla="*/ 368 h 798"/>
                <a:gd name="T72" fmla="*/ 347 w 983"/>
                <a:gd name="T73" fmla="*/ 341 h 798"/>
                <a:gd name="T74" fmla="*/ 345 w 983"/>
                <a:gd name="T75" fmla="*/ 328 h 798"/>
                <a:gd name="T76" fmla="*/ 355 w 983"/>
                <a:gd name="T77" fmla="*/ 336 h 798"/>
                <a:gd name="T78" fmla="*/ 378 w 983"/>
                <a:gd name="T79" fmla="*/ 347 h 798"/>
                <a:gd name="T80" fmla="*/ 405 w 983"/>
                <a:gd name="T81" fmla="*/ 349 h 798"/>
                <a:gd name="T82" fmla="*/ 443 w 983"/>
                <a:gd name="T83" fmla="*/ 330 h 798"/>
                <a:gd name="T84" fmla="*/ 477 w 983"/>
                <a:gd name="T85" fmla="*/ 291 h 798"/>
                <a:gd name="T86" fmla="*/ 490 w 983"/>
                <a:gd name="T87" fmla="*/ 236 h 79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83"/>
                <a:gd name="T133" fmla="*/ 0 h 798"/>
                <a:gd name="T134" fmla="*/ 983 w 983"/>
                <a:gd name="T135" fmla="*/ 798 h 79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83" h="798">
                  <a:moveTo>
                    <a:pt x="982" y="406"/>
                  </a:moveTo>
                  <a:lnTo>
                    <a:pt x="979" y="383"/>
                  </a:lnTo>
                  <a:lnTo>
                    <a:pt x="977" y="361"/>
                  </a:lnTo>
                  <a:lnTo>
                    <a:pt x="972" y="341"/>
                  </a:lnTo>
                  <a:lnTo>
                    <a:pt x="968" y="322"/>
                  </a:lnTo>
                  <a:lnTo>
                    <a:pt x="962" y="303"/>
                  </a:lnTo>
                  <a:lnTo>
                    <a:pt x="955" y="287"/>
                  </a:lnTo>
                  <a:lnTo>
                    <a:pt x="948" y="272"/>
                  </a:lnTo>
                  <a:lnTo>
                    <a:pt x="940" y="259"/>
                  </a:lnTo>
                  <a:lnTo>
                    <a:pt x="926" y="238"/>
                  </a:lnTo>
                  <a:lnTo>
                    <a:pt x="914" y="218"/>
                  </a:lnTo>
                  <a:lnTo>
                    <a:pt x="900" y="200"/>
                  </a:lnTo>
                  <a:lnTo>
                    <a:pt x="886" y="184"/>
                  </a:lnTo>
                  <a:lnTo>
                    <a:pt x="870" y="171"/>
                  </a:lnTo>
                  <a:lnTo>
                    <a:pt x="850" y="159"/>
                  </a:lnTo>
                  <a:lnTo>
                    <a:pt x="829" y="150"/>
                  </a:lnTo>
                  <a:lnTo>
                    <a:pt x="803" y="144"/>
                  </a:lnTo>
                  <a:lnTo>
                    <a:pt x="782" y="143"/>
                  </a:lnTo>
                  <a:lnTo>
                    <a:pt x="762" y="144"/>
                  </a:lnTo>
                  <a:lnTo>
                    <a:pt x="741" y="147"/>
                  </a:lnTo>
                  <a:lnTo>
                    <a:pt x="720" y="150"/>
                  </a:lnTo>
                  <a:lnTo>
                    <a:pt x="701" y="155"/>
                  </a:lnTo>
                  <a:lnTo>
                    <a:pt x="682" y="158"/>
                  </a:lnTo>
                  <a:lnTo>
                    <a:pt x="665" y="162"/>
                  </a:lnTo>
                  <a:lnTo>
                    <a:pt x="651" y="164"/>
                  </a:lnTo>
                  <a:lnTo>
                    <a:pt x="638" y="144"/>
                  </a:lnTo>
                  <a:lnTo>
                    <a:pt x="622" y="125"/>
                  </a:lnTo>
                  <a:lnTo>
                    <a:pt x="605" y="105"/>
                  </a:lnTo>
                  <a:lnTo>
                    <a:pt x="586" y="87"/>
                  </a:lnTo>
                  <a:lnTo>
                    <a:pt x="564" y="70"/>
                  </a:lnTo>
                  <a:lnTo>
                    <a:pt x="539" y="53"/>
                  </a:lnTo>
                  <a:lnTo>
                    <a:pt x="514" y="38"/>
                  </a:lnTo>
                  <a:lnTo>
                    <a:pt x="486" y="26"/>
                  </a:lnTo>
                  <a:lnTo>
                    <a:pt x="469" y="19"/>
                  </a:lnTo>
                  <a:lnTo>
                    <a:pt x="451" y="13"/>
                  </a:lnTo>
                  <a:lnTo>
                    <a:pt x="432" y="9"/>
                  </a:lnTo>
                  <a:lnTo>
                    <a:pt x="414" y="5"/>
                  </a:lnTo>
                  <a:lnTo>
                    <a:pt x="395" y="2"/>
                  </a:lnTo>
                  <a:lnTo>
                    <a:pt x="376" y="0"/>
                  </a:lnTo>
                  <a:lnTo>
                    <a:pt x="355" y="0"/>
                  </a:lnTo>
                  <a:lnTo>
                    <a:pt x="336" y="2"/>
                  </a:lnTo>
                  <a:lnTo>
                    <a:pt x="317" y="3"/>
                  </a:lnTo>
                  <a:lnTo>
                    <a:pt x="299" y="5"/>
                  </a:lnTo>
                  <a:lnTo>
                    <a:pt x="281" y="7"/>
                  </a:lnTo>
                  <a:lnTo>
                    <a:pt x="265" y="10"/>
                  </a:lnTo>
                  <a:lnTo>
                    <a:pt x="249" y="12"/>
                  </a:lnTo>
                  <a:lnTo>
                    <a:pt x="233" y="14"/>
                  </a:lnTo>
                  <a:lnTo>
                    <a:pt x="218" y="17"/>
                  </a:lnTo>
                  <a:lnTo>
                    <a:pt x="203" y="20"/>
                  </a:lnTo>
                  <a:lnTo>
                    <a:pt x="189" y="23"/>
                  </a:lnTo>
                  <a:lnTo>
                    <a:pt x="175" y="27"/>
                  </a:lnTo>
                  <a:lnTo>
                    <a:pt x="163" y="30"/>
                  </a:lnTo>
                  <a:lnTo>
                    <a:pt x="150" y="34"/>
                  </a:lnTo>
                  <a:lnTo>
                    <a:pt x="139" y="37"/>
                  </a:lnTo>
                  <a:lnTo>
                    <a:pt x="127" y="42"/>
                  </a:lnTo>
                  <a:lnTo>
                    <a:pt x="117" y="47"/>
                  </a:lnTo>
                  <a:lnTo>
                    <a:pt x="106" y="51"/>
                  </a:lnTo>
                  <a:lnTo>
                    <a:pt x="81" y="65"/>
                  </a:lnTo>
                  <a:lnTo>
                    <a:pt x="59" y="80"/>
                  </a:lnTo>
                  <a:lnTo>
                    <a:pt x="41" y="97"/>
                  </a:lnTo>
                  <a:lnTo>
                    <a:pt x="26" y="116"/>
                  </a:lnTo>
                  <a:lnTo>
                    <a:pt x="14" y="136"/>
                  </a:lnTo>
                  <a:lnTo>
                    <a:pt x="6" y="159"/>
                  </a:lnTo>
                  <a:lnTo>
                    <a:pt x="2" y="184"/>
                  </a:lnTo>
                  <a:lnTo>
                    <a:pt x="0" y="209"/>
                  </a:lnTo>
                  <a:lnTo>
                    <a:pt x="2" y="231"/>
                  </a:lnTo>
                  <a:lnTo>
                    <a:pt x="6" y="252"/>
                  </a:lnTo>
                  <a:lnTo>
                    <a:pt x="13" y="271"/>
                  </a:lnTo>
                  <a:lnTo>
                    <a:pt x="23" y="288"/>
                  </a:lnTo>
                  <a:lnTo>
                    <a:pt x="36" y="305"/>
                  </a:lnTo>
                  <a:lnTo>
                    <a:pt x="51" y="320"/>
                  </a:lnTo>
                  <a:lnTo>
                    <a:pt x="68" y="332"/>
                  </a:lnTo>
                  <a:lnTo>
                    <a:pt x="88" y="344"/>
                  </a:lnTo>
                  <a:lnTo>
                    <a:pt x="110" y="355"/>
                  </a:lnTo>
                  <a:lnTo>
                    <a:pt x="134" y="365"/>
                  </a:lnTo>
                  <a:lnTo>
                    <a:pt x="161" y="374"/>
                  </a:lnTo>
                  <a:lnTo>
                    <a:pt x="189" y="382"/>
                  </a:lnTo>
                  <a:lnTo>
                    <a:pt x="219" y="389"/>
                  </a:lnTo>
                  <a:lnTo>
                    <a:pt x="250" y="394"/>
                  </a:lnTo>
                  <a:lnTo>
                    <a:pt x="285" y="400"/>
                  </a:lnTo>
                  <a:lnTo>
                    <a:pt x="319" y="406"/>
                  </a:lnTo>
                  <a:lnTo>
                    <a:pt x="330" y="408"/>
                  </a:lnTo>
                  <a:lnTo>
                    <a:pt x="344" y="413"/>
                  </a:lnTo>
                  <a:lnTo>
                    <a:pt x="359" y="419"/>
                  </a:lnTo>
                  <a:lnTo>
                    <a:pt x="374" y="427"/>
                  </a:lnTo>
                  <a:lnTo>
                    <a:pt x="386" y="436"/>
                  </a:lnTo>
                  <a:lnTo>
                    <a:pt x="398" y="445"/>
                  </a:lnTo>
                  <a:lnTo>
                    <a:pt x="405" y="456"/>
                  </a:lnTo>
                  <a:lnTo>
                    <a:pt x="407" y="467"/>
                  </a:lnTo>
                  <a:lnTo>
                    <a:pt x="421" y="603"/>
                  </a:lnTo>
                  <a:lnTo>
                    <a:pt x="422" y="606"/>
                  </a:lnTo>
                  <a:lnTo>
                    <a:pt x="427" y="618"/>
                  </a:lnTo>
                  <a:lnTo>
                    <a:pt x="433" y="634"/>
                  </a:lnTo>
                  <a:lnTo>
                    <a:pt x="445" y="655"/>
                  </a:lnTo>
                  <a:lnTo>
                    <a:pt x="458" y="678"/>
                  </a:lnTo>
                  <a:lnTo>
                    <a:pt x="474" y="702"/>
                  </a:lnTo>
                  <a:lnTo>
                    <a:pt x="493" y="725"/>
                  </a:lnTo>
                  <a:lnTo>
                    <a:pt x="516" y="747"/>
                  </a:lnTo>
                  <a:lnTo>
                    <a:pt x="539" y="765"/>
                  </a:lnTo>
                  <a:lnTo>
                    <a:pt x="560" y="779"/>
                  </a:lnTo>
                  <a:lnTo>
                    <a:pt x="579" y="790"/>
                  </a:lnTo>
                  <a:lnTo>
                    <a:pt x="597" y="797"/>
                  </a:lnTo>
                  <a:lnTo>
                    <a:pt x="614" y="798"/>
                  </a:lnTo>
                  <a:lnTo>
                    <a:pt x="630" y="794"/>
                  </a:lnTo>
                  <a:lnTo>
                    <a:pt x="648" y="787"/>
                  </a:lnTo>
                  <a:lnTo>
                    <a:pt x="665" y="774"/>
                  </a:lnTo>
                  <a:lnTo>
                    <a:pt x="680" y="756"/>
                  </a:lnTo>
                  <a:lnTo>
                    <a:pt x="689" y="738"/>
                  </a:lnTo>
                  <a:lnTo>
                    <a:pt x="694" y="718"/>
                  </a:lnTo>
                  <a:lnTo>
                    <a:pt x="696" y="700"/>
                  </a:lnTo>
                  <a:lnTo>
                    <a:pt x="695" y="684"/>
                  </a:lnTo>
                  <a:lnTo>
                    <a:pt x="693" y="670"/>
                  </a:lnTo>
                  <a:lnTo>
                    <a:pt x="691" y="662"/>
                  </a:lnTo>
                  <a:lnTo>
                    <a:pt x="690" y="658"/>
                  </a:lnTo>
                  <a:lnTo>
                    <a:pt x="693" y="661"/>
                  </a:lnTo>
                  <a:lnTo>
                    <a:pt x="700" y="665"/>
                  </a:lnTo>
                  <a:lnTo>
                    <a:pt x="710" y="673"/>
                  </a:lnTo>
                  <a:lnTo>
                    <a:pt x="724" y="681"/>
                  </a:lnTo>
                  <a:lnTo>
                    <a:pt x="739" y="689"/>
                  </a:lnTo>
                  <a:lnTo>
                    <a:pt x="756" y="696"/>
                  </a:lnTo>
                  <a:lnTo>
                    <a:pt x="773" y="701"/>
                  </a:lnTo>
                  <a:lnTo>
                    <a:pt x="791" y="702"/>
                  </a:lnTo>
                  <a:lnTo>
                    <a:pt x="810" y="699"/>
                  </a:lnTo>
                  <a:lnTo>
                    <a:pt x="834" y="689"/>
                  </a:lnTo>
                  <a:lnTo>
                    <a:pt x="860" y="677"/>
                  </a:lnTo>
                  <a:lnTo>
                    <a:pt x="886" y="661"/>
                  </a:lnTo>
                  <a:lnTo>
                    <a:pt x="911" y="639"/>
                  </a:lnTo>
                  <a:lnTo>
                    <a:pt x="934" y="613"/>
                  </a:lnTo>
                  <a:lnTo>
                    <a:pt x="954" y="583"/>
                  </a:lnTo>
                  <a:lnTo>
                    <a:pt x="967" y="550"/>
                  </a:lnTo>
                  <a:lnTo>
                    <a:pt x="975" y="512"/>
                  </a:lnTo>
                  <a:lnTo>
                    <a:pt x="981" y="474"/>
                  </a:lnTo>
                  <a:lnTo>
                    <a:pt x="983" y="439"/>
                  </a:lnTo>
                  <a:lnTo>
                    <a:pt x="982" y="406"/>
                  </a:lnTo>
                  <a:close/>
                </a:path>
              </a:pathLst>
            </a:custGeom>
            <a:solidFill>
              <a:srgbClr val="66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5" name="Freeform 47"/>
            <p:cNvSpPr>
              <a:spLocks/>
            </p:cNvSpPr>
            <p:nvPr/>
          </p:nvSpPr>
          <p:spPr bwMode="auto">
            <a:xfrm>
              <a:off x="2615" y="3448"/>
              <a:ext cx="675" cy="230"/>
            </a:xfrm>
            <a:custGeom>
              <a:avLst/>
              <a:gdLst>
                <a:gd name="T0" fmla="*/ 10 w 1349"/>
                <a:gd name="T1" fmla="*/ 230 h 461"/>
                <a:gd name="T2" fmla="*/ 675 w 1349"/>
                <a:gd name="T3" fmla="*/ 230 h 461"/>
                <a:gd name="T4" fmla="*/ 529 w 1349"/>
                <a:gd name="T5" fmla="*/ 41 h 461"/>
                <a:gd name="T6" fmla="*/ 528 w 1349"/>
                <a:gd name="T7" fmla="*/ 41 h 461"/>
                <a:gd name="T8" fmla="*/ 525 w 1349"/>
                <a:gd name="T9" fmla="*/ 41 h 461"/>
                <a:gd name="T10" fmla="*/ 521 w 1349"/>
                <a:gd name="T11" fmla="*/ 40 h 461"/>
                <a:gd name="T12" fmla="*/ 516 w 1349"/>
                <a:gd name="T13" fmla="*/ 39 h 461"/>
                <a:gd name="T14" fmla="*/ 509 w 1349"/>
                <a:gd name="T15" fmla="*/ 37 h 461"/>
                <a:gd name="T16" fmla="*/ 501 w 1349"/>
                <a:gd name="T17" fmla="*/ 36 h 461"/>
                <a:gd name="T18" fmla="*/ 492 w 1349"/>
                <a:gd name="T19" fmla="*/ 34 h 461"/>
                <a:gd name="T20" fmla="*/ 482 w 1349"/>
                <a:gd name="T21" fmla="*/ 32 h 461"/>
                <a:gd name="T22" fmla="*/ 471 w 1349"/>
                <a:gd name="T23" fmla="*/ 30 h 461"/>
                <a:gd name="T24" fmla="*/ 458 w 1349"/>
                <a:gd name="T25" fmla="*/ 28 h 461"/>
                <a:gd name="T26" fmla="*/ 446 w 1349"/>
                <a:gd name="T27" fmla="*/ 26 h 461"/>
                <a:gd name="T28" fmla="*/ 432 w 1349"/>
                <a:gd name="T29" fmla="*/ 23 h 461"/>
                <a:gd name="T30" fmla="*/ 418 w 1349"/>
                <a:gd name="T31" fmla="*/ 21 h 461"/>
                <a:gd name="T32" fmla="*/ 403 w 1349"/>
                <a:gd name="T33" fmla="*/ 19 h 461"/>
                <a:gd name="T34" fmla="*/ 388 w 1349"/>
                <a:gd name="T35" fmla="*/ 17 h 461"/>
                <a:gd name="T36" fmla="*/ 372 w 1349"/>
                <a:gd name="T37" fmla="*/ 14 h 461"/>
                <a:gd name="T38" fmla="*/ 356 w 1349"/>
                <a:gd name="T39" fmla="*/ 12 h 461"/>
                <a:gd name="T40" fmla="*/ 340 w 1349"/>
                <a:gd name="T41" fmla="*/ 10 h 461"/>
                <a:gd name="T42" fmla="*/ 324 w 1349"/>
                <a:gd name="T43" fmla="*/ 8 h 461"/>
                <a:gd name="T44" fmla="*/ 308 w 1349"/>
                <a:gd name="T45" fmla="*/ 6 h 461"/>
                <a:gd name="T46" fmla="*/ 291 w 1349"/>
                <a:gd name="T47" fmla="*/ 4 h 461"/>
                <a:gd name="T48" fmla="*/ 275 w 1349"/>
                <a:gd name="T49" fmla="*/ 3 h 461"/>
                <a:gd name="T50" fmla="*/ 260 w 1349"/>
                <a:gd name="T51" fmla="*/ 2 h 461"/>
                <a:gd name="T52" fmla="*/ 244 w 1349"/>
                <a:gd name="T53" fmla="*/ 1 h 461"/>
                <a:gd name="T54" fmla="*/ 230 w 1349"/>
                <a:gd name="T55" fmla="*/ 0 h 461"/>
                <a:gd name="T56" fmla="*/ 215 w 1349"/>
                <a:gd name="T57" fmla="*/ 0 h 461"/>
                <a:gd name="T58" fmla="*/ 202 w 1349"/>
                <a:gd name="T59" fmla="*/ 0 h 461"/>
                <a:gd name="T60" fmla="*/ 188 w 1349"/>
                <a:gd name="T61" fmla="*/ 0 h 461"/>
                <a:gd name="T62" fmla="*/ 176 w 1349"/>
                <a:gd name="T63" fmla="*/ 2 h 461"/>
                <a:gd name="T64" fmla="*/ 165 w 1349"/>
                <a:gd name="T65" fmla="*/ 3 h 461"/>
                <a:gd name="T66" fmla="*/ 154 w 1349"/>
                <a:gd name="T67" fmla="*/ 4 h 461"/>
                <a:gd name="T68" fmla="*/ 145 w 1349"/>
                <a:gd name="T69" fmla="*/ 7 h 461"/>
                <a:gd name="T70" fmla="*/ 138 w 1349"/>
                <a:gd name="T71" fmla="*/ 9 h 461"/>
                <a:gd name="T72" fmla="*/ 131 w 1349"/>
                <a:gd name="T73" fmla="*/ 11 h 461"/>
                <a:gd name="T74" fmla="*/ 124 w 1349"/>
                <a:gd name="T75" fmla="*/ 14 h 461"/>
                <a:gd name="T76" fmla="*/ 116 w 1349"/>
                <a:gd name="T77" fmla="*/ 17 h 461"/>
                <a:gd name="T78" fmla="*/ 108 w 1349"/>
                <a:gd name="T79" fmla="*/ 21 h 461"/>
                <a:gd name="T80" fmla="*/ 99 w 1349"/>
                <a:gd name="T81" fmla="*/ 25 h 461"/>
                <a:gd name="T82" fmla="*/ 91 w 1349"/>
                <a:gd name="T83" fmla="*/ 30 h 461"/>
                <a:gd name="T84" fmla="*/ 82 w 1349"/>
                <a:gd name="T85" fmla="*/ 34 h 461"/>
                <a:gd name="T86" fmla="*/ 74 w 1349"/>
                <a:gd name="T87" fmla="*/ 40 h 461"/>
                <a:gd name="T88" fmla="*/ 66 w 1349"/>
                <a:gd name="T89" fmla="*/ 45 h 461"/>
                <a:gd name="T90" fmla="*/ 58 w 1349"/>
                <a:gd name="T91" fmla="*/ 51 h 461"/>
                <a:gd name="T92" fmla="*/ 50 w 1349"/>
                <a:gd name="T93" fmla="*/ 57 h 461"/>
                <a:gd name="T94" fmla="*/ 42 w 1349"/>
                <a:gd name="T95" fmla="*/ 64 h 461"/>
                <a:gd name="T96" fmla="*/ 35 w 1349"/>
                <a:gd name="T97" fmla="*/ 71 h 461"/>
                <a:gd name="T98" fmla="*/ 29 w 1349"/>
                <a:gd name="T99" fmla="*/ 79 h 461"/>
                <a:gd name="T100" fmla="*/ 23 w 1349"/>
                <a:gd name="T101" fmla="*/ 87 h 461"/>
                <a:gd name="T102" fmla="*/ 10 w 1349"/>
                <a:gd name="T103" fmla="*/ 111 h 461"/>
                <a:gd name="T104" fmla="*/ 3 w 1349"/>
                <a:gd name="T105" fmla="*/ 135 h 461"/>
                <a:gd name="T106" fmla="*/ 0 w 1349"/>
                <a:gd name="T107" fmla="*/ 159 h 461"/>
                <a:gd name="T108" fmla="*/ 0 w 1349"/>
                <a:gd name="T109" fmla="*/ 182 h 461"/>
                <a:gd name="T110" fmla="*/ 3 w 1349"/>
                <a:gd name="T111" fmla="*/ 202 h 461"/>
                <a:gd name="T112" fmla="*/ 6 w 1349"/>
                <a:gd name="T113" fmla="*/ 216 h 461"/>
                <a:gd name="T114" fmla="*/ 9 w 1349"/>
                <a:gd name="T115" fmla="*/ 227 h 461"/>
                <a:gd name="T116" fmla="*/ 10 w 1349"/>
                <a:gd name="T117" fmla="*/ 230 h 46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49"/>
                <a:gd name="T178" fmla="*/ 0 h 461"/>
                <a:gd name="T179" fmla="*/ 1349 w 1349"/>
                <a:gd name="T180" fmla="*/ 461 h 461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49" h="461">
                  <a:moveTo>
                    <a:pt x="19" y="461"/>
                  </a:moveTo>
                  <a:lnTo>
                    <a:pt x="1349" y="461"/>
                  </a:lnTo>
                  <a:lnTo>
                    <a:pt x="1057" y="83"/>
                  </a:lnTo>
                  <a:lnTo>
                    <a:pt x="1056" y="83"/>
                  </a:lnTo>
                  <a:lnTo>
                    <a:pt x="1050" y="82"/>
                  </a:lnTo>
                  <a:lnTo>
                    <a:pt x="1042" y="80"/>
                  </a:lnTo>
                  <a:lnTo>
                    <a:pt x="1031" y="79"/>
                  </a:lnTo>
                  <a:lnTo>
                    <a:pt x="1018" y="75"/>
                  </a:lnTo>
                  <a:lnTo>
                    <a:pt x="1002" y="73"/>
                  </a:lnTo>
                  <a:lnTo>
                    <a:pt x="984" y="68"/>
                  </a:lnTo>
                  <a:lnTo>
                    <a:pt x="964" y="65"/>
                  </a:lnTo>
                  <a:lnTo>
                    <a:pt x="941" y="61"/>
                  </a:lnTo>
                  <a:lnTo>
                    <a:pt x="916" y="57"/>
                  </a:lnTo>
                  <a:lnTo>
                    <a:pt x="891" y="52"/>
                  </a:lnTo>
                  <a:lnTo>
                    <a:pt x="863" y="47"/>
                  </a:lnTo>
                  <a:lnTo>
                    <a:pt x="835" y="43"/>
                  </a:lnTo>
                  <a:lnTo>
                    <a:pt x="805" y="38"/>
                  </a:lnTo>
                  <a:lnTo>
                    <a:pt x="775" y="34"/>
                  </a:lnTo>
                  <a:lnTo>
                    <a:pt x="744" y="29"/>
                  </a:lnTo>
                  <a:lnTo>
                    <a:pt x="711" y="24"/>
                  </a:lnTo>
                  <a:lnTo>
                    <a:pt x="679" y="20"/>
                  </a:lnTo>
                  <a:lnTo>
                    <a:pt x="647" y="16"/>
                  </a:lnTo>
                  <a:lnTo>
                    <a:pt x="615" y="13"/>
                  </a:lnTo>
                  <a:lnTo>
                    <a:pt x="582" y="9"/>
                  </a:lnTo>
                  <a:lnTo>
                    <a:pt x="550" y="7"/>
                  </a:lnTo>
                  <a:lnTo>
                    <a:pt x="519" y="5"/>
                  </a:lnTo>
                  <a:lnTo>
                    <a:pt x="488" y="3"/>
                  </a:lnTo>
                  <a:lnTo>
                    <a:pt x="459" y="1"/>
                  </a:lnTo>
                  <a:lnTo>
                    <a:pt x="430" y="0"/>
                  </a:lnTo>
                  <a:lnTo>
                    <a:pt x="403" y="1"/>
                  </a:lnTo>
                  <a:lnTo>
                    <a:pt x="376" y="1"/>
                  </a:lnTo>
                  <a:lnTo>
                    <a:pt x="352" y="4"/>
                  </a:lnTo>
                  <a:lnTo>
                    <a:pt x="329" y="6"/>
                  </a:lnTo>
                  <a:lnTo>
                    <a:pt x="308" y="9"/>
                  </a:lnTo>
                  <a:lnTo>
                    <a:pt x="290" y="14"/>
                  </a:lnTo>
                  <a:lnTo>
                    <a:pt x="276" y="19"/>
                  </a:lnTo>
                  <a:lnTo>
                    <a:pt x="262" y="23"/>
                  </a:lnTo>
                  <a:lnTo>
                    <a:pt x="247" y="29"/>
                  </a:lnTo>
                  <a:lnTo>
                    <a:pt x="231" y="35"/>
                  </a:lnTo>
                  <a:lnTo>
                    <a:pt x="215" y="43"/>
                  </a:lnTo>
                  <a:lnTo>
                    <a:pt x="198" y="51"/>
                  </a:lnTo>
                  <a:lnTo>
                    <a:pt x="182" y="60"/>
                  </a:lnTo>
                  <a:lnTo>
                    <a:pt x="164" y="69"/>
                  </a:lnTo>
                  <a:lnTo>
                    <a:pt x="147" y="80"/>
                  </a:lnTo>
                  <a:lnTo>
                    <a:pt x="131" y="91"/>
                  </a:lnTo>
                  <a:lnTo>
                    <a:pt x="115" y="103"/>
                  </a:lnTo>
                  <a:lnTo>
                    <a:pt x="99" y="115"/>
                  </a:lnTo>
                  <a:lnTo>
                    <a:pt x="84" y="129"/>
                  </a:lnTo>
                  <a:lnTo>
                    <a:pt x="70" y="143"/>
                  </a:lnTo>
                  <a:lnTo>
                    <a:pt x="57" y="158"/>
                  </a:lnTo>
                  <a:lnTo>
                    <a:pt x="46" y="174"/>
                  </a:lnTo>
                  <a:lnTo>
                    <a:pt x="19" y="223"/>
                  </a:lnTo>
                  <a:lnTo>
                    <a:pt x="5" y="271"/>
                  </a:lnTo>
                  <a:lnTo>
                    <a:pt x="0" y="319"/>
                  </a:lnTo>
                  <a:lnTo>
                    <a:pt x="0" y="364"/>
                  </a:lnTo>
                  <a:lnTo>
                    <a:pt x="5" y="404"/>
                  </a:lnTo>
                  <a:lnTo>
                    <a:pt x="11" y="433"/>
                  </a:lnTo>
                  <a:lnTo>
                    <a:pt x="17" y="454"/>
                  </a:lnTo>
                  <a:lnTo>
                    <a:pt x="19" y="461"/>
                  </a:lnTo>
                  <a:close/>
                </a:path>
              </a:pathLst>
            </a:custGeom>
            <a:solidFill>
              <a:srgbClr val="0035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6" name="Freeform 48"/>
            <p:cNvSpPr>
              <a:spLocks/>
            </p:cNvSpPr>
            <p:nvPr/>
          </p:nvSpPr>
          <p:spPr bwMode="auto">
            <a:xfrm>
              <a:off x="2759" y="2982"/>
              <a:ext cx="688" cy="680"/>
            </a:xfrm>
            <a:custGeom>
              <a:avLst/>
              <a:gdLst>
                <a:gd name="T0" fmla="*/ 381 w 1375"/>
                <a:gd name="T1" fmla="*/ 22 h 1360"/>
                <a:gd name="T2" fmla="*/ 361 w 1375"/>
                <a:gd name="T3" fmla="*/ 28 h 1360"/>
                <a:gd name="T4" fmla="*/ 330 w 1375"/>
                <a:gd name="T5" fmla="*/ 38 h 1360"/>
                <a:gd name="T6" fmla="*/ 295 w 1375"/>
                <a:gd name="T7" fmla="*/ 55 h 1360"/>
                <a:gd name="T8" fmla="*/ 263 w 1375"/>
                <a:gd name="T9" fmla="*/ 81 h 1360"/>
                <a:gd name="T10" fmla="*/ 236 w 1375"/>
                <a:gd name="T11" fmla="*/ 120 h 1360"/>
                <a:gd name="T12" fmla="*/ 217 w 1375"/>
                <a:gd name="T13" fmla="*/ 169 h 1360"/>
                <a:gd name="T14" fmla="*/ 204 w 1375"/>
                <a:gd name="T15" fmla="*/ 230 h 1360"/>
                <a:gd name="T16" fmla="*/ 195 w 1375"/>
                <a:gd name="T17" fmla="*/ 313 h 1360"/>
                <a:gd name="T18" fmla="*/ 185 w 1375"/>
                <a:gd name="T19" fmla="*/ 380 h 1360"/>
                <a:gd name="T20" fmla="*/ 158 w 1375"/>
                <a:gd name="T21" fmla="*/ 411 h 1360"/>
                <a:gd name="T22" fmla="*/ 116 w 1375"/>
                <a:gd name="T23" fmla="*/ 388 h 1360"/>
                <a:gd name="T24" fmla="*/ 91 w 1375"/>
                <a:gd name="T25" fmla="*/ 342 h 1360"/>
                <a:gd name="T26" fmla="*/ 0 w 1375"/>
                <a:gd name="T27" fmla="*/ 373 h 1360"/>
                <a:gd name="T28" fmla="*/ 4 w 1375"/>
                <a:gd name="T29" fmla="*/ 388 h 1360"/>
                <a:gd name="T30" fmla="*/ 16 w 1375"/>
                <a:gd name="T31" fmla="*/ 426 h 1360"/>
                <a:gd name="T32" fmla="*/ 32 w 1375"/>
                <a:gd name="T33" fmla="*/ 468 h 1360"/>
                <a:gd name="T34" fmla="*/ 49 w 1375"/>
                <a:gd name="T35" fmla="*/ 496 h 1360"/>
                <a:gd name="T36" fmla="*/ 71 w 1375"/>
                <a:gd name="T37" fmla="*/ 523 h 1360"/>
                <a:gd name="T38" fmla="*/ 97 w 1375"/>
                <a:gd name="T39" fmla="*/ 547 h 1360"/>
                <a:gd name="T40" fmla="*/ 121 w 1375"/>
                <a:gd name="T41" fmla="*/ 563 h 1360"/>
                <a:gd name="T42" fmla="*/ 142 w 1375"/>
                <a:gd name="T43" fmla="*/ 571 h 1360"/>
                <a:gd name="T44" fmla="*/ 164 w 1375"/>
                <a:gd name="T45" fmla="*/ 574 h 1360"/>
                <a:gd name="T46" fmla="*/ 180 w 1375"/>
                <a:gd name="T47" fmla="*/ 571 h 1360"/>
                <a:gd name="T48" fmla="*/ 209 w 1375"/>
                <a:gd name="T49" fmla="*/ 566 h 1360"/>
                <a:gd name="T50" fmla="*/ 219 w 1375"/>
                <a:gd name="T51" fmla="*/ 572 h 1360"/>
                <a:gd name="T52" fmla="*/ 227 w 1375"/>
                <a:gd name="T53" fmla="*/ 587 h 1360"/>
                <a:gd name="T54" fmla="*/ 238 w 1375"/>
                <a:gd name="T55" fmla="*/ 609 h 1360"/>
                <a:gd name="T56" fmla="*/ 261 w 1375"/>
                <a:gd name="T57" fmla="*/ 633 h 1360"/>
                <a:gd name="T58" fmla="*/ 302 w 1375"/>
                <a:gd name="T59" fmla="*/ 657 h 1360"/>
                <a:gd name="T60" fmla="*/ 367 w 1375"/>
                <a:gd name="T61" fmla="*/ 676 h 1360"/>
                <a:gd name="T62" fmla="*/ 427 w 1375"/>
                <a:gd name="T63" fmla="*/ 680 h 1360"/>
                <a:gd name="T64" fmla="*/ 478 w 1375"/>
                <a:gd name="T65" fmla="*/ 675 h 1360"/>
                <a:gd name="T66" fmla="*/ 515 w 1375"/>
                <a:gd name="T67" fmla="*/ 666 h 1360"/>
                <a:gd name="T68" fmla="*/ 536 w 1375"/>
                <a:gd name="T69" fmla="*/ 658 h 1360"/>
                <a:gd name="T70" fmla="*/ 547 w 1375"/>
                <a:gd name="T71" fmla="*/ 638 h 1360"/>
                <a:gd name="T72" fmla="*/ 576 w 1375"/>
                <a:gd name="T73" fmla="*/ 563 h 1360"/>
                <a:gd name="T74" fmla="*/ 615 w 1375"/>
                <a:gd name="T75" fmla="*/ 455 h 1360"/>
                <a:gd name="T76" fmla="*/ 654 w 1375"/>
                <a:gd name="T77" fmla="*/ 343 h 1360"/>
                <a:gd name="T78" fmla="*/ 681 w 1375"/>
                <a:gd name="T79" fmla="*/ 255 h 1360"/>
                <a:gd name="T80" fmla="*/ 688 w 1375"/>
                <a:gd name="T81" fmla="*/ 204 h 1360"/>
                <a:gd name="T82" fmla="*/ 682 w 1375"/>
                <a:gd name="T83" fmla="*/ 146 h 1360"/>
                <a:gd name="T84" fmla="*/ 667 w 1375"/>
                <a:gd name="T85" fmla="*/ 94 h 1360"/>
                <a:gd name="T86" fmla="*/ 644 w 1375"/>
                <a:gd name="T87" fmla="*/ 59 h 1360"/>
                <a:gd name="T88" fmla="*/ 601 w 1375"/>
                <a:gd name="T89" fmla="*/ 15 h 1360"/>
                <a:gd name="T90" fmla="*/ 572 w 1375"/>
                <a:gd name="T91" fmla="*/ 1 h 1360"/>
                <a:gd name="T92" fmla="*/ 527 w 1375"/>
                <a:gd name="T93" fmla="*/ 48 h 1360"/>
                <a:gd name="T94" fmla="*/ 480 w 1375"/>
                <a:gd name="T95" fmla="*/ 62 h 1360"/>
                <a:gd name="T96" fmla="*/ 437 w 1375"/>
                <a:gd name="T97" fmla="*/ 53 h 1360"/>
                <a:gd name="T98" fmla="*/ 404 w 1375"/>
                <a:gd name="T99" fmla="*/ 36 h 1360"/>
                <a:gd name="T100" fmla="*/ 387 w 1375"/>
                <a:gd name="T101" fmla="*/ 23 h 13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375"/>
                <a:gd name="T154" fmla="*/ 0 h 1360"/>
                <a:gd name="T155" fmla="*/ 1375 w 1375"/>
                <a:gd name="T156" fmla="*/ 1360 h 13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375" h="1360">
                  <a:moveTo>
                    <a:pt x="771" y="44"/>
                  </a:moveTo>
                  <a:lnTo>
                    <a:pt x="769" y="44"/>
                  </a:lnTo>
                  <a:lnTo>
                    <a:pt x="762" y="45"/>
                  </a:lnTo>
                  <a:lnTo>
                    <a:pt x="752" y="48"/>
                  </a:lnTo>
                  <a:lnTo>
                    <a:pt x="738" y="51"/>
                  </a:lnTo>
                  <a:lnTo>
                    <a:pt x="722" y="56"/>
                  </a:lnTo>
                  <a:lnTo>
                    <a:pt x="702" y="61"/>
                  </a:lnTo>
                  <a:lnTo>
                    <a:pt x="681" y="68"/>
                  </a:lnTo>
                  <a:lnTo>
                    <a:pt x="660" y="76"/>
                  </a:lnTo>
                  <a:lnTo>
                    <a:pt x="635" y="87"/>
                  </a:lnTo>
                  <a:lnTo>
                    <a:pt x="612" y="98"/>
                  </a:lnTo>
                  <a:lnTo>
                    <a:pt x="589" y="111"/>
                  </a:lnTo>
                  <a:lnTo>
                    <a:pt x="566" y="126"/>
                  </a:lnTo>
                  <a:lnTo>
                    <a:pt x="544" y="143"/>
                  </a:lnTo>
                  <a:lnTo>
                    <a:pt x="525" y="162"/>
                  </a:lnTo>
                  <a:lnTo>
                    <a:pt x="506" y="182"/>
                  </a:lnTo>
                  <a:lnTo>
                    <a:pt x="491" y="205"/>
                  </a:lnTo>
                  <a:lnTo>
                    <a:pt x="472" y="240"/>
                  </a:lnTo>
                  <a:lnTo>
                    <a:pt x="456" y="272"/>
                  </a:lnTo>
                  <a:lnTo>
                    <a:pt x="443" y="305"/>
                  </a:lnTo>
                  <a:lnTo>
                    <a:pt x="433" y="338"/>
                  </a:lnTo>
                  <a:lnTo>
                    <a:pt x="423" y="374"/>
                  </a:lnTo>
                  <a:lnTo>
                    <a:pt x="415" y="414"/>
                  </a:lnTo>
                  <a:lnTo>
                    <a:pt x="408" y="460"/>
                  </a:lnTo>
                  <a:lnTo>
                    <a:pt x="400" y="514"/>
                  </a:lnTo>
                  <a:lnTo>
                    <a:pt x="394" y="571"/>
                  </a:lnTo>
                  <a:lnTo>
                    <a:pt x="389" y="626"/>
                  </a:lnTo>
                  <a:lnTo>
                    <a:pt x="384" y="677"/>
                  </a:lnTo>
                  <a:lnTo>
                    <a:pt x="379" y="722"/>
                  </a:lnTo>
                  <a:lnTo>
                    <a:pt x="369" y="760"/>
                  </a:lnTo>
                  <a:lnTo>
                    <a:pt x="357" y="791"/>
                  </a:lnTo>
                  <a:lnTo>
                    <a:pt x="339" y="813"/>
                  </a:lnTo>
                  <a:lnTo>
                    <a:pt x="315" y="823"/>
                  </a:lnTo>
                  <a:lnTo>
                    <a:pt x="285" y="821"/>
                  </a:lnTo>
                  <a:lnTo>
                    <a:pt x="258" y="803"/>
                  </a:lnTo>
                  <a:lnTo>
                    <a:pt x="232" y="777"/>
                  </a:lnTo>
                  <a:lnTo>
                    <a:pt x="212" y="746"/>
                  </a:lnTo>
                  <a:lnTo>
                    <a:pt x="194" y="714"/>
                  </a:lnTo>
                  <a:lnTo>
                    <a:pt x="182" y="685"/>
                  </a:lnTo>
                  <a:lnTo>
                    <a:pt x="174" y="665"/>
                  </a:lnTo>
                  <a:lnTo>
                    <a:pt x="171" y="657"/>
                  </a:lnTo>
                  <a:lnTo>
                    <a:pt x="0" y="747"/>
                  </a:lnTo>
                  <a:lnTo>
                    <a:pt x="1" y="750"/>
                  </a:lnTo>
                  <a:lnTo>
                    <a:pt x="3" y="761"/>
                  </a:lnTo>
                  <a:lnTo>
                    <a:pt x="7" y="776"/>
                  </a:lnTo>
                  <a:lnTo>
                    <a:pt x="13" y="796"/>
                  </a:lnTo>
                  <a:lnTo>
                    <a:pt x="20" y="822"/>
                  </a:lnTo>
                  <a:lnTo>
                    <a:pt x="31" y="852"/>
                  </a:lnTo>
                  <a:lnTo>
                    <a:pt x="41" y="884"/>
                  </a:lnTo>
                  <a:lnTo>
                    <a:pt x="55" y="919"/>
                  </a:lnTo>
                  <a:lnTo>
                    <a:pt x="63" y="937"/>
                  </a:lnTo>
                  <a:lnTo>
                    <a:pt x="72" y="955"/>
                  </a:lnTo>
                  <a:lnTo>
                    <a:pt x="84" y="974"/>
                  </a:lnTo>
                  <a:lnTo>
                    <a:pt x="98" y="992"/>
                  </a:lnTo>
                  <a:lnTo>
                    <a:pt x="111" y="1011"/>
                  </a:lnTo>
                  <a:lnTo>
                    <a:pt x="126" y="1028"/>
                  </a:lnTo>
                  <a:lnTo>
                    <a:pt x="142" y="1045"/>
                  </a:lnTo>
                  <a:lnTo>
                    <a:pt x="159" y="1063"/>
                  </a:lnTo>
                  <a:lnTo>
                    <a:pt x="176" y="1078"/>
                  </a:lnTo>
                  <a:lnTo>
                    <a:pt x="193" y="1093"/>
                  </a:lnTo>
                  <a:lnTo>
                    <a:pt x="209" y="1105"/>
                  </a:lnTo>
                  <a:lnTo>
                    <a:pt x="225" y="1117"/>
                  </a:lnTo>
                  <a:lnTo>
                    <a:pt x="241" y="1126"/>
                  </a:lnTo>
                  <a:lnTo>
                    <a:pt x="256" y="1133"/>
                  </a:lnTo>
                  <a:lnTo>
                    <a:pt x="270" y="1139"/>
                  </a:lnTo>
                  <a:lnTo>
                    <a:pt x="283" y="1142"/>
                  </a:lnTo>
                  <a:lnTo>
                    <a:pt x="304" y="1146"/>
                  </a:lnTo>
                  <a:lnTo>
                    <a:pt x="318" y="1147"/>
                  </a:lnTo>
                  <a:lnTo>
                    <a:pt x="328" y="1148"/>
                  </a:lnTo>
                  <a:lnTo>
                    <a:pt x="337" y="1147"/>
                  </a:lnTo>
                  <a:lnTo>
                    <a:pt x="346" y="1144"/>
                  </a:lnTo>
                  <a:lnTo>
                    <a:pt x="360" y="1142"/>
                  </a:lnTo>
                  <a:lnTo>
                    <a:pt x="379" y="1137"/>
                  </a:lnTo>
                  <a:lnTo>
                    <a:pt x="406" y="1132"/>
                  </a:lnTo>
                  <a:lnTo>
                    <a:pt x="418" y="1131"/>
                  </a:lnTo>
                  <a:lnTo>
                    <a:pt x="426" y="1133"/>
                  </a:lnTo>
                  <a:lnTo>
                    <a:pt x="433" y="1137"/>
                  </a:lnTo>
                  <a:lnTo>
                    <a:pt x="438" y="1143"/>
                  </a:lnTo>
                  <a:lnTo>
                    <a:pt x="443" y="1152"/>
                  </a:lnTo>
                  <a:lnTo>
                    <a:pt x="448" y="1163"/>
                  </a:lnTo>
                  <a:lnTo>
                    <a:pt x="453" y="1174"/>
                  </a:lnTo>
                  <a:lnTo>
                    <a:pt x="459" y="1188"/>
                  </a:lnTo>
                  <a:lnTo>
                    <a:pt x="467" y="1202"/>
                  </a:lnTo>
                  <a:lnTo>
                    <a:pt x="476" y="1218"/>
                  </a:lnTo>
                  <a:lnTo>
                    <a:pt x="488" y="1233"/>
                  </a:lnTo>
                  <a:lnTo>
                    <a:pt x="503" y="1249"/>
                  </a:lnTo>
                  <a:lnTo>
                    <a:pt x="521" y="1265"/>
                  </a:lnTo>
                  <a:lnTo>
                    <a:pt x="543" y="1282"/>
                  </a:lnTo>
                  <a:lnTo>
                    <a:pt x="571" y="1298"/>
                  </a:lnTo>
                  <a:lnTo>
                    <a:pt x="603" y="1313"/>
                  </a:lnTo>
                  <a:lnTo>
                    <a:pt x="648" y="1330"/>
                  </a:lnTo>
                  <a:lnTo>
                    <a:pt x="692" y="1343"/>
                  </a:lnTo>
                  <a:lnTo>
                    <a:pt x="734" y="1351"/>
                  </a:lnTo>
                  <a:lnTo>
                    <a:pt x="776" y="1356"/>
                  </a:lnTo>
                  <a:lnTo>
                    <a:pt x="816" y="1360"/>
                  </a:lnTo>
                  <a:lnTo>
                    <a:pt x="854" y="1360"/>
                  </a:lnTo>
                  <a:lnTo>
                    <a:pt x="890" y="1358"/>
                  </a:lnTo>
                  <a:lnTo>
                    <a:pt x="924" y="1354"/>
                  </a:lnTo>
                  <a:lnTo>
                    <a:pt x="956" y="1349"/>
                  </a:lnTo>
                  <a:lnTo>
                    <a:pt x="983" y="1344"/>
                  </a:lnTo>
                  <a:lnTo>
                    <a:pt x="1009" y="1338"/>
                  </a:lnTo>
                  <a:lnTo>
                    <a:pt x="1029" y="1331"/>
                  </a:lnTo>
                  <a:lnTo>
                    <a:pt x="1048" y="1325"/>
                  </a:lnTo>
                  <a:lnTo>
                    <a:pt x="1062" y="1320"/>
                  </a:lnTo>
                  <a:lnTo>
                    <a:pt x="1071" y="1315"/>
                  </a:lnTo>
                  <a:lnTo>
                    <a:pt x="1077" y="1313"/>
                  </a:lnTo>
                  <a:lnTo>
                    <a:pt x="1082" y="1302"/>
                  </a:lnTo>
                  <a:lnTo>
                    <a:pt x="1094" y="1276"/>
                  </a:lnTo>
                  <a:lnTo>
                    <a:pt x="1110" y="1237"/>
                  </a:lnTo>
                  <a:lnTo>
                    <a:pt x="1129" y="1186"/>
                  </a:lnTo>
                  <a:lnTo>
                    <a:pt x="1151" y="1126"/>
                  </a:lnTo>
                  <a:lnTo>
                    <a:pt x="1177" y="1059"/>
                  </a:lnTo>
                  <a:lnTo>
                    <a:pt x="1203" y="987"/>
                  </a:lnTo>
                  <a:lnTo>
                    <a:pt x="1230" y="911"/>
                  </a:lnTo>
                  <a:lnTo>
                    <a:pt x="1256" y="834"/>
                  </a:lnTo>
                  <a:lnTo>
                    <a:pt x="1283" y="758"/>
                  </a:lnTo>
                  <a:lnTo>
                    <a:pt x="1307" y="687"/>
                  </a:lnTo>
                  <a:lnTo>
                    <a:pt x="1328" y="619"/>
                  </a:lnTo>
                  <a:lnTo>
                    <a:pt x="1346" y="560"/>
                  </a:lnTo>
                  <a:lnTo>
                    <a:pt x="1361" y="510"/>
                  </a:lnTo>
                  <a:lnTo>
                    <a:pt x="1370" y="470"/>
                  </a:lnTo>
                  <a:lnTo>
                    <a:pt x="1375" y="445"/>
                  </a:lnTo>
                  <a:lnTo>
                    <a:pt x="1375" y="408"/>
                  </a:lnTo>
                  <a:lnTo>
                    <a:pt x="1374" y="369"/>
                  </a:lnTo>
                  <a:lnTo>
                    <a:pt x="1370" y="330"/>
                  </a:lnTo>
                  <a:lnTo>
                    <a:pt x="1364" y="292"/>
                  </a:lnTo>
                  <a:lnTo>
                    <a:pt x="1356" y="255"/>
                  </a:lnTo>
                  <a:lnTo>
                    <a:pt x="1346" y="220"/>
                  </a:lnTo>
                  <a:lnTo>
                    <a:pt x="1334" y="189"/>
                  </a:lnTo>
                  <a:lnTo>
                    <a:pt x="1322" y="163"/>
                  </a:lnTo>
                  <a:lnTo>
                    <a:pt x="1308" y="144"/>
                  </a:lnTo>
                  <a:lnTo>
                    <a:pt x="1287" y="118"/>
                  </a:lnTo>
                  <a:lnTo>
                    <a:pt x="1260" y="88"/>
                  </a:lnTo>
                  <a:lnTo>
                    <a:pt x="1231" y="58"/>
                  </a:lnTo>
                  <a:lnTo>
                    <a:pt x="1201" y="31"/>
                  </a:lnTo>
                  <a:lnTo>
                    <a:pt x="1174" y="11"/>
                  </a:lnTo>
                  <a:lnTo>
                    <a:pt x="1155" y="0"/>
                  </a:lnTo>
                  <a:lnTo>
                    <a:pt x="1143" y="3"/>
                  </a:lnTo>
                  <a:lnTo>
                    <a:pt x="1115" y="43"/>
                  </a:lnTo>
                  <a:lnTo>
                    <a:pt x="1085" y="74"/>
                  </a:lnTo>
                  <a:lnTo>
                    <a:pt x="1053" y="97"/>
                  </a:lnTo>
                  <a:lnTo>
                    <a:pt x="1022" y="112"/>
                  </a:lnTo>
                  <a:lnTo>
                    <a:pt x="990" y="120"/>
                  </a:lnTo>
                  <a:lnTo>
                    <a:pt x="960" y="124"/>
                  </a:lnTo>
                  <a:lnTo>
                    <a:pt x="930" y="121"/>
                  </a:lnTo>
                  <a:lnTo>
                    <a:pt x="901" y="114"/>
                  </a:lnTo>
                  <a:lnTo>
                    <a:pt x="874" y="106"/>
                  </a:lnTo>
                  <a:lnTo>
                    <a:pt x="850" y="96"/>
                  </a:lnTo>
                  <a:lnTo>
                    <a:pt x="828" y="83"/>
                  </a:lnTo>
                  <a:lnTo>
                    <a:pt x="808" y="72"/>
                  </a:lnTo>
                  <a:lnTo>
                    <a:pt x="793" y="61"/>
                  </a:lnTo>
                  <a:lnTo>
                    <a:pt x="782" y="52"/>
                  </a:lnTo>
                  <a:lnTo>
                    <a:pt x="774" y="46"/>
                  </a:lnTo>
                  <a:lnTo>
                    <a:pt x="771" y="44"/>
                  </a:lnTo>
                  <a:close/>
                </a:path>
              </a:pathLst>
            </a:cu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7" name="Freeform 49"/>
            <p:cNvSpPr>
              <a:spLocks/>
            </p:cNvSpPr>
            <p:nvPr/>
          </p:nvSpPr>
          <p:spPr bwMode="auto">
            <a:xfrm>
              <a:off x="2430" y="2576"/>
              <a:ext cx="541" cy="663"/>
            </a:xfrm>
            <a:custGeom>
              <a:avLst/>
              <a:gdLst>
                <a:gd name="T0" fmla="*/ 11 w 1081"/>
                <a:gd name="T1" fmla="*/ 93 h 1326"/>
                <a:gd name="T2" fmla="*/ 35 w 1081"/>
                <a:gd name="T3" fmla="*/ 530 h 1326"/>
                <a:gd name="T4" fmla="*/ 165 w 1081"/>
                <a:gd name="T5" fmla="*/ 533 h 1326"/>
                <a:gd name="T6" fmla="*/ 165 w 1081"/>
                <a:gd name="T7" fmla="*/ 546 h 1326"/>
                <a:gd name="T8" fmla="*/ 0 w 1081"/>
                <a:gd name="T9" fmla="*/ 562 h 1326"/>
                <a:gd name="T10" fmla="*/ 0 w 1081"/>
                <a:gd name="T11" fmla="*/ 610 h 1326"/>
                <a:gd name="T12" fmla="*/ 136 w 1081"/>
                <a:gd name="T13" fmla="*/ 663 h 1326"/>
                <a:gd name="T14" fmla="*/ 509 w 1081"/>
                <a:gd name="T15" fmla="*/ 583 h 1326"/>
                <a:gd name="T16" fmla="*/ 509 w 1081"/>
                <a:gd name="T17" fmla="*/ 554 h 1326"/>
                <a:gd name="T18" fmla="*/ 392 w 1081"/>
                <a:gd name="T19" fmla="*/ 533 h 1326"/>
                <a:gd name="T20" fmla="*/ 392 w 1081"/>
                <a:gd name="T21" fmla="*/ 508 h 1326"/>
                <a:gd name="T22" fmla="*/ 527 w 1081"/>
                <a:gd name="T23" fmla="*/ 460 h 1326"/>
                <a:gd name="T24" fmla="*/ 541 w 1081"/>
                <a:gd name="T25" fmla="*/ 10 h 1326"/>
                <a:gd name="T26" fmla="*/ 96 w 1081"/>
                <a:gd name="T27" fmla="*/ 0 h 1326"/>
                <a:gd name="T28" fmla="*/ 11 w 1081"/>
                <a:gd name="T29" fmla="*/ 93 h 13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81"/>
                <a:gd name="T46" fmla="*/ 0 h 1326"/>
                <a:gd name="T47" fmla="*/ 1081 w 1081"/>
                <a:gd name="T48" fmla="*/ 1326 h 132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81" h="1326">
                  <a:moveTo>
                    <a:pt x="22" y="187"/>
                  </a:moveTo>
                  <a:lnTo>
                    <a:pt x="69" y="1060"/>
                  </a:lnTo>
                  <a:lnTo>
                    <a:pt x="330" y="1065"/>
                  </a:lnTo>
                  <a:lnTo>
                    <a:pt x="330" y="1091"/>
                  </a:lnTo>
                  <a:lnTo>
                    <a:pt x="0" y="1123"/>
                  </a:lnTo>
                  <a:lnTo>
                    <a:pt x="0" y="1219"/>
                  </a:lnTo>
                  <a:lnTo>
                    <a:pt x="272" y="1326"/>
                  </a:lnTo>
                  <a:lnTo>
                    <a:pt x="1017" y="1166"/>
                  </a:lnTo>
                  <a:lnTo>
                    <a:pt x="1017" y="1107"/>
                  </a:lnTo>
                  <a:lnTo>
                    <a:pt x="783" y="1065"/>
                  </a:lnTo>
                  <a:lnTo>
                    <a:pt x="783" y="1017"/>
                  </a:lnTo>
                  <a:lnTo>
                    <a:pt x="1054" y="921"/>
                  </a:lnTo>
                  <a:lnTo>
                    <a:pt x="1081" y="21"/>
                  </a:lnTo>
                  <a:lnTo>
                    <a:pt x="192" y="0"/>
                  </a:lnTo>
                  <a:lnTo>
                    <a:pt x="22" y="187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8" name="Freeform 50"/>
            <p:cNvSpPr>
              <a:spLocks/>
            </p:cNvSpPr>
            <p:nvPr/>
          </p:nvSpPr>
          <p:spPr bwMode="auto">
            <a:xfrm>
              <a:off x="2513" y="3149"/>
              <a:ext cx="476" cy="189"/>
            </a:xfrm>
            <a:custGeom>
              <a:avLst/>
              <a:gdLst>
                <a:gd name="T0" fmla="*/ 2 w 952"/>
                <a:gd name="T1" fmla="*/ 75 h 378"/>
                <a:gd name="T2" fmla="*/ 0 w 952"/>
                <a:gd name="T3" fmla="*/ 112 h 378"/>
                <a:gd name="T4" fmla="*/ 184 w 952"/>
                <a:gd name="T5" fmla="*/ 189 h 378"/>
                <a:gd name="T6" fmla="*/ 465 w 952"/>
                <a:gd name="T7" fmla="*/ 106 h 378"/>
                <a:gd name="T8" fmla="*/ 476 w 952"/>
                <a:gd name="T9" fmla="*/ 22 h 378"/>
                <a:gd name="T10" fmla="*/ 412 w 952"/>
                <a:gd name="T11" fmla="*/ 0 h 378"/>
                <a:gd name="T12" fmla="*/ 2 w 952"/>
                <a:gd name="T13" fmla="*/ 75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2"/>
                <a:gd name="T22" fmla="*/ 0 h 378"/>
                <a:gd name="T23" fmla="*/ 952 w 952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2" h="378">
                  <a:moveTo>
                    <a:pt x="4" y="149"/>
                  </a:moveTo>
                  <a:lnTo>
                    <a:pt x="0" y="224"/>
                  </a:lnTo>
                  <a:lnTo>
                    <a:pt x="367" y="378"/>
                  </a:lnTo>
                  <a:lnTo>
                    <a:pt x="930" y="212"/>
                  </a:lnTo>
                  <a:lnTo>
                    <a:pt x="952" y="43"/>
                  </a:lnTo>
                  <a:lnTo>
                    <a:pt x="824" y="0"/>
                  </a:lnTo>
                  <a:lnTo>
                    <a:pt x="4" y="149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29" name="Freeform 51"/>
            <p:cNvSpPr>
              <a:spLocks/>
            </p:cNvSpPr>
            <p:nvPr/>
          </p:nvSpPr>
          <p:spPr bwMode="auto">
            <a:xfrm>
              <a:off x="2897" y="3162"/>
              <a:ext cx="92" cy="125"/>
            </a:xfrm>
            <a:custGeom>
              <a:avLst/>
              <a:gdLst>
                <a:gd name="T0" fmla="*/ 3 w 184"/>
                <a:gd name="T1" fmla="*/ 35 h 250"/>
                <a:gd name="T2" fmla="*/ 3 w 184"/>
                <a:gd name="T3" fmla="*/ 38 h 250"/>
                <a:gd name="T4" fmla="*/ 3 w 184"/>
                <a:gd name="T5" fmla="*/ 42 h 250"/>
                <a:gd name="T6" fmla="*/ 1 w 184"/>
                <a:gd name="T7" fmla="*/ 47 h 250"/>
                <a:gd name="T8" fmla="*/ 3 w 184"/>
                <a:gd name="T9" fmla="*/ 51 h 250"/>
                <a:gd name="T10" fmla="*/ 9 w 184"/>
                <a:gd name="T11" fmla="*/ 58 h 250"/>
                <a:gd name="T12" fmla="*/ 15 w 184"/>
                <a:gd name="T13" fmla="*/ 63 h 250"/>
                <a:gd name="T14" fmla="*/ 22 w 184"/>
                <a:gd name="T15" fmla="*/ 69 h 250"/>
                <a:gd name="T16" fmla="*/ 28 w 184"/>
                <a:gd name="T17" fmla="*/ 74 h 250"/>
                <a:gd name="T18" fmla="*/ 35 w 184"/>
                <a:gd name="T19" fmla="*/ 79 h 250"/>
                <a:gd name="T20" fmla="*/ 39 w 184"/>
                <a:gd name="T21" fmla="*/ 83 h 250"/>
                <a:gd name="T22" fmla="*/ 43 w 184"/>
                <a:gd name="T23" fmla="*/ 85 h 250"/>
                <a:gd name="T24" fmla="*/ 44 w 184"/>
                <a:gd name="T25" fmla="*/ 85 h 250"/>
                <a:gd name="T26" fmla="*/ 71 w 184"/>
                <a:gd name="T27" fmla="*/ 125 h 250"/>
                <a:gd name="T28" fmla="*/ 92 w 184"/>
                <a:gd name="T29" fmla="*/ 21 h 250"/>
                <a:gd name="T30" fmla="*/ 36 w 184"/>
                <a:gd name="T31" fmla="*/ 0 h 250"/>
                <a:gd name="T32" fmla="*/ 34 w 184"/>
                <a:gd name="T33" fmla="*/ 1 h 250"/>
                <a:gd name="T34" fmla="*/ 28 w 184"/>
                <a:gd name="T35" fmla="*/ 2 h 250"/>
                <a:gd name="T36" fmla="*/ 22 w 184"/>
                <a:gd name="T37" fmla="*/ 6 h 250"/>
                <a:gd name="T38" fmla="*/ 14 w 184"/>
                <a:gd name="T39" fmla="*/ 10 h 250"/>
                <a:gd name="T40" fmla="*/ 7 w 184"/>
                <a:gd name="T41" fmla="*/ 15 h 250"/>
                <a:gd name="T42" fmla="*/ 3 w 184"/>
                <a:gd name="T43" fmla="*/ 21 h 250"/>
                <a:gd name="T44" fmla="*/ 0 w 184"/>
                <a:gd name="T45" fmla="*/ 28 h 250"/>
                <a:gd name="T46" fmla="*/ 3 w 184"/>
                <a:gd name="T47" fmla="*/ 35 h 2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84"/>
                <a:gd name="T73" fmla="*/ 0 h 250"/>
                <a:gd name="T74" fmla="*/ 184 w 184"/>
                <a:gd name="T75" fmla="*/ 250 h 25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84" h="250">
                  <a:moveTo>
                    <a:pt x="6" y="70"/>
                  </a:moveTo>
                  <a:lnTo>
                    <a:pt x="7" y="76"/>
                  </a:lnTo>
                  <a:lnTo>
                    <a:pt x="5" y="84"/>
                  </a:lnTo>
                  <a:lnTo>
                    <a:pt x="3" y="93"/>
                  </a:lnTo>
                  <a:lnTo>
                    <a:pt x="7" y="102"/>
                  </a:lnTo>
                  <a:lnTo>
                    <a:pt x="18" y="115"/>
                  </a:lnTo>
                  <a:lnTo>
                    <a:pt x="31" y="127"/>
                  </a:lnTo>
                  <a:lnTo>
                    <a:pt x="44" y="138"/>
                  </a:lnTo>
                  <a:lnTo>
                    <a:pt x="57" y="148"/>
                  </a:lnTo>
                  <a:lnTo>
                    <a:pt x="69" y="158"/>
                  </a:lnTo>
                  <a:lnTo>
                    <a:pt x="78" y="165"/>
                  </a:lnTo>
                  <a:lnTo>
                    <a:pt x="85" y="169"/>
                  </a:lnTo>
                  <a:lnTo>
                    <a:pt x="87" y="170"/>
                  </a:lnTo>
                  <a:lnTo>
                    <a:pt x="142" y="250"/>
                  </a:lnTo>
                  <a:lnTo>
                    <a:pt x="184" y="42"/>
                  </a:lnTo>
                  <a:lnTo>
                    <a:pt x="72" y="0"/>
                  </a:lnTo>
                  <a:lnTo>
                    <a:pt x="68" y="1"/>
                  </a:lnTo>
                  <a:lnTo>
                    <a:pt x="57" y="4"/>
                  </a:lnTo>
                  <a:lnTo>
                    <a:pt x="44" y="11"/>
                  </a:lnTo>
                  <a:lnTo>
                    <a:pt x="29" y="19"/>
                  </a:lnTo>
                  <a:lnTo>
                    <a:pt x="14" y="30"/>
                  </a:lnTo>
                  <a:lnTo>
                    <a:pt x="5" y="41"/>
                  </a:lnTo>
                  <a:lnTo>
                    <a:pt x="0" y="55"/>
                  </a:lnTo>
                  <a:lnTo>
                    <a:pt x="6" y="70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0" name="Freeform 52"/>
            <p:cNvSpPr>
              <a:spLocks/>
            </p:cNvSpPr>
            <p:nvPr/>
          </p:nvSpPr>
          <p:spPr bwMode="auto">
            <a:xfrm>
              <a:off x="2728" y="3190"/>
              <a:ext cx="144" cy="160"/>
            </a:xfrm>
            <a:custGeom>
              <a:avLst/>
              <a:gdLst>
                <a:gd name="T0" fmla="*/ 6 w 288"/>
                <a:gd name="T1" fmla="*/ 38 h 322"/>
                <a:gd name="T2" fmla="*/ 14 w 288"/>
                <a:gd name="T3" fmla="*/ 61 h 322"/>
                <a:gd name="T4" fmla="*/ 16 w 288"/>
                <a:gd name="T5" fmla="*/ 85 h 322"/>
                <a:gd name="T6" fmla="*/ 15 w 288"/>
                <a:gd name="T7" fmla="*/ 107 h 322"/>
                <a:gd name="T8" fmla="*/ 17 w 288"/>
                <a:gd name="T9" fmla="*/ 131 h 322"/>
                <a:gd name="T10" fmla="*/ 24 w 288"/>
                <a:gd name="T11" fmla="*/ 151 h 322"/>
                <a:gd name="T12" fmla="*/ 42 w 288"/>
                <a:gd name="T13" fmla="*/ 160 h 322"/>
                <a:gd name="T14" fmla="*/ 69 w 288"/>
                <a:gd name="T15" fmla="*/ 151 h 322"/>
                <a:gd name="T16" fmla="*/ 95 w 288"/>
                <a:gd name="T17" fmla="*/ 134 h 322"/>
                <a:gd name="T18" fmla="*/ 112 w 288"/>
                <a:gd name="T19" fmla="*/ 120 h 322"/>
                <a:gd name="T20" fmla="*/ 116 w 288"/>
                <a:gd name="T21" fmla="*/ 116 h 322"/>
                <a:gd name="T22" fmla="*/ 124 w 288"/>
                <a:gd name="T23" fmla="*/ 104 h 322"/>
                <a:gd name="T24" fmla="*/ 135 w 288"/>
                <a:gd name="T25" fmla="*/ 85 h 322"/>
                <a:gd name="T26" fmla="*/ 143 w 288"/>
                <a:gd name="T27" fmla="*/ 70 h 322"/>
                <a:gd name="T28" fmla="*/ 144 w 288"/>
                <a:gd name="T29" fmla="*/ 52 h 322"/>
                <a:gd name="T30" fmla="*/ 138 w 288"/>
                <a:gd name="T31" fmla="*/ 11 h 322"/>
                <a:gd name="T32" fmla="*/ 123 w 288"/>
                <a:gd name="T33" fmla="*/ 2 h 322"/>
                <a:gd name="T34" fmla="*/ 115 w 288"/>
                <a:gd name="T35" fmla="*/ 10 h 322"/>
                <a:gd name="T36" fmla="*/ 111 w 288"/>
                <a:gd name="T37" fmla="*/ 22 h 322"/>
                <a:gd name="T38" fmla="*/ 109 w 288"/>
                <a:gd name="T39" fmla="*/ 31 h 322"/>
                <a:gd name="T40" fmla="*/ 108 w 288"/>
                <a:gd name="T41" fmla="*/ 32 h 322"/>
                <a:gd name="T42" fmla="*/ 104 w 288"/>
                <a:gd name="T43" fmla="*/ 25 h 322"/>
                <a:gd name="T44" fmla="*/ 98 w 288"/>
                <a:gd name="T45" fmla="*/ 14 h 322"/>
                <a:gd name="T46" fmla="*/ 93 w 288"/>
                <a:gd name="T47" fmla="*/ 4 h 322"/>
                <a:gd name="T48" fmla="*/ 89 w 288"/>
                <a:gd name="T49" fmla="*/ 0 h 322"/>
                <a:gd name="T50" fmla="*/ 79 w 288"/>
                <a:gd name="T51" fmla="*/ 0 h 322"/>
                <a:gd name="T52" fmla="*/ 66 w 288"/>
                <a:gd name="T53" fmla="*/ 2 h 322"/>
                <a:gd name="T54" fmla="*/ 49 w 288"/>
                <a:gd name="T55" fmla="*/ 6 h 322"/>
                <a:gd name="T56" fmla="*/ 33 w 288"/>
                <a:gd name="T57" fmla="*/ 10 h 322"/>
                <a:gd name="T58" fmla="*/ 17 w 288"/>
                <a:gd name="T59" fmla="*/ 15 h 322"/>
                <a:gd name="T60" fmla="*/ 5 w 288"/>
                <a:gd name="T61" fmla="*/ 20 h 322"/>
                <a:gd name="T62" fmla="*/ 0 w 288"/>
                <a:gd name="T63" fmla="*/ 26 h 3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88"/>
                <a:gd name="T97" fmla="*/ 0 h 322"/>
                <a:gd name="T98" fmla="*/ 288 w 288"/>
                <a:gd name="T99" fmla="*/ 322 h 32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88" h="322">
                  <a:moveTo>
                    <a:pt x="0" y="57"/>
                  </a:moveTo>
                  <a:lnTo>
                    <a:pt x="12" y="76"/>
                  </a:lnTo>
                  <a:lnTo>
                    <a:pt x="22" y="98"/>
                  </a:lnTo>
                  <a:lnTo>
                    <a:pt x="29" y="123"/>
                  </a:lnTo>
                  <a:lnTo>
                    <a:pt x="33" y="152"/>
                  </a:lnTo>
                  <a:lnTo>
                    <a:pt x="32" y="171"/>
                  </a:lnTo>
                  <a:lnTo>
                    <a:pt x="30" y="193"/>
                  </a:lnTo>
                  <a:lnTo>
                    <a:pt x="30" y="216"/>
                  </a:lnTo>
                  <a:lnTo>
                    <a:pt x="30" y="241"/>
                  </a:lnTo>
                  <a:lnTo>
                    <a:pt x="33" y="264"/>
                  </a:lnTo>
                  <a:lnTo>
                    <a:pt x="38" y="286"/>
                  </a:lnTo>
                  <a:lnTo>
                    <a:pt x="49" y="304"/>
                  </a:lnTo>
                  <a:lnTo>
                    <a:pt x="64" y="317"/>
                  </a:lnTo>
                  <a:lnTo>
                    <a:pt x="85" y="322"/>
                  </a:lnTo>
                  <a:lnTo>
                    <a:pt x="110" y="316"/>
                  </a:lnTo>
                  <a:lnTo>
                    <a:pt x="137" y="303"/>
                  </a:lnTo>
                  <a:lnTo>
                    <a:pt x="165" y="287"/>
                  </a:lnTo>
                  <a:lnTo>
                    <a:pt x="190" y="270"/>
                  </a:lnTo>
                  <a:lnTo>
                    <a:pt x="210" y="254"/>
                  </a:lnTo>
                  <a:lnTo>
                    <a:pt x="225" y="242"/>
                  </a:lnTo>
                  <a:lnTo>
                    <a:pt x="230" y="237"/>
                  </a:lnTo>
                  <a:lnTo>
                    <a:pt x="232" y="234"/>
                  </a:lnTo>
                  <a:lnTo>
                    <a:pt x="239" y="224"/>
                  </a:lnTo>
                  <a:lnTo>
                    <a:pt x="248" y="209"/>
                  </a:lnTo>
                  <a:lnTo>
                    <a:pt x="258" y="190"/>
                  </a:lnTo>
                  <a:lnTo>
                    <a:pt x="269" y="172"/>
                  </a:lnTo>
                  <a:lnTo>
                    <a:pt x="279" y="154"/>
                  </a:lnTo>
                  <a:lnTo>
                    <a:pt x="286" y="140"/>
                  </a:lnTo>
                  <a:lnTo>
                    <a:pt x="288" y="130"/>
                  </a:lnTo>
                  <a:lnTo>
                    <a:pt x="288" y="104"/>
                  </a:lnTo>
                  <a:lnTo>
                    <a:pt x="285" y="62"/>
                  </a:lnTo>
                  <a:lnTo>
                    <a:pt x="275" y="22"/>
                  </a:lnTo>
                  <a:lnTo>
                    <a:pt x="256" y="2"/>
                  </a:lnTo>
                  <a:lnTo>
                    <a:pt x="246" y="4"/>
                  </a:lnTo>
                  <a:lnTo>
                    <a:pt x="237" y="10"/>
                  </a:lnTo>
                  <a:lnTo>
                    <a:pt x="231" y="21"/>
                  </a:lnTo>
                  <a:lnTo>
                    <a:pt x="225" y="32"/>
                  </a:lnTo>
                  <a:lnTo>
                    <a:pt x="222" y="45"/>
                  </a:lnTo>
                  <a:lnTo>
                    <a:pt x="219" y="57"/>
                  </a:lnTo>
                  <a:lnTo>
                    <a:pt x="218" y="63"/>
                  </a:lnTo>
                  <a:lnTo>
                    <a:pt x="218" y="67"/>
                  </a:lnTo>
                  <a:lnTo>
                    <a:pt x="217" y="65"/>
                  </a:lnTo>
                  <a:lnTo>
                    <a:pt x="214" y="59"/>
                  </a:lnTo>
                  <a:lnTo>
                    <a:pt x="209" y="50"/>
                  </a:lnTo>
                  <a:lnTo>
                    <a:pt x="203" y="39"/>
                  </a:lnTo>
                  <a:lnTo>
                    <a:pt x="197" y="28"/>
                  </a:lnTo>
                  <a:lnTo>
                    <a:pt x="192" y="17"/>
                  </a:lnTo>
                  <a:lnTo>
                    <a:pt x="186" y="8"/>
                  </a:lnTo>
                  <a:lnTo>
                    <a:pt x="181" y="2"/>
                  </a:lnTo>
                  <a:lnTo>
                    <a:pt x="178" y="1"/>
                  </a:lnTo>
                  <a:lnTo>
                    <a:pt x="170" y="0"/>
                  </a:lnTo>
                  <a:lnTo>
                    <a:pt x="159" y="1"/>
                  </a:lnTo>
                  <a:lnTo>
                    <a:pt x="147" y="2"/>
                  </a:lnTo>
                  <a:lnTo>
                    <a:pt x="132" y="5"/>
                  </a:lnTo>
                  <a:lnTo>
                    <a:pt x="116" y="8"/>
                  </a:lnTo>
                  <a:lnTo>
                    <a:pt x="99" y="12"/>
                  </a:lnTo>
                  <a:lnTo>
                    <a:pt x="82" y="15"/>
                  </a:lnTo>
                  <a:lnTo>
                    <a:pt x="65" y="20"/>
                  </a:lnTo>
                  <a:lnTo>
                    <a:pt x="49" y="25"/>
                  </a:lnTo>
                  <a:lnTo>
                    <a:pt x="34" y="30"/>
                  </a:lnTo>
                  <a:lnTo>
                    <a:pt x="21" y="36"/>
                  </a:lnTo>
                  <a:lnTo>
                    <a:pt x="11" y="40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1" name="Freeform 53"/>
            <p:cNvSpPr>
              <a:spLocks/>
            </p:cNvSpPr>
            <p:nvPr/>
          </p:nvSpPr>
          <p:spPr bwMode="auto">
            <a:xfrm>
              <a:off x="3089" y="3216"/>
              <a:ext cx="394" cy="380"/>
            </a:xfrm>
            <a:custGeom>
              <a:avLst/>
              <a:gdLst>
                <a:gd name="T0" fmla="*/ 58 w 787"/>
                <a:gd name="T1" fmla="*/ 52 h 759"/>
                <a:gd name="T2" fmla="*/ 40 w 787"/>
                <a:gd name="T3" fmla="*/ 73 h 759"/>
                <a:gd name="T4" fmla="*/ 25 w 787"/>
                <a:gd name="T5" fmla="*/ 102 h 759"/>
                <a:gd name="T6" fmla="*/ 16 w 787"/>
                <a:gd name="T7" fmla="*/ 130 h 759"/>
                <a:gd name="T8" fmla="*/ 8 w 787"/>
                <a:gd name="T9" fmla="*/ 191 h 759"/>
                <a:gd name="T10" fmla="*/ 1 w 787"/>
                <a:gd name="T11" fmla="*/ 275 h 759"/>
                <a:gd name="T12" fmla="*/ 1 w 787"/>
                <a:gd name="T13" fmla="*/ 292 h 759"/>
                <a:gd name="T14" fmla="*/ 6 w 787"/>
                <a:gd name="T15" fmla="*/ 310 h 759"/>
                <a:gd name="T16" fmla="*/ 18 w 787"/>
                <a:gd name="T17" fmla="*/ 336 h 759"/>
                <a:gd name="T18" fmla="*/ 43 w 787"/>
                <a:gd name="T19" fmla="*/ 360 h 759"/>
                <a:gd name="T20" fmla="*/ 73 w 787"/>
                <a:gd name="T21" fmla="*/ 373 h 759"/>
                <a:gd name="T22" fmla="*/ 99 w 787"/>
                <a:gd name="T23" fmla="*/ 378 h 759"/>
                <a:gd name="T24" fmla="*/ 122 w 787"/>
                <a:gd name="T25" fmla="*/ 380 h 759"/>
                <a:gd name="T26" fmla="*/ 143 w 787"/>
                <a:gd name="T27" fmla="*/ 379 h 759"/>
                <a:gd name="T28" fmla="*/ 160 w 787"/>
                <a:gd name="T29" fmla="*/ 376 h 759"/>
                <a:gd name="T30" fmla="*/ 175 w 787"/>
                <a:gd name="T31" fmla="*/ 372 h 759"/>
                <a:gd name="T32" fmla="*/ 184 w 787"/>
                <a:gd name="T33" fmla="*/ 369 h 759"/>
                <a:gd name="T34" fmla="*/ 189 w 787"/>
                <a:gd name="T35" fmla="*/ 367 h 759"/>
                <a:gd name="T36" fmla="*/ 192 w 787"/>
                <a:gd name="T37" fmla="*/ 366 h 759"/>
                <a:gd name="T38" fmla="*/ 206 w 787"/>
                <a:gd name="T39" fmla="*/ 361 h 759"/>
                <a:gd name="T40" fmla="*/ 229 w 787"/>
                <a:gd name="T41" fmla="*/ 353 h 759"/>
                <a:gd name="T42" fmla="*/ 259 w 787"/>
                <a:gd name="T43" fmla="*/ 343 h 759"/>
                <a:gd name="T44" fmla="*/ 290 w 787"/>
                <a:gd name="T45" fmla="*/ 332 h 759"/>
                <a:gd name="T46" fmla="*/ 321 w 787"/>
                <a:gd name="T47" fmla="*/ 319 h 759"/>
                <a:gd name="T48" fmla="*/ 346 w 787"/>
                <a:gd name="T49" fmla="*/ 308 h 759"/>
                <a:gd name="T50" fmla="*/ 362 w 787"/>
                <a:gd name="T51" fmla="*/ 299 h 759"/>
                <a:gd name="T52" fmla="*/ 375 w 787"/>
                <a:gd name="T53" fmla="*/ 271 h 759"/>
                <a:gd name="T54" fmla="*/ 389 w 787"/>
                <a:gd name="T55" fmla="*/ 203 h 759"/>
                <a:gd name="T56" fmla="*/ 394 w 787"/>
                <a:gd name="T57" fmla="*/ 124 h 759"/>
                <a:gd name="T58" fmla="*/ 387 w 787"/>
                <a:gd name="T59" fmla="*/ 59 h 759"/>
                <a:gd name="T60" fmla="*/ 366 w 787"/>
                <a:gd name="T61" fmla="*/ 26 h 759"/>
                <a:gd name="T62" fmla="*/ 344 w 787"/>
                <a:gd name="T63" fmla="*/ 10 h 759"/>
                <a:gd name="T64" fmla="*/ 326 w 787"/>
                <a:gd name="T65" fmla="*/ 2 h 759"/>
                <a:gd name="T66" fmla="*/ 316 w 787"/>
                <a:gd name="T67" fmla="*/ 0 h 759"/>
                <a:gd name="T68" fmla="*/ 313 w 787"/>
                <a:gd name="T69" fmla="*/ 0 h 759"/>
                <a:gd name="T70" fmla="*/ 306 w 787"/>
                <a:gd name="T71" fmla="*/ 0 h 759"/>
                <a:gd name="T72" fmla="*/ 291 w 787"/>
                <a:gd name="T73" fmla="*/ 1 h 759"/>
                <a:gd name="T74" fmla="*/ 272 w 787"/>
                <a:gd name="T75" fmla="*/ 1 h 759"/>
                <a:gd name="T76" fmla="*/ 249 w 787"/>
                <a:gd name="T77" fmla="*/ 3 h 759"/>
                <a:gd name="T78" fmla="*/ 223 w 787"/>
                <a:gd name="T79" fmla="*/ 5 h 759"/>
                <a:gd name="T80" fmla="*/ 196 w 787"/>
                <a:gd name="T81" fmla="*/ 9 h 759"/>
                <a:gd name="T82" fmla="*/ 169 w 787"/>
                <a:gd name="T83" fmla="*/ 14 h 759"/>
                <a:gd name="T84" fmla="*/ 139 w 787"/>
                <a:gd name="T85" fmla="*/ 22 h 759"/>
                <a:gd name="T86" fmla="*/ 111 w 787"/>
                <a:gd name="T87" fmla="*/ 30 h 759"/>
                <a:gd name="T88" fmla="*/ 90 w 787"/>
                <a:gd name="T89" fmla="*/ 37 h 759"/>
                <a:gd name="T90" fmla="*/ 74 w 787"/>
                <a:gd name="T91" fmla="*/ 43 h 75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87"/>
                <a:gd name="T139" fmla="*/ 0 h 759"/>
                <a:gd name="T140" fmla="*/ 787 w 787"/>
                <a:gd name="T141" fmla="*/ 759 h 75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87" h="759">
                  <a:moveTo>
                    <a:pt x="132" y="91"/>
                  </a:moveTo>
                  <a:lnTo>
                    <a:pt x="115" y="103"/>
                  </a:lnTo>
                  <a:lnTo>
                    <a:pt x="97" y="121"/>
                  </a:lnTo>
                  <a:lnTo>
                    <a:pt x="80" y="146"/>
                  </a:lnTo>
                  <a:lnTo>
                    <a:pt x="64" y="174"/>
                  </a:lnTo>
                  <a:lnTo>
                    <a:pt x="50" y="204"/>
                  </a:lnTo>
                  <a:lnTo>
                    <a:pt x="39" y="234"/>
                  </a:lnTo>
                  <a:lnTo>
                    <a:pt x="31" y="260"/>
                  </a:lnTo>
                  <a:lnTo>
                    <a:pt x="26" y="282"/>
                  </a:lnTo>
                  <a:lnTo>
                    <a:pt x="16" y="381"/>
                  </a:lnTo>
                  <a:lnTo>
                    <a:pt x="8" y="477"/>
                  </a:lnTo>
                  <a:lnTo>
                    <a:pt x="2" y="549"/>
                  </a:lnTo>
                  <a:lnTo>
                    <a:pt x="0" y="577"/>
                  </a:lnTo>
                  <a:lnTo>
                    <a:pt x="1" y="583"/>
                  </a:lnTo>
                  <a:lnTo>
                    <a:pt x="4" y="597"/>
                  </a:lnTo>
                  <a:lnTo>
                    <a:pt x="11" y="619"/>
                  </a:lnTo>
                  <a:lnTo>
                    <a:pt x="21" y="644"/>
                  </a:lnTo>
                  <a:lnTo>
                    <a:pt x="36" y="672"/>
                  </a:lnTo>
                  <a:lnTo>
                    <a:pt x="57" y="698"/>
                  </a:lnTo>
                  <a:lnTo>
                    <a:pt x="85" y="720"/>
                  </a:lnTo>
                  <a:lnTo>
                    <a:pt x="118" y="737"/>
                  </a:lnTo>
                  <a:lnTo>
                    <a:pt x="145" y="746"/>
                  </a:lnTo>
                  <a:lnTo>
                    <a:pt x="171" y="752"/>
                  </a:lnTo>
                  <a:lnTo>
                    <a:pt x="197" y="756"/>
                  </a:lnTo>
                  <a:lnTo>
                    <a:pt x="221" y="758"/>
                  </a:lnTo>
                  <a:lnTo>
                    <a:pt x="243" y="759"/>
                  </a:lnTo>
                  <a:lnTo>
                    <a:pt x="264" y="759"/>
                  </a:lnTo>
                  <a:lnTo>
                    <a:pt x="285" y="757"/>
                  </a:lnTo>
                  <a:lnTo>
                    <a:pt x="304" y="755"/>
                  </a:lnTo>
                  <a:lnTo>
                    <a:pt x="320" y="751"/>
                  </a:lnTo>
                  <a:lnTo>
                    <a:pt x="335" y="748"/>
                  </a:lnTo>
                  <a:lnTo>
                    <a:pt x="349" y="744"/>
                  </a:lnTo>
                  <a:lnTo>
                    <a:pt x="359" y="741"/>
                  </a:lnTo>
                  <a:lnTo>
                    <a:pt x="368" y="737"/>
                  </a:lnTo>
                  <a:lnTo>
                    <a:pt x="374" y="735"/>
                  </a:lnTo>
                  <a:lnTo>
                    <a:pt x="378" y="734"/>
                  </a:lnTo>
                  <a:lnTo>
                    <a:pt x="380" y="733"/>
                  </a:lnTo>
                  <a:lnTo>
                    <a:pt x="383" y="732"/>
                  </a:lnTo>
                  <a:lnTo>
                    <a:pt x="393" y="728"/>
                  </a:lnTo>
                  <a:lnTo>
                    <a:pt x="411" y="722"/>
                  </a:lnTo>
                  <a:lnTo>
                    <a:pt x="431" y="716"/>
                  </a:lnTo>
                  <a:lnTo>
                    <a:pt x="457" y="706"/>
                  </a:lnTo>
                  <a:lnTo>
                    <a:pt x="486" y="697"/>
                  </a:lnTo>
                  <a:lnTo>
                    <a:pt x="517" y="686"/>
                  </a:lnTo>
                  <a:lnTo>
                    <a:pt x="548" y="674"/>
                  </a:lnTo>
                  <a:lnTo>
                    <a:pt x="580" y="663"/>
                  </a:lnTo>
                  <a:lnTo>
                    <a:pt x="611" y="650"/>
                  </a:lnTo>
                  <a:lnTo>
                    <a:pt x="641" y="638"/>
                  </a:lnTo>
                  <a:lnTo>
                    <a:pt x="668" y="627"/>
                  </a:lnTo>
                  <a:lnTo>
                    <a:pt x="692" y="615"/>
                  </a:lnTo>
                  <a:lnTo>
                    <a:pt x="710" y="605"/>
                  </a:lnTo>
                  <a:lnTo>
                    <a:pt x="724" y="597"/>
                  </a:lnTo>
                  <a:lnTo>
                    <a:pt x="731" y="589"/>
                  </a:lnTo>
                  <a:lnTo>
                    <a:pt x="749" y="542"/>
                  </a:lnTo>
                  <a:lnTo>
                    <a:pt x="764" y="478"/>
                  </a:lnTo>
                  <a:lnTo>
                    <a:pt x="777" y="405"/>
                  </a:lnTo>
                  <a:lnTo>
                    <a:pt x="785" y="325"/>
                  </a:lnTo>
                  <a:lnTo>
                    <a:pt x="787" y="247"/>
                  </a:lnTo>
                  <a:lnTo>
                    <a:pt x="784" y="175"/>
                  </a:lnTo>
                  <a:lnTo>
                    <a:pt x="774" y="118"/>
                  </a:lnTo>
                  <a:lnTo>
                    <a:pt x="756" y="78"/>
                  </a:lnTo>
                  <a:lnTo>
                    <a:pt x="732" y="52"/>
                  </a:lnTo>
                  <a:lnTo>
                    <a:pt x="709" y="32"/>
                  </a:lnTo>
                  <a:lnTo>
                    <a:pt x="687" y="19"/>
                  </a:lnTo>
                  <a:lnTo>
                    <a:pt x="669" y="9"/>
                  </a:lnTo>
                  <a:lnTo>
                    <a:pt x="651" y="4"/>
                  </a:lnTo>
                  <a:lnTo>
                    <a:pt x="639" y="1"/>
                  </a:lnTo>
                  <a:lnTo>
                    <a:pt x="631" y="0"/>
                  </a:lnTo>
                  <a:lnTo>
                    <a:pt x="628" y="0"/>
                  </a:lnTo>
                  <a:lnTo>
                    <a:pt x="626" y="0"/>
                  </a:lnTo>
                  <a:lnTo>
                    <a:pt x="620" y="0"/>
                  </a:lnTo>
                  <a:lnTo>
                    <a:pt x="611" y="0"/>
                  </a:lnTo>
                  <a:lnTo>
                    <a:pt x="598" y="0"/>
                  </a:lnTo>
                  <a:lnTo>
                    <a:pt x="582" y="1"/>
                  </a:lnTo>
                  <a:lnTo>
                    <a:pt x="564" y="1"/>
                  </a:lnTo>
                  <a:lnTo>
                    <a:pt x="544" y="2"/>
                  </a:lnTo>
                  <a:lnTo>
                    <a:pt x="521" y="4"/>
                  </a:lnTo>
                  <a:lnTo>
                    <a:pt x="497" y="6"/>
                  </a:lnTo>
                  <a:lnTo>
                    <a:pt x="472" y="7"/>
                  </a:lnTo>
                  <a:lnTo>
                    <a:pt x="445" y="10"/>
                  </a:lnTo>
                  <a:lnTo>
                    <a:pt x="419" y="14"/>
                  </a:lnTo>
                  <a:lnTo>
                    <a:pt x="391" y="17"/>
                  </a:lnTo>
                  <a:lnTo>
                    <a:pt x="364" y="23"/>
                  </a:lnTo>
                  <a:lnTo>
                    <a:pt x="337" y="28"/>
                  </a:lnTo>
                  <a:lnTo>
                    <a:pt x="311" y="35"/>
                  </a:lnTo>
                  <a:lnTo>
                    <a:pt x="277" y="44"/>
                  </a:lnTo>
                  <a:lnTo>
                    <a:pt x="247" y="52"/>
                  </a:lnTo>
                  <a:lnTo>
                    <a:pt x="222" y="60"/>
                  </a:lnTo>
                  <a:lnTo>
                    <a:pt x="199" y="67"/>
                  </a:lnTo>
                  <a:lnTo>
                    <a:pt x="179" y="73"/>
                  </a:lnTo>
                  <a:lnTo>
                    <a:pt x="162" y="80"/>
                  </a:lnTo>
                  <a:lnTo>
                    <a:pt x="147" y="85"/>
                  </a:lnTo>
                  <a:lnTo>
                    <a:pt x="132" y="91"/>
                  </a:lnTo>
                  <a:close/>
                </a:path>
              </a:pathLst>
            </a:custGeom>
            <a:solidFill>
              <a:srgbClr val="59A3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2" name="Freeform 54"/>
            <p:cNvSpPr>
              <a:spLocks/>
            </p:cNvSpPr>
            <p:nvPr/>
          </p:nvSpPr>
          <p:spPr bwMode="auto">
            <a:xfrm>
              <a:off x="3255" y="3312"/>
              <a:ext cx="168" cy="366"/>
            </a:xfrm>
            <a:custGeom>
              <a:avLst/>
              <a:gdLst>
                <a:gd name="T0" fmla="*/ 49 w 336"/>
                <a:gd name="T1" fmla="*/ 24 h 733"/>
                <a:gd name="T2" fmla="*/ 0 w 336"/>
                <a:gd name="T3" fmla="*/ 366 h 733"/>
                <a:gd name="T4" fmla="*/ 114 w 336"/>
                <a:gd name="T5" fmla="*/ 366 h 733"/>
                <a:gd name="T6" fmla="*/ 168 w 336"/>
                <a:gd name="T7" fmla="*/ 15 h 733"/>
                <a:gd name="T8" fmla="*/ 168 w 336"/>
                <a:gd name="T9" fmla="*/ 14 h 733"/>
                <a:gd name="T10" fmla="*/ 168 w 336"/>
                <a:gd name="T11" fmla="*/ 13 h 733"/>
                <a:gd name="T12" fmla="*/ 168 w 336"/>
                <a:gd name="T13" fmla="*/ 11 h 733"/>
                <a:gd name="T14" fmla="*/ 166 w 336"/>
                <a:gd name="T15" fmla="*/ 8 h 733"/>
                <a:gd name="T16" fmla="*/ 161 w 336"/>
                <a:gd name="T17" fmla="*/ 6 h 733"/>
                <a:gd name="T18" fmla="*/ 155 w 336"/>
                <a:gd name="T19" fmla="*/ 3 h 733"/>
                <a:gd name="T20" fmla="*/ 144 w 336"/>
                <a:gd name="T21" fmla="*/ 1 h 733"/>
                <a:gd name="T22" fmla="*/ 130 w 336"/>
                <a:gd name="T23" fmla="*/ 0 h 733"/>
                <a:gd name="T24" fmla="*/ 114 w 336"/>
                <a:gd name="T25" fmla="*/ 1 h 733"/>
                <a:gd name="T26" fmla="*/ 99 w 336"/>
                <a:gd name="T27" fmla="*/ 3 h 733"/>
                <a:gd name="T28" fmla="*/ 86 w 336"/>
                <a:gd name="T29" fmla="*/ 7 h 733"/>
                <a:gd name="T30" fmla="*/ 74 w 336"/>
                <a:gd name="T31" fmla="*/ 11 h 733"/>
                <a:gd name="T32" fmla="*/ 64 w 336"/>
                <a:gd name="T33" fmla="*/ 16 h 733"/>
                <a:gd name="T34" fmla="*/ 56 w 336"/>
                <a:gd name="T35" fmla="*/ 20 h 733"/>
                <a:gd name="T36" fmla="*/ 51 w 336"/>
                <a:gd name="T37" fmla="*/ 23 h 733"/>
                <a:gd name="T38" fmla="*/ 49 w 336"/>
                <a:gd name="T39" fmla="*/ 24 h 73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733"/>
                <a:gd name="T62" fmla="*/ 336 w 336"/>
                <a:gd name="T63" fmla="*/ 733 h 73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733">
                  <a:moveTo>
                    <a:pt x="99" y="49"/>
                  </a:moveTo>
                  <a:lnTo>
                    <a:pt x="0" y="733"/>
                  </a:lnTo>
                  <a:lnTo>
                    <a:pt x="229" y="733"/>
                  </a:lnTo>
                  <a:lnTo>
                    <a:pt x="336" y="30"/>
                  </a:lnTo>
                  <a:lnTo>
                    <a:pt x="336" y="29"/>
                  </a:lnTo>
                  <a:lnTo>
                    <a:pt x="336" y="26"/>
                  </a:lnTo>
                  <a:lnTo>
                    <a:pt x="335" y="22"/>
                  </a:lnTo>
                  <a:lnTo>
                    <a:pt x="331" y="16"/>
                  </a:lnTo>
                  <a:lnTo>
                    <a:pt x="321" y="12"/>
                  </a:lnTo>
                  <a:lnTo>
                    <a:pt x="309" y="6"/>
                  </a:lnTo>
                  <a:lnTo>
                    <a:pt x="288" y="3"/>
                  </a:lnTo>
                  <a:lnTo>
                    <a:pt x="260" y="0"/>
                  </a:lnTo>
                  <a:lnTo>
                    <a:pt x="228" y="2"/>
                  </a:lnTo>
                  <a:lnTo>
                    <a:pt x="198" y="6"/>
                  </a:lnTo>
                  <a:lnTo>
                    <a:pt x="172" y="14"/>
                  </a:lnTo>
                  <a:lnTo>
                    <a:pt x="148" y="22"/>
                  </a:lnTo>
                  <a:lnTo>
                    <a:pt x="128" y="33"/>
                  </a:lnTo>
                  <a:lnTo>
                    <a:pt x="112" y="41"/>
                  </a:lnTo>
                  <a:lnTo>
                    <a:pt x="103" y="46"/>
                  </a:lnTo>
                  <a:lnTo>
                    <a:pt x="99" y="49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3" name="Freeform 55"/>
            <p:cNvSpPr>
              <a:spLocks/>
            </p:cNvSpPr>
            <p:nvPr/>
          </p:nvSpPr>
          <p:spPr bwMode="auto">
            <a:xfrm>
              <a:off x="2437" y="2926"/>
              <a:ext cx="989" cy="499"/>
            </a:xfrm>
            <a:custGeom>
              <a:avLst/>
              <a:gdLst>
                <a:gd name="T0" fmla="*/ 501 w 1977"/>
                <a:gd name="T1" fmla="*/ 463 h 999"/>
                <a:gd name="T2" fmla="*/ 444 w 1977"/>
                <a:gd name="T3" fmla="*/ 456 h 999"/>
                <a:gd name="T4" fmla="*/ 419 w 1977"/>
                <a:gd name="T5" fmla="*/ 411 h 999"/>
                <a:gd name="T6" fmla="*/ 468 w 1977"/>
                <a:gd name="T7" fmla="*/ 387 h 999"/>
                <a:gd name="T8" fmla="*/ 396 w 1977"/>
                <a:gd name="T9" fmla="*/ 378 h 999"/>
                <a:gd name="T10" fmla="*/ 423 w 1977"/>
                <a:gd name="T11" fmla="*/ 459 h 999"/>
                <a:gd name="T12" fmla="*/ 495 w 1977"/>
                <a:gd name="T13" fmla="*/ 498 h 999"/>
                <a:gd name="T14" fmla="*/ 532 w 1977"/>
                <a:gd name="T15" fmla="*/ 454 h 999"/>
                <a:gd name="T16" fmla="*/ 564 w 1977"/>
                <a:gd name="T17" fmla="*/ 242 h 999"/>
                <a:gd name="T18" fmla="*/ 613 w 1977"/>
                <a:gd name="T19" fmla="*/ 158 h 999"/>
                <a:gd name="T20" fmla="*/ 699 w 1977"/>
                <a:gd name="T21" fmla="*/ 107 h 999"/>
                <a:gd name="T22" fmla="*/ 767 w 1977"/>
                <a:gd name="T23" fmla="*/ 147 h 999"/>
                <a:gd name="T24" fmla="*/ 834 w 1977"/>
                <a:gd name="T25" fmla="*/ 150 h 999"/>
                <a:gd name="T26" fmla="*/ 885 w 1977"/>
                <a:gd name="T27" fmla="*/ 119 h 999"/>
                <a:gd name="T28" fmla="*/ 972 w 1977"/>
                <a:gd name="T29" fmla="*/ 228 h 999"/>
                <a:gd name="T30" fmla="*/ 988 w 1977"/>
                <a:gd name="T31" fmla="*/ 215 h 999"/>
                <a:gd name="T32" fmla="*/ 955 w 1977"/>
                <a:gd name="T33" fmla="*/ 132 h 999"/>
                <a:gd name="T34" fmla="*/ 898 w 1977"/>
                <a:gd name="T35" fmla="*/ 85 h 999"/>
                <a:gd name="T36" fmla="*/ 877 w 1977"/>
                <a:gd name="T37" fmla="*/ 92 h 999"/>
                <a:gd name="T38" fmla="*/ 832 w 1977"/>
                <a:gd name="T39" fmla="*/ 125 h 999"/>
                <a:gd name="T40" fmla="*/ 785 w 1977"/>
                <a:gd name="T41" fmla="*/ 127 h 999"/>
                <a:gd name="T42" fmla="*/ 741 w 1977"/>
                <a:gd name="T43" fmla="*/ 108 h 999"/>
                <a:gd name="T44" fmla="*/ 749 w 1977"/>
                <a:gd name="T45" fmla="*/ 58 h 999"/>
                <a:gd name="T46" fmla="*/ 729 w 1977"/>
                <a:gd name="T47" fmla="*/ 25 h 999"/>
                <a:gd name="T48" fmla="*/ 674 w 1977"/>
                <a:gd name="T49" fmla="*/ 92 h 999"/>
                <a:gd name="T50" fmla="*/ 597 w 1977"/>
                <a:gd name="T51" fmla="*/ 134 h 999"/>
                <a:gd name="T52" fmla="*/ 550 w 1977"/>
                <a:gd name="T53" fmla="*/ 205 h 999"/>
                <a:gd name="T54" fmla="*/ 520 w 1977"/>
                <a:gd name="T55" fmla="*/ 245 h 999"/>
                <a:gd name="T56" fmla="*/ 441 w 1977"/>
                <a:gd name="T57" fmla="*/ 235 h 999"/>
                <a:gd name="T58" fmla="*/ 208 w 1977"/>
                <a:gd name="T59" fmla="*/ 274 h 999"/>
                <a:gd name="T60" fmla="*/ 109 w 1977"/>
                <a:gd name="T61" fmla="*/ 279 h 999"/>
                <a:gd name="T62" fmla="*/ 46 w 1977"/>
                <a:gd name="T63" fmla="*/ 257 h 999"/>
                <a:gd name="T64" fmla="*/ 5 w 1977"/>
                <a:gd name="T65" fmla="*/ 254 h 999"/>
                <a:gd name="T66" fmla="*/ 75 w 1977"/>
                <a:gd name="T67" fmla="*/ 281 h 999"/>
                <a:gd name="T68" fmla="*/ 107 w 1977"/>
                <a:gd name="T69" fmla="*/ 294 h 999"/>
                <a:gd name="T70" fmla="*/ 249 w 1977"/>
                <a:gd name="T71" fmla="*/ 372 h 999"/>
                <a:gd name="T72" fmla="*/ 193 w 1977"/>
                <a:gd name="T73" fmla="*/ 291 h 999"/>
                <a:gd name="T74" fmla="*/ 433 w 1977"/>
                <a:gd name="T75" fmla="*/ 247 h 999"/>
                <a:gd name="T76" fmla="*/ 512 w 1977"/>
                <a:gd name="T77" fmla="*/ 252 h 999"/>
                <a:gd name="T78" fmla="*/ 528 w 1977"/>
                <a:gd name="T79" fmla="*/ 325 h 999"/>
                <a:gd name="T80" fmla="*/ 494 w 1977"/>
                <a:gd name="T81" fmla="*/ 291 h 999"/>
                <a:gd name="T82" fmla="*/ 526 w 1977"/>
                <a:gd name="T83" fmla="*/ 300 h 999"/>
                <a:gd name="T84" fmla="*/ 478 w 1977"/>
                <a:gd name="T85" fmla="*/ 258 h 999"/>
                <a:gd name="T86" fmla="*/ 514 w 1977"/>
                <a:gd name="T87" fmla="*/ 268 h 999"/>
                <a:gd name="T88" fmla="*/ 532 w 1977"/>
                <a:gd name="T89" fmla="*/ 275 h 999"/>
                <a:gd name="T90" fmla="*/ 490 w 1977"/>
                <a:gd name="T91" fmla="*/ 251 h 999"/>
                <a:gd name="T92" fmla="*/ 478 w 1977"/>
                <a:gd name="T93" fmla="*/ 257 h 999"/>
                <a:gd name="T94" fmla="*/ 484 w 1977"/>
                <a:gd name="T95" fmla="*/ 271 h 999"/>
                <a:gd name="T96" fmla="*/ 486 w 1977"/>
                <a:gd name="T97" fmla="*/ 280 h 999"/>
                <a:gd name="T98" fmla="*/ 485 w 1977"/>
                <a:gd name="T99" fmla="*/ 301 h 999"/>
                <a:gd name="T100" fmla="*/ 465 w 1977"/>
                <a:gd name="T101" fmla="*/ 331 h 999"/>
                <a:gd name="T102" fmla="*/ 427 w 1977"/>
                <a:gd name="T103" fmla="*/ 286 h 999"/>
                <a:gd name="T104" fmla="*/ 399 w 1977"/>
                <a:gd name="T105" fmla="*/ 306 h 999"/>
                <a:gd name="T106" fmla="*/ 389 w 1977"/>
                <a:gd name="T107" fmla="*/ 310 h 999"/>
                <a:gd name="T108" fmla="*/ 412 w 1977"/>
                <a:gd name="T109" fmla="*/ 317 h 999"/>
                <a:gd name="T110" fmla="*/ 410 w 1977"/>
                <a:gd name="T111" fmla="*/ 344 h 999"/>
                <a:gd name="T112" fmla="*/ 423 w 1977"/>
                <a:gd name="T113" fmla="*/ 361 h 999"/>
                <a:gd name="T114" fmla="*/ 501 w 1977"/>
                <a:gd name="T115" fmla="*/ 336 h 999"/>
                <a:gd name="T116" fmla="*/ 476 w 1977"/>
                <a:gd name="T117" fmla="*/ 384 h 999"/>
                <a:gd name="T118" fmla="*/ 518 w 1977"/>
                <a:gd name="T119" fmla="*/ 395 h 9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977"/>
                <a:gd name="T181" fmla="*/ 0 h 999"/>
                <a:gd name="T182" fmla="*/ 1977 w 1977"/>
                <a:gd name="T183" fmla="*/ 999 h 99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977" h="999">
                  <a:moveTo>
                    <a:pt x="949" y="853"/>
                  </a:moveTo>
                  <a:lnTo>
                    <a:pt x="1027" y="827"/>
                  </a:lnTo>
                  <a:lnTo>
                    <a:pt x="1026" y="843"/>
                  </a:lnTo>
                  <a:lnTo>
                    <a:pt x="1024" y="860"/>
                  </a:lnTo>
                  <a:lnTo>
                    <a:pt x="1021" y="877"/>
                  </a:lnTo>
                  <a:lnTo>
                    <a:pt x="1017" y="894"/>
                  </a:lnTo>
                  <a:lnTo>
                    <a:pt x="1010" y="912"/>
                  </a:lnTo>
                  <a:lnTo>
                    <a:pt x="1001" y="927"/>
                  </a:lnTo>
                  <a:lnTo>
                    <a:pt x="989" y="941"/>
                  </a:lnTo>
                  <a:lnTo>
                    <a:pt x="974" y="952"/>
                  </a:lnTo>
                  <a:lnTo>
                    <a:pt x="959" y="954"/>
                  </a:lnTo>
                  <a:lnTo>
                    <a:pt x="944" y="952"/>
                  </a:lnTo>
                  <a:lnTo>
                    <a:pt x="929" y="946"/>
                  </a:lnTo>
                  <a:lnTo>
                    <a:pt x="914" y="937"/>
                  </a:lnTo>
                  <a:lnTo>
                    <a:pt x="900" y="926"/>
                  </a:lnTo>
                  <a:lnTo>
                    <a:pt x="888" y="913"/>
                  </a:lnTo>
                  <a:lnTo>
                    <a:pt x="876" y="897"/>
                  </a:lnTo>
                  <a:lnTo>
                    <a:pt x="867" y="881"/>
                  </a:lnTo>
                  <a:lnTo>
                    <a:pt x="949" y="853"/>
                  </a:lnTo>
                  <a:lnTo>
                    <a:pt x="942" y="822"/>
                  </a:lnTo>
                  <a:lnTo>
                    <a:pt x="857" y="852"/>
                  </a:lnTo>
                  <a:lnTo>
                    <a:pt x="848" y="845"/>
                  </a:lnTo>
                  <a:lnTo>
                    <a:pt x="842" y="835"/>
                  </a:lnTo>
                  <a:lnTo>
                    <a:pt x="837" y="823"/>
                  </a:lnTo>
                  <a:lnTo>
                    <a:pt x="830" y="812"/>
                  </a:lnTo>
                  <a:lnTo>
                    <a:pt x="843" y="806"/>
                  </a:lnTo>
                  <a:lnTo>
                    <a:pt x="858" y="801"/>
                  </a:lnTo>
                  <a:lnTo>
                    <a:pt x="873" y="795"/>
                  </a:lnTo>
                  <a:lnTo>
                    <a:pt x="889" y="790"/>
                  </a:lnTo>
                  <a:lnTo>
                    <a:pt x="905" y="784"/>
                  </a:lnTo>
                  <a:lnTo>
                    <a:pt x="921" y="779"/>
                  </a:lnTo>
                  <a:lnTo>
                    <a:pt x="935" y="775"/>
                  </a:lnTo>
                  <a:lnTo>
                    <a:pt x="949" y="770"/>
                  </a:lnTo>
                  <a:lnTo>
                    <a:pt x="941" y="740"/>
                  </a:lnTo>
                  <a:lnTo>
                    <a:pt x="836" y="775"/>
                  </a:lnTo>
                  <a:lnTo>
                    <a:pt x="835" y="772"/>
                  </a:lnTo>
                  <a:lnTo>
                    <a:pt x="835" y="769"/>
                  </a:lnTo>
                  <a:lnTo>
                    <a:pt x="835" y="765"/>
                  </a:lnTo>
                  <a:lnTo>
                    <a:pt x="835" y="761"/>
                  </a:lnTo>
                  <a:lnTo>
                    <a:pt x="792" y="757"/>
                  </a:lnTo>
                  <a:lnTo>
                    <a:pt x="792" y="779"/>
                  </a:lnTo>
                  <a:lnTo>
                    <a:pt x="794" y="800"/>
                  </a:lnTo>
                  <a:lnTo>
                    <a:pt x="799" y="822"/>
                  </a:lnTo>
                  <a:lnTo>
                    <a:pt x="806" y="841"/>
                  </a:lnTo>
                  <a:lnTo>
                    <a:pt x="814" y="862"/>
                  </a:lnTo>
                  <a:lnTo>
                    <a:pt x="823" y="882"/>
                  </a:lnTo>
                  <a:lnTo>
                    <a:pt x="835" y="900"/>
                  </a:lnTo>
                  <a:lnTo>
                    <a:pt x="846" y="919"/>
                  </a:lnTo>
                  <a:lnTo>
                    <a:pt x="860" y="936"/>
                  </a:lnTo>
                  <a:lnTo>
                    <a:pt x="875" y="953"/>
                  </a:lnTo>
                  <a:lnTo>
                    <a:pt x="891" y="968"/>
                  </a:lnTo>
                  <a:lnTo>
                    <a:pt x="908" y="980"/>
                  </a:lnTo>
                  <a:lnTo>
                    <a:pt x="927" y="990"/>
                  </a:lnTo>
                  <a:lnTo>
                    <a:pt x="946" y="996"/>
                  </a:lnTo>
                  <a:lnTo>
                    <a:pt x="967" y="999"/>
                  </a:lnTo>
                  <a:lnTo>
                    <a:pt x="989" y="997"/>
                  </a:lnTo>
                  <a:lnTo>
                    <a:pt x="1005" y="992"/>
                  </a:lnTo>
                  <a:lnTo>
                    <a:pt x="1019" y="986"/>
                  </a:lnTo>
                  <a:lnTo>
                    <a:pt x="1030" y="976"/>
                  </a:lnTo>
                  <a:lnTo>
                    <a:pt x="1041" y="965"/>
                  </a:lnTo>
                  <a:lnTo>
                    <a:pt x="1048" y="952"/>
                  </a:lnTo>
                  <a:lnTo>
                    <a:pt x="1055" y="938"/>
                  </a:lnTo>
                  <a:lnTo>
                    <a:pt x="1060" y="923"/>
                  </a:lnTo>
                  <a:lnTo>
                    <a:pt x="1064" y="908"/>
                  </a:lnTo>
                  <a:lnTo>
                    <a:pt x="1098" y="629"/>
                  </a:lnTo>
                  <a:lnTo>
                    <a:pt x="1101" y="609"/>
                  </a:lnTo>
                  <a:lnTo>
                    <a:pt x="1104" y="587"/>
                  </a:lnTo>
                  <a:lnTo>
                    <a:pt x="1108" y="566"/>
                  </a:lnTo>
                  <a:lnTo>
                    <a:pt x="1112" y="545"/>
                  </a:lnTo>
                  <a:lnTo>
                    <a:pt x="1117" y="525"/>
                  </a:lnTo>
                  <a:lnTo>
                    <a:pt x="1121" y="505"/>
                  </a:lnTo>
                  <a:lnTo>
                    <a:pt x="1128" y="485"/>
                  </a:lnTo>
                  <a:lnTo>
                    <a:pt x="1135" y="466"/>
                  </a:lnTo>
                  <a:lnTo>
                    <a:pt x="1143" y="443"/>
                  </a:lnTo>
                  <a:lnTo>
                    <a:pt x="1154" y="420"/>
                  </a:lnTo>
                  <a:lnTo>
                    <a:pt x="1165" y="398"/>
                  </a:lnTo>
                  <a:lnTo>
                    <a:pt x="1179" y="376"/>
                  </a:lnTo>
                  <a:lnTo>
                    <a:pt x="1194" y="355"/>
                  </a:lnTo>
                  <a:lnTo>
                    <a:pt x="1209" y="335"/>
                  </a:lnTo>
                  <a:lnTo>
                    <a:pt x="1226" y="316"/>
                  </a:lnTo>
                  <a:lnTo>
                    <a:pt x="1245" y="298"/>
                  </a:lnTo>
                  <a:lnTo>
                    <a:pt x="1264" y="282"/>
                  </a:lnTo>
                  <a:lnTo>
                    <a:pt x="1284" y="265"/>
                  </a:lnTo>
                  <a:lnTo>
                    <a:pt x="1306" y="252"/>
                  </a:lnTo>
                  <a:lnTo>
                    <a:pt x="1328" y="240"/>
                  </a:lnTo>
                  <a:lnTo>
                    <a:pt x="1351" y="230"/>
                  </a:lnTo>
                  <a:lnTo>
                    <a:pt x="1374" y="220"/>
                  </a:lnTo>
                  <a:lnTo>
                    <a:pt x="1398" y="215"/>
                  </a:lnTo>
                  <a:lnTo>
                    <a:pt x="1423" y="210"/>
                  </a:lnTo>
                  <a:lnTo>
                    <a:pt x="1437" y="226"/>
                  </a:lnTo>
                  <a:lnTo>
                    <a:pt x="1450" y="240"/>
                  </a:lnTo>
                  <a:lnTo>
                    <a:pt x="1462" y="254"/>
                  </a:lnTo>
                  <a:lnTo>
                    <a:pt x="1476" y="265"/>
                  </a:lnTo>
                  <a:lnTo>
                    <a:pt x="1492" y="276"/>
                  </a:lnTo>
                  <a:lnTo>
                    <a:pt x="1511" y="285"/>
                  </a:lnTo>
                  <a:lnTo>
                    <a:pt x="1534" y="294"/>
                  </a:lnTo>
                  <a:lnTo>
                    <a:pt x="1561" y="302"/>
                  </a:lnTo>
                  <a:lnTo>
                    <a:pt x="1578" y="306"/>
                  </a:lnTo>
                  <a:lnTo>
                    <a:pt x="1593" y="307"/>
                  </a:lnTo>
                  <a:lnTo>
                    <a:pt x="1609" y="308"/>
                  </a:lnTo>
                  <a:lnTo>
                    <a:pt x="1624" y="308"/>
                  </a:lnTo>
                  <a:lnTo>
                    <a:pt x="1639" y="306"/>
                  </a:lnTo>
                  <a:lnTo>
                    <a:pt x="1652" y="303"/>
                  </a:lnTo>
                  <a:lnTo>
                    <a:pt x="1667" y="300"/>
                  </a:lnTo>
                  <a:lnTo>
                    <a:pt x="1681" y="294"/>
                  </a:lnTo>
                  <a:lnTo>
                    <a:pt x="1695" y="290"/>
                  </a:lnTo>
                  <a:lnTo>
                    <a:pt x="1708" y="283"/>
                  </a:lnTo>
                  <a:lnTo>
                    <a:pt x="1722" y="276"/>
                  </a:lnTo>
                  <a:lnTo>
                    <a:pt x="1734" y="268"/>
                  </a:lnTo>
                  <a:lnTo>
                    <a:pt x="1746" y="259"/>
                  </a:lnTo>
                  <a:lnTo>
                    <a:pt x="1758" y="249"/>
                  </a:lnTo>
                  <a:lnTo>
                    <a:pt x="1770" y="239"/>
                  </a:lnTo>
                  <a:lnTo>
                    <a:pt x="1781" y="229"/>
                  </a:lnTo>
                  <a:lnTo>
                    <a:pt x="1818" y="249"/>
                  </a:lnTo>
                  <a:lnTo>
                    <a:pt x="1850" y="275"/>
                  </a:lnTo>
                  <a:lnTo>
                    <a:pt x="1878" y="305"/>
                  </a:lnTo>
                  <a:lnTo>
                    <a:pt x="1902" y="339"/>
                  </a:lnTo>
                  <a:lnTo>
                    <a:pt x="1921" y="376"/>
                  </a:lnTo>
                  <a:lnTo>
                    <a:pt x="1936" y="416"/>
                  </a:lnTo>
                  <a:lnTo>
                    <a:pt x="1944" y="457"/>
                  </a:lnTo>
                  <a:lnTo>
                    <a:pt x="1947" y="499"/>
                  </a:lnTo>
                  <a:lnTo>
                    <a:pt x="1950" y="528"/>
                  </a:lnTo>
                  <a:lnTo>
                    <a:pt x="1953" y="560"/>
                  </a:lnTo>
                  <a:lnTo>
                    <a:pt x="1956" y="585"/>
                  </a:lnTo>
                  <a:lnTo>
                    <a:pt x="1960" y="591"/>
                  </a:lnTo>
                  <a:lnTo>
                    <a:pt x="1973" y="540"/>
                  </a:lnTo>
                  <a:lnTo>
                    <a:pt x="1977" y="485"/>
                  </a:lnTo>
                  <a:lnTo>
                    <a:pt x="1976" y="430"/>
                  </a:lnTo>
                  <a:lnTo>
                    <a:pt x="1967" y="378"/>
                  </a:lnTo>
                  <a:lnTo>
                    <a:pt x="1962" y="361"/>
                  </a:lnTo>
                  <a:lnTo>
                    <a:pt x="1956" y="344"/>
                  </a:lnTo>
                  <a:lnTo>
                    <a:pt x="1950" y="326"/>
                  </a:lnTo>
                  <a:lnTo>
                    <a:pt x="1940" y="310"/>
                  </a:lnTo>
                  <a:lnTo>
                    <a:pt x="1931" y="295"/>
                  </a:lnTo>
                  <a:lnTo>
                    <a:pt x="1921" y="280"/>
                  </a:lnTo>
                  <a:lnTo>
                    <a:pt x="1909" y="265"/>
                  </a:lnTo>
                  <a:lnTo>
                    <a:pt x="1897" y="252"/>
                  </a:lnTo>
                  <a:lnTo>
                    <a:pt x="1884" y="239"/>
                  </a:lnTo>
                  <a:lnTo>
                    <a:pt x="1870" y="226"/>
                  </a:lnTo>
                  <a:lnTo>
                    <a:pt x="1856" y="214"/>
                  </a:lnTo>
                  <a:lnTo>
                    <a:pt x="1841" y="202"/>
                  </a:lnTo>
                  <a:lnTo>
                    <a:pt x="1826" y="191"/>
                  </a:lnTo>
                  <a:lnTo>
                    <a:pt x="1810" y="180"/>
                  </a:lnTo>
                  <a:lnTo>
                    <a:pt x="1795" y="171"/>
                  </a:lnTo>
                  <a:lnTo>
                    <a:pt x="1779" y="162"/>
                  </a:lnTo>
                  <a:lnTo>
                    <a:pt x="1776" y="163"/>
                  </a:lnTo>
                  <a:lnTo>
                    <a:pt x="1773" y="164"/>
                  </a:lnTo>
                  <a:lnTo>
                    <a:pt x="1771" y="165"/>
                  </a:lnTo>
                  <a:lnTo>
                    <a:pt x="1769" y="167"/>
                  </a:lnTo>
                  <a:lnTo>
                    <a:pt x="1765" y="171"/>
                  </a:lnTo>
                  <a:lnTo>
                    <a:pt x="1761" y="177"/>
                  </a:lnTo>
                  <a:lnTo>
                    <a:pt x="1753" y="185"/>
                  </a:lnTo>
                  <a:lnTo>
                    <a:pt x="1743" y="195"/>
                  </a:lnTo>
                  <a:lnTo>
                    <a:pt x="1730" y="208"/>
                  </a:lnTo>
                  <a:lnTo>
                    <a:pt x="1717" y="218"/>
                  </a:lnTo>
                  <a:lnTo>
                    <a:pt x="1705" y="227"/>
                  </a:lnTo>
                  <a:lnTo>
                    <a:pt x="1694" y="235"/>
                  </a:lnTo>
                  <a:lnTo>
                    <a:pt x="1683" y="241"/>
                  </a:lnTo>
                  <a:lnTo>
                    <a:pt x="1673" y="247"/>
                  </a:lnTo>
                  <a:lnTo>
                    <a:pt x="1664" y="250"/>
                  </a:lnTo>
                  <a:lnTo>
                    <a:pt x="1654" y="254"/>
                  </a:lnTo>
                  <a:lnTo>
                    <a:pt x="1643" y="255"/>
                  </a:lnTo>
                  <a:lnTo>
                    <a:pt x="1633" y="256"/>
                  </a:lnTo>
                  <a:lnTo>
                    <a:pt x="1622" y="257"/>
                  </a:lnTo>
                  <a:lnTo>
                    <a:pt x="1611" y="257"/>
                  </a:lnTo>
                  <a:lnTo>
                    <a:pt x="1598" y="256"/>
                  </a:lnTo>
                  <a:lnTo>
                    <a:pt x="1584" y="256"/>
                  </a:lnTo>
                  <a:lnTo>
                    <a:pt x="1569" y="255"/>
                  </a:lnTo>
                  <a:lnTo>
                    <a:pt x="1553" y="254"/>
                  </a:lnTo>
                  <a:lnTo>
                    <a:pt x="1543" y="249"/>
                  </a:lnTo>
                  <a:lnTo>
                    <a:pt x="1531" y="246"/>
                  </a:lnTo>
                  <a:lnTo>
                    <a:pt x="1521" y="241"/>
                  </a:lnTo>
                  <a:lnTo>
                    <a:pt x="1510" y="237"/>
                  </a:lnTo>
                  <a:lnTo>
                    <a:pt x="1499" y="232"/>
                  </a:lnTo>
                  <a:lnTo>
                    <a:pt x="1489" y="225"/>
                  </a:lnTo>
                  <a:lnTo>
                    <a:pt x="1481" y="217"/>
                  </a:lnTo>
                  <a:lnTo>
                    <a:pt x="1473" y="208"/>
                  </a:lnTo>
                  <a:lnTo>
                    <a:pt x="1476" y="204"/>
                  </a:lnTo>
                  <a:lnTo>
                    <a:pt x="1480" y="200"/>
                  </a:lnTo>
                  <a:lnTo>
                    <a:pt x="1482" y="195"/>
                  </a:lnTo>
                  <a:lnTo>
                    <a:pt x="1485" y="191"/>
                  </a:lnTo>
                  <a:lnTo>
                    <a:pt x="1493" y="166"/>
                  </a:lnTo>
                  <a:lnTo>
                    <a:pt x="1497" y="141"/>
                  </a:lnTo>
                  <a:lnTo>
                    <a:pt x="1497" y="116"/>
                  </a:lnTo>
                  <a:lnTo>
                    <a:pt x="1495" y="91"/>
                  </a:lnTo>
                  <a:lnTo>
                    <a:pt x="1489" y="66"/>
                  </a:lnTo>
                  <a:lnTo>
                    <a:pt x="1480" y="43"/>
                  </a:lnTo>
                  <a:lnTo>
                    <a:pt x="1468" y="21"/>
                  </a:lnTo>
                  <a:lnTo>
                    <a:pt x="1454" y="0"/>
                  </a:lnTo>
                  <a:lnTo>
                    <a:pt x="1453" y="6"/>
                  </a:lnTo>
                  <a:lnTo>
                    <a:pt x="1454" y="25"/>
                  </a:lnTo>
                  <a:lnTo>
                    <a:pt x="1457" y="50"/>
                  </a:lnTo>
                  <a:lnTo>
                    <a:pt x="1458" y="80"/>
                  </a:lnTo>
                  <a:lnTo>
                    <a:pt x="1455" y="112"/>
                  </a:lnTo>
                  <a:lnTo>
                    <a:pt x="1450" y="141"/>
                  </a:lnTo>
                  <a:lnTo>
                    <a:pt x="1437" y="164"/>
                  </a:lnTo>
                  <a:lnTo>
                    <a:pt x="1416" y="178"/>
                  </a:lnTo>
                  <a:lnTo>
                    <a:pt x="1393" y="178"/>
                  </a:lnTo>
                  <a:lnTo>
                    <a:pt x="1370" y="180"/>
                  </a:lnTo>
                  <a:lnTo>
                    <a:pt x="1348" y="185"/>
                  </a:lnTo>
                  <a:lnTo>
                    <a:pt x="1326" y="191"/>
                  </a:lnTo>
                  <a:lnTo>
                    <a:pt x="1306" y="197"/>
                  </a:lnTo>
                  <a:lnTo>
                    <a:pt x="1285" y="207"/>
                  </a:lnTo>
                  <a:lnTo>
                    <a:pt x="1265" y="216"/>
                  </a:lnTo>
                  <a:lnTo>
                    <a:pt x="1246" y="227"/>
                  </a:lnTo>
                  <a:lnTo>
                    <a:pt x="1227" y="240"/>
                  </a:lnTo>
                  <a:lnTo>
                    <a:pt x="1209" y="254"/>
                  </a:lnTo>
                  <a:lnTo>
                    <a:pt x="1193" y="269"/>
                  </a:lnTo>
                  <a:lnTo>
                    <a:pt x="1177" y="285"/>
                  </a:lnTo>
                  <a:lnTo>
                    <a:pt x="1162" y="301"/>
                  </a:lnTo>
                  <a:lnTo>
                    <a:pt x="1148" y="320"/>
                  </a:lnTo>
                  <a:lnTo>
                    <a:pt x="1134" y="338"/>
                  </a:lnTo>
                  <a:lnTo>
                    <a:pt x="1123" y="356"/>
                  </a:lnTo>
                  <a:lnTo>
                    <a:pt x="1113" y="374"/>
                  </a:lnTo>
                  <a:lnTo>
                    <a:pt x="1105" y="392"/>
                  </a:lnTo>
                  <a:lnTo>
                    <a:pt x="1100" y="411"/>
                  </a:lnTo>
                  <a:lnTo>
                    <a:pt x="1095" y="429"/>
                  </a:lnTo>
                  <a:lnTo>
                    <a:pt x="1090" y="447"/>
                  </a:lnTo>
                  <a:lnTo>
                    <a:pt x="1086" y="467"/>
                  </a:lnTo>
                  <a:lnTo>
                    <a:pt x="1081" y="485"/>
                  </a:lnTo>
                  <a:lnTo>
                    <a:pt x="1077" y="504"/>
                  </a:lnTo>
                  <a:lnTo>
                    <a:pt x="1067" y="499"/>
                  </a:lnTo>
                  <a:lnTo>
                    <a:pt x="1055" y="495"/>
                  </a:lnTo>
                  <a:lnTo>
                    <a:pt x="1039" y="490"/>
                  </a:lnTo>
                  <a:lnTo>
                    <a:pt x="1022" y="484"/>
                  </a:lnTo>
                  <a:lnTo>
                    <a:pt x="1006" y="477"/>
                  </a:lnTo>
                  <a:lnTo>
                    <a:pt x="991" y="471"/>
                  </a:lnTo>
                  <a:lnTo>
                    <a:pt x="981" y="464"/>
                  </a:lnTo>
                  <a:lnTo>
                    <a:pt x="976" y="456"/>
                  </a:lnTo>
                  <a:lnTo>
                    <a:pt x="956" y="459"/>
                  </a:lnTo>
                  <a:lnTo>
                    <a:pt x="923" y="465"/>
                  </a:lnTo>
                  <a:lnTo>
                    <a:pt x="882" y="471"/>
                  </a:lnTo>
                  <a:lnTo>
                    <a:pt x="832" y="480"/>
                  </a:lnTo>
                  <a:lnTo>
                    <a:pt x="777" y="489"/>
                  </a:lnTo>
                  <a:lnTo>
                    <a:pt x="717" y="498"/>
                  </a:lnTo>
                  <a:lnTo>
                    <a:pt x="655" y="509"/>
                  </a:lnTo>
                  <a:lnTo>
                    <a:pt x="592" y="519"/>
                  </a:lnTo>
                  <a:lnTo>
                    <a:pt x="529" y="529"/>
                  </a:lnTo>
                  <a:lnTo>
                    <a:pt x="471" y="540"/>
                  </a:lnTo>
                  <a:lnTo>
                    <a:pt x="415" y="549"/>
                  </a:lnTo>
                  <a:lnTo>
                    <a:pt x="366" y="557"/>
                  </a:lnTo>
                  <a:lnTo>
                    <a:pt x="324" y="564"/>
                  </a:lnTo>
                  <a:lnTo>
                    <a:pt x="293" y="568"/>
                  </a:lnTo>
                  <a:lnTo>
                    <a:pt x="273" y="572"/>
                  </a:lnTo>
                  <a:lnTo>
                    <a:pt x="266" y="573"/>
                  </a:lnTo>
                  <a:lnTo>
                    <a:pt x="250" y="568"/>
                  </a:lnTo>
                  <a:lnTo>
                    <a:pt x="233" y="563"/>
                  </a:lnTo>
                  <a:lnTo>
                    <a:pt x="218" y="558"/>
                  </a:lnTo>
                  <a:lnTo>
                    <a:pt x="202" y="552"/>
                  </a:lnTo>
                  <a:lnTo>
                    <a:pt x="186" y="547"/>
                  </a:lnTo>
                  <a:lnTo>
                    <a:pt x="170" y="541"/>
                  </a:lnTo>
                  <a:lnTo>
                    <a:pt x="155" y="536"/>
                  </a:lnTo>
                  <a:lnTo>
                    <a:pt x="139" y="530"/>
                  </a:lnTo>
                  <a:lnTo>
                    <a:pt x="123" y="525"/>
                  </a:lnTo>
                  <a:lnTo>
                    <a:pt x="107" y="520"/>
                  </a:lnTo>
                  <a:lnTo>
                    <a:pt x="92" y="514"/>
                  </a:lnTo>
                  <a:lnTo>
                    <a:pt x="76" y="510"/>
                  </a:lnTo>
                  <a:lnTo>
                    <a:pt x="60" y="505"/>
                  </a:lnTo>
                  <a:lnTo>
                    <a:pt x="43" y="500"/>
                  </a:lnTo>
                  <a:lnTo>
                    <a:pt x="27" y="496"/>
                  </a:lnTo>
                  <a:lnTo>
                    <a:pt x="11" y="491"/>
                  </a:lnTo>
                  <a:lnTo>
                    <a:pt x="0" y="503"/>
                  </a:lnTo>
                  <a:lnTo>
                    <a:pt x="3" y="505"/>
                  </a:lnTo>
                  <a:lnTo>
                    <a:pt x="10" y="509"/>
                  </a:lnTo>
                  <a:lnTo>
                    <a:pt x="22" y="513"/>
                  </a:lnTo>
                  <a:lnTo>
                    <a:pt x="35" y="519"/>
                  </a:lnTo>
                  <a:lnTo>
                    <a:pt x="53" y="525"/>
                  </a:lnTo>
                  <a:lnTo>
                    <a:pt x="71" y="532"/>
                  </a:lnTo>
                  <a:lnTo>
                    <a:pt x="91" y="540"/>
                  </a:lnTo>
                  <a:lnTo>
                    <a:pt x="110" y="547"/>
                  </a:lnTo>
                  <a:lnTo>
                    <a:pt x="130" y="555"/>
                  </a:lnTo>
                  <a:lnTo>
                    <a:pt x="149" y="562"/>
                  </a:lnTo>
                  <a:lnTo>
                    <a:pt x="168" y="568"/>
                  </a:lnTo>
                  <a:lnTo>
                    <a:pt x="184" y="574"/>
                  </a:lnTo>
                  <a:lnTo>
                    <a:pt x="198" y="580"/>
                  </a:lnTo>
                  <a:lnTo>
                    <a:pt x="208" y="583"/>
                  </a:lnTo>
                  <a:lnTo>
                    <a:pt x="215" y="586"/>
                  </a:lnTo>
                  <a:lnTo>
                    <a:pt x="217" y="587"/>
                  </a:lnTo>
                  <a:lnTo>
                    <a:pt x="216" y="587"/>
                  </a:lnTo>
                  <a:lnTo>
                    <a:pt x="213" y="588"/>
                  </a:lnTo>
                  <a:lnTo>
                    <a:pt x="208" y="590"/>
                  </a:lnTo>
                  <a:lnTo>
                    <a:pt x="202" y="593"/>
                  </a:lnTo>
                  <a:lnTo>
                    <a:pt x="195" y="595"/>
                  </a:lnTo>
                  <a:lnTo>
                    <a:pt x="190" y="598"/>
                  </a:lnTo>
                  <a:lnTo>
                    <a:pt x="184" y="601"/>
                  </a:lnTo>
                  <a:lnTo>
                    <a:pt x="179" y="604"/>
                  </a:lnTo>
                  <a:lnTo>
                    <a:pt x="491" y="741"/>
                  </a:lnTo>
                  <a:lnTo>
                    <a:pt x="497" y="744"/>
                  </a:lnTo>
                  <a:lnTo>
                    <a:pt x="503" y="745"/>
                  </a:lnTo>
                  <a:lnTo>
                    <a:pt x="509" y="745"/>
                  </a:lnTo>
                  <a:lnTo>
                    <a:pt x="514" y="740"/>
                  </a:lnTo>
                  <a:lnTo>
                    <a:pt x="246" y="612"/>
                  </a:lnTo>
                  <a:lnTo>
                    <a:pt x="265" y="608"/>
                  </a:lnTo>
                  <a:lnTo>
                    <a:pt x="296" y="602"/>
                  </a:lnTo>
                  <a:lnTo>
                    <a:pt x="336" y="593"/>
                  </a:lnTo>
                  <a:lnTo>
                    <a:pt x="385" y="583"/>
                  </a:lnTo>
                  <a:lnTo>
                    <a:pt x="442" y="573"/>
                  </a:lnTo>
                  <a:lnTo>
                    <a:pt x="503" y="562"/>
                  </a:lnTo>
                  <a:lnTo>
                    <a:pt x="567" y="549"/>
                  </a:lnTo>
                  <a:lnTo>
                    <a:pt x="632" y="537"/>
                  </a:lnTo>
                  <a:lnTo>
                    <a:pt x="696" y="526"/>
                  </a:lnTo>
                  <a:lnTo>
                    <a:pt x="758" y="514"/>
                  </a:lnTo>
                  <a:lnTo>
                    <a:pt x="815" y="504"/>
                  </a:lnTo>
                  <a:lnTo>
                    <a:pt x="866" y="494"/>
                  </a:lnTo>
                  <a:lnTo>
                    <a:pt x="910" y="487"/>
                  </a:lnTo>
                  <a:lnTo>
                    <a:pt x="942" y="480"/>
                  </a:lnTo>
                  <a:lnTo>
                    <a:pt x="964" y="476"/>
                  </a:lnTo>
                  <a:lnTo>
                    <a:pt x="971" y="475"/>
                  </a:lnTo>
                  <a:lnTo>
                    <a:pt x="983" y="482"/>
                  </a:lnTo>
                  <a:lnTo>
                    <a:pt x="996" y="489"/>
                  </a:lnTo>
                  <a:lnTo>
                    <a:pt x="1010" y="496"/>
                  </a:lnTo>
                  <a:lnTo>
                    <a:pt x="1024" y="504"/>
                  </a:lnTo>
                  <a:lnTo>
                    <a:pt x="1036" y="512"/>
                  </a:lnTo>
                  <a:lnTo>
                    <a:pt x="1049" y="520"/>
                  </a:lnTo>
                  <a:lnTo>
                    <a:pt x="1062" y="528"/>
                  </a:lnTo>
                  <a:lnTo>
                    <a:pt x="1073" y="537"/>
                  </a:lnTo>
                  <a:lnTo>
                    <a:pt x="1072" y="567"/>
                  </a:lnTo>
                  <a:lnTo>
                    <a:pt x="1067" y="595"/>
                  </a:lnTo>
                  <a:lnTo>
                    <a:pt x="1062" y="624"/>
                  </a:lnTo>
                  <a:lnTo>
                    <a:pt x="1055" y="650"/>
                  </a:lnTo>
                  <a:lnTo>
                    <a:pt x="1047" y="641"/>
                  </a:lnTo>
                  <a:lnTo>
                    <a:pt x="1039" y="632"/>
                  </a:lnTo>
                  <a:lnTo>
                    <a:pt x="1030" y="623"/>
                  </a:lnTo>
                  <a:lnTo>
                    <a:pt x="1022" y="615"/>
                  </a:lnTo>
                  <a:lnTo>
                    <a:pt x="1014" y="606"/>
                  </a:lnTo>
                  <a:lnTo>
                    <a:pt x="1006" y="598"/>
                  </a:lnTo>
                  <a:lnTo>
                    <a:pt x="997" y="590"/>
                  </a:lnTo>
                  <a:lnTo>
                    <a:pt x="987" y="583"/>
                  </a:lnTo>
                  <a:lnTo>
                    <a:pt x="995" y="583"/>
                  </a:lnTo>
                  <a:lnTo>
                    <a:pt x="1003" y="586"/>
                  </a:lnTo>
                  <a:lnTo>
                    <a:pt x="1011" y="591"/>
                  </a:lnTo>
                  <a:lnTo>
                    <a:pt x="1018" y="597"/>
                  </a:lnTo>
                  <a:lnTo>
                    <a:pt x="1026" y="603"/>
                  </a:lnTo>
                  <a:lnTo>
                    <a:pt x="1034" y="605"/>
                  </a:lnTo>
                  <a:lnTo>
                    <a:pt x="1042" y="605"/>
                  </a:lnTo>
                  <a:lnTo>
                    <a:pt x="1051" y="601"/>
                  </a:lnTo>
                  <a:lnTo>
                    <a:pt x="1043" y="587"/>
                  </a:lnTo>
                  <a:lnTo>
                    <a:pt x="1033" y="574"/>
                  </a:lnTo>
                  <a:lnTo>
                    <a:pt x="1022" y="563"/>
                  </a:lnTo>
                  <a:lnTo>
                    <a:pt x="1010" y="551"/>
                  </a:lnTo>
                  <a:lnTo>
                    <a:pt x="997" y="541"/>
                  </a:lnTo>
                  <a:lnTo>
                    <a:pt x="983" y="532"/>
                  </a:lnTo>
                  <a:lnTo>
                    <a:pt x="969" y="524"/>
                  </a:lnTo>
                  <a:lnTo>
                    <a:pt x="956" y="517"/>
                  </a:lnTo>
                  <a:lnTo>
                    <a:pt x="965" y="518"/>
                  </a:lnTo>
                  <a:lnTo>
                    <a:pt x="974" y="519"/>
                  </a:lnTo>
                  <a:lnTo>
                    <a:pt x="983" y="521"/>
                  </a:lnTo>
                  <a:lnTo>
                    <a:pt x="992" y="524"/>
                  </a:lnTo>
                  <a:lnTo>
                    <a:pt x="1002" y="526"/>
                  </a:lnTo>
                  <a:lnTo>
                    <a:pt x="1011" y="529"/>
                  </a:lnTo>
                  <a:lnTo>
                    <a:pt x="1019" y="533"/>
                  </a:lnTo>
                  <a:lnTo>
                    <a:pt x="1027" y="537"/>
                  </a:lnTo>
                  <a:lnTo>
                    <a:pt x="1032" y="538"/>
                  </a:lnTo>
                  <a:lnTo>
                    <a:pt x="1036" y="542"/>
                  </a:lnTo>
                  <a:lnTo>
                    <a:pt x="1041" y="547"/>
                  </a:lnTo>
                  <a:lnTo>
                    <a:pt x="1044" y="550"/>
                  </a:lnTo>
                  <a:lnTo>
                    <a:pt x="1049" y="555"/>
                  </a:lnTo>
                  <a:lnTo>
                    <a:pt x="1053" y="556"/>
                  </a:lnTo>
                  <a:lnTo>
                    <a:pt x="1058" y="555"/>
                  </a:lnTo>
                  <a:lnTo>
                    <a:pt x="1064" y="550"/>
                  </a:lnTo>
                  <a:lnTo>
                    <a:pt x="1056" y="540"/>
                  </a:lnTo>
                  <a:lnTo>
                    <a:pt x="1047" y="532"/>
                  </a:lnTo>
                  <a:lnTo>
                    <a:pt x="1036" y="525"/>
                  </a:lnTo>
                  <a:lnTo>
                    <a:pt x="1026" y="519"/>
                  </a:lnTo>
                  <a:lnTo>
                    <a:pt x="1014" y="514"/>
                  </a:lnTo>
                  <a:lnTo>
                    <a:pt x="1003" y="511"/>
                  </a:lnTo>
                  <a:lnTo>
                    <a:pt x="990" y="506"/>
                  </a:lnTo>
                  <a:lnTo>
                    <a:pt x="979" y="503"/>
                  </a:lnTo>
                  <a:lnTo>
                    <a:pt x="972" y="500"/>
                  </a:lnTo>
                  <a:lnTo>
                    <a:pt x="964" y="499"/>
                  </a:lnTo>
                  <a:lnTo>
                    <a:pt x="957" y="499"/>
                  </a:lnTo>
                  <a:lnTo>
                    <a:pt x="951" y="504"/>
                  </a:lnTo>
                  <a:lnTo>
                    <a:pt x="951" y="507"/>
                  </a:lnTo>
                  <a:lnTo>
                    <a:pt x="952" y="511"/>
                  </a:lnTo>
                  <a:lnTo>
                    <a:pt x="953" y="513"/>
                  </a:lnTo>
                  <a:lnTo>
                    <a:pt x="956" y="515"/>
                  </a:lnTo>
                  <a:lnTo>
                    <a:pt x="948" y="518"/>
                  </a:lnTo>
                  <a:lnTo>
                    <a:pt x="938" y="519"/>
                  </a:lnTo>
                  <a:lnTo>
                    <a:pt x="931" y="521"/>
                  </a:lnTo>
                  <a:lnTo>
                    <a:pt x="930" y="530"/>
                  </a:lnTo>
                  <a:lnTo>
                    <a:pt x="939" y="534"/>
                  </a:lnTo>
                  <a:lnTo>
                    <a:pt x="949" y="537"/>
                  </a:lnTo>
                  <a:lnTo>
                    <a:pt x="958" y="541"/>
                  </a:lnTo>
                  <a:lnTo>
                    <a:pt x="968" y="543"/>
                  </a:lnTo>
                  <a:lnTo>
                    <a:pt x="976" y="547"/>
                  </a:lnTo>
                  <a:lnTo>
                    <a:pt x="986" y="551"/>
                  </a:lnTo>
                  <a:lnTo>
                    <a:pt x="994" y="557"/>
                  </a:lnTo>
                  <a:lnTo>
                    <a:pt x="1002" y="563"/>
                  </a:lnTo>
                  <a:lnTo>
                    <a:pt x="995" y="564"/>
                  </a:lnTo>
                  <a:lnTo>
                    <a:pt x="987" y="564"/>
                  </a:lnTo>
                  <a:lnTo>
                    <a:pt x="980" y="563"/>
                  </a:lnTo>
                  <a:lnTo>
                    <a:pt x="972" y="560"/>
                  </a:lnTo>
                  <a:lnTo>
                    <a:pt x="964" y="558"/>
                  </a:lnTo>
                  <a:lnTo>
                    <a:pt x="956" y="557"/>
                  </a:lnTo>
                  <a:lnTo>
                    <a:pt x="949" y="559"/>
                  </a:lnTo>
                  <a:lnTo>
                    <a:pt x="941" y="563"/>
                  </a:lnTo>
                  <a:lnTo>
                    <a:pt x="944" y="575"/>
                  </a:lnTo>
                  <a:lnTo>
                    <a:pt x="951" y="586"/>
                  </a:lnTo>
                  <a:lnTo>
                    <a:pt x="959" y="594"/>
                  </a:lnTo>
                  <a:lnTo>
                    <a:pt x="969" y="602"/>
                  </a:lnTo>
                  <a:lnTo>
                    <a:pt x="979" y="610"/>
                  </a:lnTo>
                  <a:lnTo>
                    <a:pt x="989" y="619"/>
                  </a:lnTo>
                  <a:lnTo>
                    <a:pt x="997" y="631"/>
                  </a:lnTo>
                  <a:lnTo>
                    <a:pt x="1004" y="643"/>
                  </a:lnTo>
                  <a:lnTo>
                    <a:pt x="986" y="647"/>
                  </a:lnTo>
                  <a:lnTo>
                    <a:pt x="966" y="651"/>
                  </a:lnTo>
                  <a:lnTo>
                    <a:pt x="948" y="657"/>
                  </a:lnTo>
                  <a:lnTo>
                    <a:pt x="929" y="663"/>
                  </a:lnTo>
                  <a:lnTo>
                    <a:pt x="911" y="669"/>
                  </a:lnTo>
                  <a:lnTo>
                    <a:pt x="892" y="673"/>
                  </a:lnTo>
                  <a:lnTo>
                    <a:pt x="873" y="677"/>
                  </a:lnTo>
                  <a:lnTo>
                    <a:pt x="854" y="678"/>
                  </a:lnTo>
                  <a:lnTo>
                    <a:pt x="858" y="653"/>
                  </a:lnTo>
                  <a:lnTo>
                    <a:pt x="860" y="625"/>
                  </a:lnTo>
                  <a:lnTo>
                    <a:pt x="858" y="598"/>
                  </a:lnTo>
                  <a:lnTo>
                    <a:pt x="854" y="573"/>
                  </a:lnTo>
                  <a:lnTo>
                    <a:pt x="848" y="565"/>
                  </a:lnTo>
                  <a:lnTo>
                    <a:pt x="844" y="556"/>
                  </a:lnTo>
                  <a:lnTo>
                    <a:pt x="838" y="548"/>
                  </a:lnTo>
                  <a:lnTo>
                    <a:pt x="829" y="545"/>
                  </a:lnTo>
                  <a:lnTo>
                    <a:pt x="820" y="562"/>
                  </a:lnTo>
                  <a:lnTo>
                    <a:pt x="814" y="579"/>
                  </a:lnTo>
                  <a:lnTo>
                    <a:pt x="808" y="596"/>
                  </a:lnTo>
                  <a:lnTo>
                    <a:pt x="798" y="612"/>
                  </a:lnTo>
                  <a:lnTo>
                    <a:pt x="758" y="545"/>
                  </a:lnTo>
                  <a:lnTo>
                    <a:pt x="746" y="545"/>
                  </a:lnTo>
                  <a:lnTo>
                    <a:pt x="746" y="556"/>
                  </a:lnTo>
                  <a:lnTo>
                    <a:pt x="754" y="568"/>
                  </a:lnTo>
                  <a:lnTo>
                    <a:pt x="761" y="581"/>
                  </a:lnTo>
                  <a:lnTo>
                    <a:pt x="767" y="594"/>
                  </a:lnTo>
                  <a:lnTo>
                    <a:pt x="772" y="608"/>
                  </a:lnTo>
                  <a:lnTo>
                    <a:pt x="778" y="620"/>
                  </a:lnTo>
                  <a:lnTo>
                    <a:pt x="783" y="634"/>
                  </a:lnTo>
                  <a:lnTo>
                    <a:pt x="786" y="649"/>
                  </a:lnTo>
                  <a:lnTo>
                    <a:pt x="790" y="663"/>
                  </a:lnTo>
                  <a:lnTo>
                    <a:pt x="799" y="661"/>
                  </a:lnTo>
                  <a:lnTo>
                    <a:pt x="807" y="655"/>
                  </a:lnTo>
                  <a:lnTo>
                    <a:pt x="813" y="649"/>
                  </a:lnTo>
                  <a:lnTo>
                    <a:pt x="819" y="642"/>
                  </a:lnTo>
                  <a:lnTo>
                    <a:pt x="823" y="634"/>
                  </a:lnTo>
                  <a:lnTo>
                    <a:pt x="827" y="625"/>
                  </a:lnTo>
                  <a:lnTo>
                    <a:pt x="830" y="617"/>
                  </a:lnTo>
                  <a:lnTo>
                    <a:pt x="834" y="609"/>
                  </a:lnTo>
                  <a:lnTo>
                    <a:pt x="838" y="617"/>
                  </a:lnTo>
                  <a:lnTo>
                    <a:pt x="836" y="635"/>
                  </a:lnTo>
                  <a:lnTo>
                    <a:pt x="831" y="654"/>
                  </a:lnTo>
                  <a:lnTo>
                    <a:pt x="827" y="671"/>
                  </a:lnTo>
                  <a:lnTo>
                    <a:pt x="820" y="689"/>
                  </a:lnTo>
                  <a:lnTo>
                    <a:pt x="813" y="707"/>
                  </a:lnTo>
                  <a:lnTo>
                    <a:pt x="806" y="724"/>
                  </a:lnTo>
                  <a:lnTo>
                    <a:pt x="799" y="741"/>
                  </a:lnTo>
                  <a:lnTo>
                    <a:pt x="792" y="757"/>
                  </a:lnTo>
                  <a:lnTo>
                    <a:pt x="835" y="761"/>
                  </a:lnTo>
                  <a:lnTo>
                    <a:pt x="838" y="750"/>
                  </a:lnTo>
                  <a:lnTo>
                    <a:pt x="842" y="735"/>
                  </a:lnTo>
                  <a:lnTo>
                    <a:pt x="845" y="722"/>
                  </a:lnTo>
                  <a:lnTo>
                    <a:pt x="848" y="711"/>
                  </a:lnTo>
                  <a:lnTo>
                    <a:pt x="870" y="708"/>
                  </a:lnTo>
                  <a:lnTo>
                    <a:pt x="892" y="702"/>
                  </a:lnTo>
                  <a:lnTo>
                    <a:pt x="914" y="696"/>
                  </a:lnTo>
                  <a:lnTo>
                    <a:pt x="936" y="691"/>
                  </a:lnTo>
                  <a:lnTo>
                    <a:pt x="958" y="685"/>
                  </a:lnTo>
                  <a:lnTo>
                    <a:pt x="979" y="679"/>
                  </a:lnTo>
                  <a:lnTo>
                    <a:pt x="1001" y="673"/>
                  </a:lnTo>
                  <a:lnTo>
                    <a:pt x="1022" y="669"/>
                  </a:lnTo>
                  <a:lnTo>
                    <a:pt x="1029" y="678"/>
                  </a:lnTo>
                  <a:lnTo>
                    <a:pt x="1036" y="687"/>
                  </a:lnTo>
                  <a:lnTo>
                    <a:pt x="1041" y="696"/>
                  </a:lnTo>
                  <a:lnTo>
                    <a:pt x="1045" y="707"/>
                  </a:lnTo>
                  <a:lnTo>
                    <a:pt x="941" y="74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9" y="767"/>
                  </a:lnTo>
                  <a:lnTo>
                    <a:pt x="969" y="763"/>
                  </a:lnTo>
                  <a:lnTo>
                    <a:pt x="983" y="759"/>
                  </a:lnTo>
                  <a:lnTo>
                    <a:pt x="998" y="753"/>
                  </a:lnTo>
                  <a:lnTo>
                    <a:pt x="1013" y="747"/>
                  </a:lnTo>
                  <a:lnTo>
                    <a:pt x="1027" y="741"/>
                  </a:lnTo>
                  <a:lnTo>
                    <a:pt x="1040" y="737"/>
                  </a:lnTo>
                  <a:lnTo>
                    <a:pt x="1035" y="791"/>
                  </a:lnTo>
                  <a:lnTo>
                    <a:pt x="942" y="822"/>
                  </a:lnTo>
                  <a:lnTo>
                    <a:pt x="949" y="8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4" name="Freeform 56"/>
            <p:cNvSpPr>
              <a:spLocks/>
            </p:cNvSpPr>
            <p:nvPr/>
          </p:nvSpPr>
          <p:spPr bwMode="auto">
            <a:xfrm>
              <a:off x="3078" y="2549"/>
              <a:ext cx="256" cy="77"/>
            </a:xfrm>
            <a:custGeom>
              <a:avLst/>
              <a:gdLst>
                <a:gd name="T0" fmla="*/ 256 w 511"/>
                <a:gd name="T1" fmla="*/ 77 h 154"/>
                <a:gd name="T2" fmla="*/ 252 w 511"/>
                <a:gd name="T3" fmla="*/ 77 h 154"/>
                <a:gd name="T4" fmla="*/ 248 w 511"/>
                <a:gd name="T5" fmla="*/ 76 h 154"/>
                <a:gd name="T6" fmla="*/ 245 w 511"/>
                <a:gd name="T7" fmla="*/ 73 h 154"/>
                <a:gd name="T8" fmla="*/ 242 w 511"/>
                <a:gd name="T9" fmla="*/ 71 h 154"/>
                <a:gd name="T10" fmla="*/ 230 w 511"/>
                <a:gd name="T11" fmla="*/ 60 h 154"/>
                <a:gd name="T12" fmla="*/ 217 w 511"/>
                <a:gd name="T13" fmla="*/ 50 h 154"/>
                <a:gd name="T14" fmla="*/ 204 w 511"/>
                <a:gd name="T15" fmla="*/ 43 h 154"/>
                <a:gd name="T16" fmla="*/ 190 w 511"/>
                <a:gd name="T17" fmla="*/ 37 h 154"/>
                <a:gd name="T18" fmla="*/ 175 w 511"/>
                <a:gd name="T19" fmla="*/ 32 h 154"/>
                <a:gd name="T20" fmla="*/ 160 w 511"/>
                <a:gd name="T21" fmla="*/ 28 h 154"/>
                <a:gd name="T22" fmla="*/ 144 w 511"/>
                <a:gd name="T23" fmla="*/ 25 h 154"/>
                <a:gd name="T24" fmla="*/ 128 w 511"/>
                <a:gd name="T25" fmla="*/ 24 h 154"/>
                <a:gd name="T26" fmla="*/ 112 w 511"/>
                <a:gd name="T27" fmla="*/ 23 h 154"/>
                <a:gd name="T28" fmla="*/ 96 w 511"/>
                <a:gd name="T29" fmla="*/ 23 h 154"/>
                <a:gd name="T30" fmla="*/ 80 w 511"/>
                <a:gd name="T31" fmla="*/ 25 h 154"/>
                <a:gd name="T32" fmla="*/ 65 w 511"/>
                <a:gd name="T33" fmla="*/ 27 h 154"/>
                <a:gd name="T34" fmla="*/ 49 w 511"/>
                <a:gd name="T35" fmla="*/ 30 h 154"/>
                <a:gd name="T36" fmla="*/ 34 w 511"/>
                <a:gd name="T37" fmla="*/ 34 h 154"/>
                <a:gd name="T38" fmla="*/ 19 w 511"/>
                <a:gd name="T39" fmla="*/ 39 h 154"/>
                <a:gd name="T40" fmla="*/ 5 w 511"/>
                <a:gd name="T41" fmla="*/ 44 h 154"/>
                <a:gd name="T42" fmla="*/ 3 w 511"/>
                <a:gd name="T43" fmla="*/ 41 h 154"/>
                <a:gd name="T44" fmla="*/ 1 w 511"/>
                <a:gd name="T45" fmla="*/ 39 h 154"/>
                <a:gd name="T46" fmla="*/ 0 w 511"/>
                <a:gd name="T47" fmla="*/ 36 h 154"/>
                <a:gd name="T48" fmla="*/ 0 w 511"/>
                <a:gd name="T49" fmla="*/ 31 h 154"/>
                <a:gd name="T50" fmla="*/ 8 w 511"/>
                <a:gd name="T51" fmla="*/ 26 h 154"/>
                <a:gd name="T52" fmla="*/ 16 w 511"/>
                <a:gd name="T53" fmla="*/ 20 h 154"/>
                <a:gd name="T54" fmla="*/ 24 w 511"/>
                <a:gd name="T55" fmla="*/ 16 h 154"/>
                <a:gd name="T56" fmla="*/ 32 w 511"/>
                <a:gd name="T57" fmla="*/ 12 h 154"/>
                <a:gd name="T58" fmla="*/ 41 w 511"/>
                <a:gd name="T59" fmla="*/ 9 h 154"/>
                <a:gd name="T60" fmla="*/ 50 w 511"/>
                <a:gd name="T61" fmla="*/ 5 h 154"/>
                <a:gd name="T62" fmla="*/ 59 w 511"/>
                <a:gd name="T63" fmla="*/ 4 h 154"/>
                <a:gd name="T64" fmla="*/ 69 w 511"/>
                <a:gd name="T65" fmla="*/ 2 h 154"/>
                <a:gd name="T66" fmla="*/ 78 w 511"/>
                <a:gd name="T67" fmla="*/ 1 h 154"/>
                <a:gd name="T68" fmla="*/ 88 w 511"/>
                <a:gd name="T69" fmla="*/ 1 h 154"/>
                <a:gd name="T70" fmla="*/ 97 w 511"/>
                <a:gd name="T71" fmla="*/ 0 h 154"/>
                <a:gd name="T72" fmla="*/ 107 w 511"/>
                <a:gd name="T73" fmla="*/ 1 h 154"/>
                <a:gd name="T74" fmla="*/ 117 w 511"/>
                <a:gd name="T75" fmla="*/ 1 h 154"/>
                <a:gd name="T76" fmla="*/ 127 w 511"/>
                <a:gd name="T77" fmla="*/ 2 h 154"/>
                <a:gd name="T78" fmla="*/ 137 w 511"/>
                <a:gd name="T79" fmla="*/ 3 h 154"/>
                <a:gd name="T80" fmla="*/ 146 w 511"/>
                <a:gd name="T81" fmla="*/ 5 h 154"/>
                <a:gd name="T82" fmla="*/ 154 w 511"/>
                <a:gd name="T83" fmla="*/ 7 h 154"/>
                <a:gd name="T84" fmla="*/ 162 w 511"/>
                <a:gd name="T85" fmla="*/ 9 h 154"/>
                <a:gd name="T86" fmla="*/ 170 w 511"/>
                <a:gd name="T87" fmla="*/ 11 h 154"/>
                <a:gd name="T88" fmla="*/ 178 w 511"/>
                <a:gd name="T89" fmla="*/ 14 h 154"/>
                <a:gd name="T90" fmla="*/ 186 w 511"/>
                <a:gd name="T91" fmla="*/ 17 h 154"/>
                <a:gd name="T92" fmla="*/ 194 w 511"/>
                <a:gd name="T93" fmla="*/ 20 h 154"/>
                <a:gd name="T94" fmla="*/ 202 w 511"/>
                <a:gd name="T95" fmla="*/ 24 h 154"/>
                <a:gd name="T96" fmla="*/ 209 w 511"/>
                <a:gd name="T97" fmla="*/ 29 h 154"/>
                <a:gd name="T98" fmla="*/ 216 w 511"/>
                <a:gd name="T99" fmla="*/ 34 h 154"/>
                <a:gd name="T100" fmla="*/ 223 w 511"/>
                <a:gd name="T101" fmla="*/ 38 h 154"/>
                <a:gd name="T102" fmla="*/ 229 w 511"/>
                <a:gd name="T103" fmla="*/ 44 h 154"/>
                <a:gd name="T104" fmla="*/ 236 w 511"/>
                <a:gd name="T105" fmla="*/ 49 h 154"/>
                <a:gd name="T106" fmla="*/ 241 w 511"/>
                <a:gd name="T107" fmla="*/ 56 h 154"/>
                <a:gd name="T108" fmla="*/ 247 w 511"/>
                <a:gd name="T109" fmla="*/ 62 h 154"/>
                <a:gd name="T110" fmla="*/ 251 w 511"/>
                <a:gd name="T111" fmla="*/ 69 h 154"/>
                <a:gd name="T112" fmla="*/ 256 w 511"/>
                <a:gd name="T113" fmla="*/ 77 h 1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11"/>
                <a:gd name="T172" fmla="*/ 0 h 154"/>
                <a:gd name="T173" fmla="*/ 511 w 511"/>
                <a:gd name="T174" fmla="*/ 154 h 15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11" h="154">
                  <a:moveTo>
                    <a:pt x="511" y="153"/>
                  </a:moveTo>
                  <a:lnTo>
                    <a:pt x="503" y="154"/>
                  </a:lnTo>
                  <a:lnTo>
                    <a:pt x="496" y="151"/>
                  </a:lnTo>
                  <a:lnTo>
                    <a:pt x="489" y="145"/>
                  </a:lnTo>
                  <a:lnTo>
                    <a:pt x="483" y="141"/>
                  </a:lnTo>
                  <a:lnTo>
                    <a:pt x="459" y="120"/>
                  </a:lnTo>
                  <a:lnTo>
                    <a:pt x="434" y="101"/>
                  </a:lnTo>
                  <a:lnTo>
                    <a:pt x="407" y="86"/>
                  </a:lnTo>
                  <a:lnTo>
                    <a:pt x="379" y="74"/>
                  </a:lnTo>
                  <a:lnTo>
                    <a:pt x="350" y="64"/>
                  </a:lnTo>
                  <a:lnTo>
                    <a:pt x="319" y="56"/>
                  </a:lnTo>
                  <a:lnTo>
                    <a:pt x="288" y="51"/>
                  </a:lnTo>
                  <a:lnTo>
                    <a:pt x="255" y="48"/>
                  </a:lnTo>
                  <a:lnTo>
                    <a:pt x="224" y="47"/>
                  </a:lnTo>
                  <a:lnTo>
                    <a:pt x="192" y="47"/>
                  </a:lnTo>
                  <a:lnTo>
                    <a:pt x="160" y="51"/>
                  </a:lnTo>
                  <a:lnTo>
                    <a:pt x="129" y="55"/>
                  </a:lnTo>
                  <a:lnTo>
                    <a:pt x="98" y="61"/>
                  </a:lnTo>
                  <a:lnTo>
                    <a:pt x="68" y="68"/>
                  </a:lnTo>
                  <a:lnTo>
                    <a:pt x="38" y="77"/>
                  </a:lnTo>
                  <a:lnTo>
                    <a:pt x="10" y="88"/>
                  </a:lnTo>
                  <a:lnTo>
                    <a:pt x="5" y="83"/>
                  </a:lnTo>
                  <a:lnTo>
                    <a:pt x="2" y="78"/>
                  </a:lnTo>
                  <a:lnTo>
                    <a:pt x="0" y="71"/>
                  </a:lnTo>
                  <a:lnTo>
                    <a:pt x="0" y="63"/>
                  </a:lnTo>
                  <a:lnTo>
                    <a:pt x="15" y="52"/>
                  </a:lnTo>
                  <a:lnTo>
                    <a:pt x="31" y="41"/>
                  </a:lnTo>
                  <a:lnTo>
                    <a:pt x="47" y="32"/>
                  </a:lnTo>
                  <a:lnTo>
                    <a:pt x="64" y="24"/>
                  </a:lnTo>
                  <a:lnTo>
                    <a:pt x="81" y="17"/>
                  </a:lnTo>
                  <a:lnTo>
                    <a:pt x="100" y="11"/>
                  </a:lnTo>
                  <a:lnTo>
                    <a:pt x="118" y="8"/>
                  </a:lnTo>
                  <a:lnTo>
                    <a:pt x="137" y="5"/>
                  </a:lnTo>
                  <a:lnTo>
                    <a:pt x="156" y="2"/>
                  </a:lnTo>
                  <a:lnTo>
                    <a:pt x="175" y="1"/>
                  </a:lnTo>
                  <a:lnTo>
                    <a:pt x="194" y="0"/>
                  </a:lnTo>
                  <a:lnTo>
                    <a:pt x="214" y="1"/>
                  </a:lnTo>
                  <a:lnTo>
                    <a:pt x="233" y="2"/>
                  </a:lnTo>
                  <a:lnTo>
                    <a:pt x="253" y="5"/>
                  </a:lnTo>
                  <a:lnTo>
                    <a:pt x="273" y="7"/>
                  </a:lnTo>
                  <a:lnTo>
                    <a:pt x="291" y="10"/>
                  </a:lnTo>
                  <a:lnTo>
                    <a:pt x="307" y="14"/>
                  </a:lnTo>
                  <a:lnTo>
                    <a:pt x="323" y="17"/>
                  </a:lnTo>
                  <a:lnTo>
                    <a:pt x="339" y="22"/>
                  </a:lnTo>
                  <a:lnTo>
                    <a:pt x="356" y="28"/>
                  </a:lnTo>
                  <a:lnTo>
                    <a:pt x="372" y="33"/>
                  </a:lnTo>
                  <a:lnTo>
                    <a:pt x="387" y="40"/>
                  </a:lnTo>
                  <a:lnTo>
                    <a:pt x="403" y="48"/>
                  </a:lnTo>
                  <a:lnTo>
                    <a:pt x="417" y="58"/>
                  </a:lnTo>
                  <a:lnTo>
                    <a:pt x="432" y="67"/>
                  </a:lnTo>
                  <a:lnTo>
                    <a:pt x="445" y="76"/>
                  </a:lnTo>
                  <a:lnTo>
                    <a:pt x="458" y="88"/>
                  </a:lnTo>
                  <a:lnTo>
                    <a:pt x="471" y="99"/>
                  </a:lnTo>
                  <a:lnTo>
                    <a:pt x="482" y="112"/>
                  </a:lnTo>
                  <a:lnTo>
                    <a:pt x="493" y="124"/>
                  </a:lnTo>
                  <a:lnTo>
                    <a:pt x="502" y="138"/>
                  </a:lnTo>
                  <a:lnTo>
                    <a:pt x="511" y="1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5" name="Freeform 57"/>
            <p:cNvSpPr>
              <a:spLocks/>
            </p:cNvSpPr>
            <p:nvPr/>
          </p:nvSpPr>
          <p:spPr bwMode="auto">
            <a:xfrm>
              <a:off x="2461" y="2591"/>
              <a:ext cx="497" cy="499"/>
            </a:xfrm>
            <a:custGeom>
              <a:avLst/>
              <a:gdLst>
                <a:gd name="T0" fmla="*/ 468 w 994"/>
                <a:gd name="T1" fmla="*/ 408 h 999"/>
                <a:gd name="T2" fmla="*/ 482 w 994"/>
                <a:gd name="T3" fmla="*/ 24 h 999"/>
                <a:gd name="T4" fmla="*/ 91 w 994"/>
                <a:gd name="T5" fmla="*/ 19 h 999"/>
                <a:gd name="T6" fmla="*/ 102 w 994"/>
                <a:gd name="T7" fmla="*/ 437 h 999"/>
                <a:gd name="T8" fmla="*/ 99 w 994"/>
                <a:gd name="T9" fmla="*/ 439 h 999"/>
                <a:gd name="T10" fmla="*/ 95 w 994"/>
                <a:gd name="T11" fmla="*/ 441 h 999"/>
                <a:gd name="T12" fmla="*/ 90 w 994"/>
                <a:gd name="T13" fmla="*/ 442 h 999"/>
                <a:gd name="T14" fmla="*/ 88 w 994"/>
                <a:gd name="T15" fmla="*/ 440 h 999"/>
                <a:gd name="T16" fmla="*/ 69 w 994"/>
                <a:gd name="T17" fmla="*/ 30 h 999"/>
                <a:gd name="T18" fmla="*/ 12 w 994"/>
                <a:gd name="T19" fmla="*/ 83 h 999"/>
                <a:gd name="T20" fmla="*/ 14 w 994"/>
                <a:gd name="T21" fmla="*/ 144 h 999"/>
                <a:gd name="T22" fmla="*/ 18 w 994"/>
                <a:gd name="T23" fmla="*/ 280 h 999"/>
                <a:gd name="T24" fmla="*/ 23 w 994"/>
                <a:gd name="T25" fmla="*/ 417 h 999"/>
                <a:gd name="T26" fmla="*/ 26 w 994"/>
                <a:gd name="T27" fmla="*/ 481 h 999"/>
                <a:gd name="T28" fmla="*/ 34 w 994"/>
                <a:gd name="T29" fmla="*/ 478 h 999"/>
                <a:gd name="T30" fmla="*/ 43 w 994"/>
                <a:gd name="T31" fmla="*/ 474 h 999"/>
                <a:gd name="T32" fmla="*/ 54 w 994"/>
                <a:gd name="T33" fmla="*/ 470 h 999"/>
                <a:gd name="T34" fmla="*/ 63 w 994"/>
                <a:gd name="T35" fmla="*/ 466 h 999"/>
                <a:gd name="T36" fmla="*/ 72 w 994"/>
                <a:gd name="T37" fmla="*/ 462 h 999"/>
                <a:gd name="T38" fmla="*/ 80 w 994"/>
                <a:gd name="T39" fmla="*/ 459 h 999"/>
                <a:gd name="T40" fmla="*/ 84 w 994"/>
                <a:gd name="T41" fmla="*/ 458 h 999"/>
                <a:gd name="T42" fmla="*/ 87 w 994"/>
                <a:gd name="T43" fmla="*/ 458 h 999"/>
                <a:gd name="T44" fmla="*/ 79 w 994"/>
                <a:gd name="T45" fmla="*/ 464 h 999"/>
                <a:gd name="T46" fmla="*/ 71 w 994"/>
                <a:gd name="T47" fmla="*/ 469 h 999"/>
                <a:gd name="T48" fmla="*/ 61 w 994"/>
                <a:gd name="T49" fmla="*/ 474 h 999"/>
                <a:gd name="T50" fmla="*/ 52 w 994"/>
                <a:gd name="T51" fmla="*/ 479 h 999"/>
                <a:gd name="T52" fmla="*/ 42 w 994"/>
                <a:gd name="T53" fmla="*/ 484 h 999"/>
                <a:gd name="T54" fmla="*/ 33 w 994"/>
                <a:gd name="T55" fmla="*/ 489 h 999"/>
                <a:gd name="T56" fmla="*/ 24 w 994"/>
                <a:gd name="T57" fmla="*/ 494 h 999"/>
                <a:gd name="T58" fmla="*/ 16 w 994"/>
                <a:gd name="T59" fmla="*/ 499 h 999"/>
                <a:gd name="T60" fmla="*/ 13 w 994"/>
                <a:gd name="T61" fmla="*/ 481 h 999"/>
                <a:gd name="T62" fmla="*/ 9 w 994"/>
                <a:gd name="T63" fmla="*/ 435 h 999"/>
                <a:gd name="T64" fmla="*/ 7 w 994"/>
                <a:gd name="T65" fmla="*/ 370 h 999"/>
                <a:gd name="T66" fmla="*/ 4 w 994"/>
                <a:gd name="T67" fmla="*/ 295 h 999"/>
                <a:gd name="T68" fmla="*/ 2 w 994"/>
                <a:gd name="T69" fmla="*/ 219 h 999"/>
                <a:gd name="T70" fmla="*/ 0 w 994"/>
                <a:gd name="T71" fmla="*/ 150 h 999"/>
                <a:gd name="T72" fmla="*/ 0 w 994"/>
                <a:gd name="T73" fmla="*/ 98 h 999"/>
                <a:gd name="T74" fmla="*/ 1 w 994"/>
                <a:gd name="T75" fmla="*/ 72 h 999"/>
                <a:gd name="T76" fmla="*/ 74 w 994"/>
                <a:gd name="T77" fmla="*/ 0 h 999"/>
                <a:gd name="T78" fmla="*/ 497 w 994"/>
                <a:gd name="T79" fmla="*/ 11 h 999"/>
                <a:gd name="T80" fmla="*/ 497 w 994"/>
                <a:gd name="T81" fmla="*/ 28 h 999"/>
                <a:gd name="T82" fmla="*/ 494 w 994"/>
                <a:gd name="T83" fmla="*/ 74 h 999"/>
                <a:gd name="T84" fmla="*/ 492 w 994"/>
                <a:gd name="T85" fmla="*/ 139 h 999"/>
                <a:gd name="T86" fmla="*/ 489 w 994"/>
                <a:gd name="T87" fmla="*/ 213 h 999"/>
                <a:gd name="T88" fmla="*/ 485 w 994"/>
                <a:gd name="T89" fmla="*/ 288 h 999"/>
                <a:gd name="T90" fmla="*/ 482 w 994"/>
                <a:gd name="T91" fmla="*/ 353 h 999"/>
                <a:gd name="T92" fmla="*/ 480 w 994"/>
                <a:gd name="T93" fmla="*/ 398 h 999"/>
                <a:gd name="T94" fmla="*/ 479 w 994"/>
                <a:gd name="T95" fmla="*/ 415 h 999"/>
                <a:gd name="T96" fmla="*/ 468 w 994"/>
                <a:gd name="T97" fmla="*/ 408 h 99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94"/>
                <a:gd name="T148" fmla="*/ 0 h 999"/>
                <a:gd name="T149" fmla="*/ 994 w 994"/>
                <a:gd name="T150" fmla="*/ 999 h 99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94" h="999">
                  <a:moveTo>
                    <a:pt x="935" y="816"/>
                  </a:moveTo>
                  <a:lnTo>
                    <a:pt x="964" y="48"/>
                  </a:lnTo>
                  <a:lnTo>
                    <a:pt x="182" y="38"/>
                  </a:lnTo>
                  <a:lnTo>
                    <a:pt x="203" y="875"/>
                  </a:lnTo>
                  <a:lnTo>
                    <a:pt x="198" y="879"/>
                  </a:lnTo>
                  <a:lnTo>
                    <a:pt x="189" y="883"/>
                  </a:lnTo>
                  <a:lnTo>
                    <a:pt x="180" y="884"/>
                  </a:lnTo>
                  <a:lnTo>
                    <a:pt x="175" y="881"/>
                  </a:lnTo>
                  <a:lnTo>
                    <a:pt x="138" y="61"/>
                  </a:lnTo>
                  <a:lnTo>
                    <a:pt x="23" y="166"/>
                  </a:lnTo>
                  <a:lnTo>
                    <a:pt x="27" y="289"/>
                  </a:lnTo>
                  <a:lnTo>
                    <a:pt x="36" y="561"/>
                  </a:lnTo>
                  <a:lnTo>
                    <a:pt x="46" y="835"/>
                  </a:lnTo>
                  <a:lnTo>
                    <a:pt x="52" y="963"/>
                  </a:lnTo>
                  <a:lnTo>
                    <a:pt x="68" y="956"/>
                  </a:lnTo>
                  <a:lnTo>
                    <a:pt x="86" y="948"/>
                  </a:lnTo>
                  <a:lnTo>
                    <a:pt x="107" y="940"/>
                  </a:lnTo>
                  <a:lnTo>
                    <a:pt x="127" y="932"/>
                  </a:lnTo>
                  <a:lnTo>
                    <a:pt x="144" y="925"/>
                  </a:lnTo>
                  <a:lnTo>
                    <a:pt x="159" y="919"/>
                  </a:lnTo>
                  <a:lnTo>
                    <a:pt x="168" y="916"/>
                  </a:lnTo>
                  <a:lnTo>
                    <a:pt x="173" y="916"/>
                  </a:lnTo>
                  <a:lnTo>
                    <a:pt x="157" y="928"/>
                  </a:lnTo>
                  <a:lnTo>
                    <a:pt x="141" y="939"/>
                  </a:lnTo>
                  <a:lnTo>
                    <a:pt x="122" y="948"/>
                  </a:lnTo>
                  <a:lnTo>
                    <a:pt x="103" y="959"/>
                  </a:lnTo>
                  <a:lnTo>
                    <a:pt x="84" y="969"/>
                  </a:lnTo>
                  <a:lnTo>
                    <a:pt x="66" y="978"/>
                  </a:lnTo>
                  <a:lnTo>
                    <a:pt x="47" y="989"/>
                  </a:lnTo>
                  <a:lnTo>
                    <a:pt x="31" y="999"/>
                  </a:lnTo>
                  <a:lnTo>
                    <a:pt x="25" y="963"/>
                  </a:lnTo>
                  <a:lnTo>
                    <a:pt x="18" y="871"/>
                  </a:lnTo>
                  <a:lnTo>
                    <a:pt x="13" y="741"/>
                  </a:lnTo>
                  <a:lnTo>
                    <a:pt x="8" y="590"/>
                  </a:lnTo>
                  <a:lnTo>
                    <a:pt x="3" y="438"/>
                  </a:lnTo>
                  <a:lnTo>
                    <a:pt x="0" y="300"/>
                  </a:lnTo>
                  <a:lnTo>
                    <a:pt x="0" y="196"/>
                  </a:lnTo>
                  <a:lnTo>
                    <a:pt x="1" y="144"/>
                  </a:lnTo>
                  <a:lnTo>
                    <a:pt x="147" y="0"/>
                  </a:lnTo>
                  <a:lnTo>
                    <a:pt x="994" y="22"/>
                  </a:lnTo>
                  <a:lnTo>
                    <a:pt x="993" y="57"/>
                  </a:lnTo>
                  <a:lnTo>
                    <a:pt x="988" y="149"/>
                  </a:lnTo>
                  <a:lnTo>
                    <a:pt x="984" y="279"/>
                  </a:lnTo>
                  <a:lnTo>
                    <a:pt x="977" y="427"/>
                  </a:lnTo>
                  <a:lnTo>
                    <a:pt x="970" y="576"/>
                  </a:lnTo>
                  <a:lnTo>
                    <a:pt x="964" y="706"/>
                  </a:lnTo>
                  <a:lnTo>
                    <a:pt x="959" y="797"/>
                  </a:lnTo>
                  <a:lnTo>
                    <a:pt x="957" y="831"/>
                  </a:lnTo>
                  <a:lnTo>
                    <a:pt x="935" y="8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6" name="Freeform 58"/>
            <p:cNvSpPr>
              <a:spLocks/>
            </p:cNvSpPr>
            <p:nvPr/>
          </p:nvSpPr>
          <p:spPr bwMode="auto">
            <a:xfrm>
              <a:off x="2995" y="2595"/>
              <a:ext cx="338" cy="415"/>
            </a:xfrm>
            <a:custGeom>
              <a:avLst/>
              <a:gdLst>
                <a:gd name="T0" fmla="*/ 297 w 676"/>
                <a:gd name="T1" fmla="*/ 405 h 831"/>
                <a:gd name="T2" fmla="*/ 283 w 676"/>
                <a:gd name="T3" fmla="*/ 381 h 831"/>
                <a:gd name="T4" fmla="*/ 264 w 676"/>
                <a:gd name="T5" fmla="*/ 320 h 831"/>
                <a:gd name="T6" fmla="*/ 239 w 676"/>
                <a:gd name="T7" fmla="*/ 280 h 831"/>
                <a:gd name="T8" fmla="*/ 210 w 676"/>
                <a:gd name="T9" fmla="*/ 250 h 831"/>
                <a:gd name="T10" fmla="*/ 180 w 676"/>
                <a:gd name="T11" fmla="*/ 238 h 831"/>
                <a:gd name="T12" fmla="*/ 177 w 676"/>
                <a:gd name="T13" fmla="*/ 231 h 831"/>
                <a:gd name="T14" fmla="*/ 191 w 676"/>
                <a:gd name="T15" fmla="*/ 232 h 831"/>
                <a:gd name="T16" fmla="*/ 212 w 676"/>
                <a:gd name="T17" fmla="*/ 199 h 831"/>
                <a:gd name="T18" fmla="*/ 205 w 676"/>
                <a:gd name="T19" fmla="*/ 171 h 831"/>
                <a:gd name="T20" fmla="*/ 176 w 676"/>
                <a:gd name="T21" fmla="*/ 156 h 831"/>
                <a:gd name="T22" fmla="*/ 134 w 676"/>
                <a:gd name="T23" fmla="*/ 148 h 831"/>
                <a:gd name="T24" fmla="*/ 92 w 676"/>
                <a:gd name="T25" fmla="*/ 136 h 831"/>
                <a:gd name="T26" fmla="*/ 57 w 676"/>
                <a:gd name="T27" fmla="*/ 138 h 831"/>
                <a:gd name="T28" fmla="*/ 51 w 676"/>
                <a:gd name="T29" fmla="*/ 243 h 831"/>
                <a:gd name="T30" fmla="*/ 80 w 676"/>
                <a:gd name="T31" fmla="*/ 317 h 831"/>
                <a:gd name="T32" fmla="*/ 125 w 676"/>
                <a:gd name="T33" fmla="*/ 355 h 831"/>
                <a:gd name="T34" fmla="*/ 141 w 676"/>
                <a:gd name="T35" fmla="*/ 351 h 831"/>
                <a:gd name="T36" fmla="*/ 140 w 676"/>
                <a:gd name="T37" fmla="*/ 358 h 831"/>
                <a:gd name="T38" fmla="*/ 121 w 676"/>
                <a:gd name="T39" fmla="*/ 361 h 831"/>
                <a:gd name="T40" fmla="*/ 77 w 676"/>
                <a:gd name="T41" fmla="*/ 335 h 831"/>
                <a:gd name="T42" fmla="*/ 43 w 676"/>
                <a:gd name="T43" fmla="*/ 288 h 831"/>
                <a:gd name="T44" fmla="*/ 27 w 676"/>
                <a:gd name="T45" fmla="*/ 230 h 831"/>
                <a:gd name="T46" fmla="*/ 19 w 676"/>
                <a:gd name="T47" fmla="*/ 165 h 831"/>
                <a:gd name="T48" fmla="*/ 1 w 676"/>
                <a:gd name="T49" fmla="*/ 159 h 831"/>
                <a:gd name="T50" fmla="*/ 36 w 676"/>
                <a:gd name="T51" fmla="*/ 108 h 831"/>
                <a:gd name="T52" fmla="*/ 30 w 676"/>
                <a:gd name="T53" fmla="*/ 70 h 831"/>
                <a:gd name="T54" fmla="*/ 35 w 676"/>
                <a:gd name="T55" fmla="*/ 32 h 831"/>
                <a:gd name="T56" fmla="*/ 57 w 676"/>
                <a:gd name="T57" fmla="*/ 7 h 831"/>
                <a:gd name="T58" fmla="*/ 71 w 676"/>
                <a:gd name="T59" fmla="*/ 11 h 831"/>
                <a:gd name="T60" fmla="*/ 54 w 676"/>
                <a:gd name="T61" fmla="*/ 27 h 831"/>
                <a:gd name="T62" fmla="*/ 69 w 676"/>
                <a:gd name="T63" fmla="*/ 92 h 831"/>
                <a:gd name="T64" fmla="*/ 116 w 676"/>
                <a:gd name="T65" fmla="*/ 121 h 831"/>
                <a:gd name="T66" fmla="*/ 171 w 676"/>
                <a:gd name="T67" fmla="*/ 135 h 831"/>
                <a:gd name="T68" fmla="*/ 222 w 676"/>
                <a:gd name="T69" fmla="*/ 157 h 831"/>
                <a:gd name="T70" fmla="*/ 256 w 676"/>
                <a:gd name="T71" fmla="*/ 173 h 831"/>
                <a:gd name="T72" fmla="*/ 270 w 676"/>
                <a:gd name="T73" fmla="*/ 205 h 831"/>
                <a:gd name="T74" fmla="*/ 251 w 676"/>
                <a:gd name="T75" fmla="*/ 211 h 831"/>
                <a:gd name="T76" fmla="*/ 239 w 676"/>
                <a:gd name="T77" fmla="*/ 200 h 831"/>
                <a:gd name="T78" fmla="*/ 255 w 676"/>
                <a:gd name="T79" fmla="*/ 204 h 831"/>
                <a:gd name="T80" fmla="*/ 250 w 676"/>
                <a:gd name="T81" fmla="*/ 187 h 831"/>
                <a:gd name="T82" fmla="*/ 228 w 676"/>
                <a:gd name="T83" fmla="*/ 173 h 831"/>
                <a:gd name="T84" fmla="*/ 230 w 676"/>
                <a:gd name="T85" fmla="*/ 220 h 831"/>
                <a:gd name="T86" fmla="*/ 255 w 676"/>
                <a:gd name="T87" fmla="*/ 272 h 831"/>
                <a:gd name="T88" fmla="*/ 296 w 676"/>
                <a:gd name="T89" fmla="*/ 304 h 831"/>
                <a:gd name="T90" fmla="*/ 323 w 676"/>
                <a:gd name="T91" fmla="*/ 301 h 831"/>
                <a:gd name="T92" fmla="*/ 317 w 676"/>
                <a:gd name="T93" fmla="*/ 291 h 831"/>
                <a:gd name="T94" fmla="*/ 336 w 676"/>
                <a:gd name="T95" fmla="*/ 292 h 831"/>
                <a:gd name="T96" fmla="*/ 334 w 676"/>
                <a:gd name="T97" fmla="*/ 314 h 831"/>
                <a:gd name="T98" fmla="*/ 301 w 676"/>
                <a:gd name="T99" fmla="*/ 320 h 831"/>
                <a:gd name="T100" fmla="*/ 274 w 676"/>
                <a:gd name="T101" fmla="*/ 307 h 831"/>
                <a:gd name="T102" fmla="*/ 297 w 676"/>
                <a:gd name="T103" fmla="*/ 360 h 83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76"/>
                <a:gd name="T157" fmla="*/ 0 h 831"/>
                <a:gd name="T158" fmla="*/ 676 w 676"/>
                <a:gd name="T159" fmla="*/ 831 h 83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76" h="831">
                  <a:moveTo>
                    <a:pt x="615" y="831"/>
                  </a:moveTo>
                  <a:lnTo>
                    <a:pt x="608" y="827"/>
                  </a:lnTo>
                  <a:lnTo>
                    <a:pt x="602" y="824"/>
                  </a:lnTo>
                  <a:lnTo>
                    <a:pt x="598" y="818"/>
                  </a:lnTo>
                  <a:lnTo>
                    <a:pt x="593" y="811"/>
                  </a:lnTo>
                  <a:lnTo>
                    <a:pt x="588" y="804"/>
                  </a:lnTo>
                  <a:lnTo>
                    <a:pt x="585" y="797"/>
                  </a:lnTo>
                  <a:lnTo>
                    <a:pt x="580" y="790"/>
                  </a:lnTo>
                  <a:lnTo>
                    <a:pt x="577" y="784"/>
                  </a:lnTo>
                  <a:lnTo>
                    <a:pt x="565" y="762"/>
                  </a:lnTo>
                  <a:lnTo>
                    <a:pt x="555" y="739"/>
                  </a:lnTo>
                  <a:lnTo>
                    <a:pt x="546" y="716"/>
                  </a:lnTo>
                  <a:lnTo>
                    <a:pt x="539" y="691"/>
                  </a:lnTo>
                  <a:lnTo>
                    <a:pt x="533" y="666"/>
                  </a:lnTo>
                  <a:lnTo>
                    <a:pt x="527" y="641"/>
                  </a:lnTo>
                  <a:lnTo>
                    <a:pt x="523" y="615"/>
                  </a:lnTo>
                  <a:lnTo>
                    <a:pt x="518" y="590"/>
                  </a:lnTo>
                  <a:lnTo>
                    <a:pt x="505" y="580"/>
                  </a:lnTo>
                  <a:lnTo>
                    <a:pt x="492" y="570"/>
                  </a:lnTo>
                  <a:lnTo>
                    <a:pt x="479" y="560"/>
                  </a:lnTo>
                  <a:lnTo>
                    <a:pt x="466" y="549"/>
                  </a:lnTo>
                  <a:lnTo>
                    <a:pt x="454" y="538"/>
                  </a:lnTo>
                  <a:lnTo>
                    <a:pt x="441" y="527"/>
                  </a:lnTo>
                  <a:lnTo>
                    <a:pt x="431" y="514"/>
                  </a:lnTo>
                  <a:lnTo>
                    <a:pt x="421" y="501"/>
                  </a:lnTo>
                  <a:lnTo>
                    <a:pt x="410" y="501"/>
                  </a:lnTo>
                  <a:lnTo>
                    <a:pt x="396" y="498"/>
                  </a:lnTo>
                  <a:lnTo>
                    <a:pt x="383" y="492"/>
                  </a:lnTo>
                  <a:lnTo>
                    <a:pt x="371" y="485"/>
                  </a:lnTo>
                  <a:lnTo>
                    <a:pt x="360" y="477"/>
                  </a:lnTo>
                  <a:lnTo>
                    <a:pt x="351" y="470"/>
                  </a:lnTo>
                  <a:lnTo>
                    <a:pt x="345" y="464"/>
                  </a:lnTo>
                  <a:lnTo>
                    <a:pt x="343" y="462"/>
                  </a:lnTo>
                  <a:lnTo>
                    <a:pt x="349" y="461"/>
                  </a:lnTo>
                  <a:lnTo>
                    <a:pt x="355" y="462"/>
                  </a:lnTo>
                  <a:lnTo>
                    <a:pt x="359" y="463"/>
                  </a:lnTo>
                  <a:lnTo>
                    <a:pt x="365" y="463"/>
                  </a:lnTo>
                  <a:lnTo>
                    <a:pt x="371" y="464"/>
                  </a:lnTo>
                  <a:lnTo>
                    <a:pt x="378" y="466"/>
                  </a:lnTo>
                  <a:lnTo>
                    <a:pt x="383" y="464"/>
                  </a:lnTo>
                  <a:lnTo>
                    <a:pt x="390" y="462"/>
                  </a:lnTo>
                  <a:lnTo>
                    <a:pt x="406" y="448"/>
                  </a:lnTo>
                  <a:lnTo>
                    <a:pt x="416" y="433"/>
                  </a:lnTo>
                  <a:lnTo>
                    <a:pt x="419" y="416"/>
                  </a:lnTo>
                  <a:lnTo>
                    <a:pt x="424" y="399"/>
                  </a:lnTo>
                  <a:lnTo>
                    <a:pt x="421" y="387"/>
                  </a:lnTo>
                  <a:lnTo>
                    <a:pt x="420" y="376"/>
                  </a:lnTo>
                  <a:lnTo>
                    <a:pt x="417" y="364"/>
                  </a:lnTo>
                  <a:lnTo>
                    <a:pt x="414" y="353"/>
                  </a:lnTo>
                  <a:lnTo>
                    <a:pt x="410" y="342"/>
                  </a:lnTo>
                  <a:lnTo>
                    <a:pt x="404" y="334"/>
                  </a:lnTo>
                  <a:lnTo>
                    <a:pt x="397" y="326"/>
                  </a:lnTo>
                  <a:lnTo>
                    <a:pt x="388" y="320"/>
                  </a:lnTo>
                  <a:lnTo>
                    <a:pt x="371" y="316"/>
                  </a:lnTo>
                  <a:lnTo>
                    <a:pt x="353" y="312"/>
                  </a:lnTo>
                  <a:lnTo>
                    <a:pt x="336" y="309"/>
                  </a:lnTo>
                  <a:lnTo>
                    <a:pt x="319" y="307"/>
                  </a:lnTo>
                  <a:lnTo>
                    <a:pt x="302" y="303"/>
                  </a:lnTo>
                  <a:lnTo>
                    <a:pt x="284" y="300"/>
                  </a:lnTo>
                  <a:lnTo>
                    <a:pt x="268" y="296"/>
                  </a:lnTo>
                  <a:lnTo>
                    <a:pt x="251" y="293"/>
                  </a:lnTo>
                  <a:lnTo>
                    <a:pt x="234" y="288"/>
                  </a:lnTo>
                  <a:lnTo>
                    <a:pt x="218" y="284"/>
                  </a:lnTo>
                  <a:lnTo>
                    <a:pt x="201" y="279"/>
                  </a:lnTo>
                  <a:lnTo>
                    <a:pt x="185" y="272"/>
                  </a:lnTo>
                  <a:lnTo>
                    <a:pt x="169" y="265"/>
                  </a:lnTo>
                  <a:lnTo>
                    <a:pt x="154" y="257"/>
                  </a:lnTo>
                  <a:lnTo>
                    <a:pt x="139" y="248"/>
                  </a:lnTo>
                  <a:lnTo>
                    <a:pt x="125" y="237"/>
                  </a:lnTo>
                  <a:lnTo>
                    <a:pt x="115" y="277"/>
                  </a:lnTo>
                  <a:lnTo>
                    <a:pt x="107" y="317"/>
                  </a:lnTo>
                  <a:lnTo>
                    <a:pt x="100" y="360"/>
                  </a:lnTo>
                  <a:lnTo>
                    <a:pt x="98" y="401"/>
                  </a:lnTo>
                  <a:lnTo>
                    <a:pt x="98" y="445"/>
                  </a:lnTo>
                  <a:lnTo>
                    <a:pt x="102" y="487"/>
                  </a:lnTo>
                  <a:lnTo>
                    <a:pt x="110" y="530"/>
                  </a:lnTo>
                  <a:lnTo>
                    <a:pt x="122" y="573"/>
                  </a:lnTo>
                  <a:lnTo>
                    <a:pt x="133" y="592"/>
                  </a:lnTo>
                  <a:lnTo>
                    <a:pt x="145" y="614"/>
                  </a:lnTo>
                  <a:lnTo>
                    <a:pt x="159" y="635"/>
                  </a:lnTo>
                  <a:lnTo>
                    <a:pt x="173" y="655"/>
                  </a:lnTo>
                  <a:lnTo>
                    <a:pt x="189" y="673"/>
                  </a:lnTo>
                  <a:lnTo>
                    <a:pt x="207" y="689"/>
                  </a:lnTo>
                  <a:lnTo>
                    <a:pt x="227" y="702"/>
                  </a:lnTo>
                  <a:lnTo>
                    <a:pt x="250" y="711"/>
                  </a:lnTo>
                  <a:lnTo>
                    <a:pt x="256" y="711"/>
                  </a:lnTo>
                  <a:lnTo>
                    <a:pt x="262" y="709"/>
                  </a:lnTo>
                  <a:lnTo>
                    <a:pt x="269" y="706"/>
                  </a:lnTo>
                  <a:lnTo>
                    <a:pt x="275" y="704"/>
                  </a:lnTo>
                  <a:lnTo>
                    <a:pt x="281" y="702"/>
                  </a:lnTo>
                  <a:lnTo>
                    <a:pt x="287" y="701"/>
                  </a:lnTo>
                  <a:lnTo>
                    <a:pt x="290" y="703"/>
                  </a:lnTo>
                  <a:lnTo>
                    <a:pt x="294" y="708"/>
                  </a:lnTo>
                  <a:lnTo>
                    <a:pt x="287" y="712"/>
                  </a:lnTo>
                  <a:lnTo>
                    <a:pt x="280" y="716"/>
                  </a:lnTo>
                  <a:lnTo>
                    <a:pt x="273" y="719"/>
                  </a:lnTo>
                  <a:lnTo>
                    <a:pt x="266" y="721"/>
                  </a:lnTo>
                  <a:lnTo>
                    <a:pt x="259" y="723"/>
                  </a:lnTo>
                  <a:lnTo>
                    <a:pt x="251" y="724"/>
                  </a:lnTo>
                  <a:lnTo>
                    <a:pt x="243" y="723"/>
                  </a:lnTo>
                  <a:lnTo>
                    <a:pt x="235" y="720"/>
                  </a:lnTo>
                  <a:lnTo>
                    <a:pt x="212" y="710"/>
                  </a:lnTo>
                  <a:lnTo>
                    <a:pt x="191" y="698"/>
                  </a:lnTo>
                  <a:lnTo>
                    <a:pt x="171" y="686"/>
                  </a:lnTo>
                  <a:lnTo>
                    <a:pt x="153" y="671"/>
                  </a:lnTo>
                  <a:lnTo>
                    <a:pt x="137" y="655"/>
                  </a:lnTo>
                  <a:lnTo>
                    <a:pt x="122" y="637"/>
                  </a:lnTo>
                  <a:lnTo>
                    <a:pt x="108" y="618"/>
                  </a:lnTo>
                  <a:lnTo>
                    <a:pt x="97" y="598"/>
                  </a:lnTo>
                  <a:lnTo>
                    <a:pt x="86" y="577"/>
                  </a:lnTo>
                  <a:lnTo>
                    <a:pt x="77" y="555"/>
                  </a:lnTo>
                  <a:lnTo>
                    <a:pt x="69" y="532"/>
                  </a:lnTo>
                  <a:lnTo>
                    <a:pt x="63" y="509"/>
                  </a:lnTo>
                  <a:lnTo>
                    <a:pt x="59" y="485"/>
                  </a:lnTo>
                  <a:lnTo>
                    <a:pt x="55" y="461"/>
                  </a:lnTo>
                  <a:lnTo>
                    <a:pt x="53" y="437"/>
                  </a:lnTo>
                  <a:lnTo>
                    <a:pt x="53" y="411"/>
                  </a:lnTo>
                  <a:lnTo>
                    <a:pt x="53" y="330"/>
                  </a:lnTo>
                  <a:lnTo>
                    <a:pt x="45" y="330"/>
                  </a:lnTo>
                  <a:lnTo>
                    <a:pt x="38" y="330"/>
                  </a:lnTo>
                  <a:lnTo>
                    <a:pt x="30" y="330"/>
                  </a:lnTo>
                  <a:lnTo>
                    <a:pt x="22" y="328"/>
                  </a:lnTo>
                  <a:lnTo>
                    <a:pt x="15" y="326"/>
                  </a:lnTo>
                  <a:lnTo>
                    <a:pt x="9" y="323"/>
                  </a:lnTo>
                  <a:lnTo>
                    <a:pt x="3" y="319"/>
                  </a:lnTo>
                  <a:lnTo>
                    <a:pt x="0" y="314"/>
                  </a:lnTo>
                  <a:lnTo>
                    <a:pt x="56" y="294"/>
                  </a:lnTo>
                  <a:lnTo>
                    <a:pt x="61" y="269"/>
                  </a:lnTo>
                  <a:lnTo>
                    <a:pt x="65" y="242"/>
                  </a:lnTo>
                  <a:lnTo>
                    <a:pt x="72" y="217"/>
                  </a:lnTo>
                  <a:lnTo>
                    <a:pt x="87" y="196"/>
                  </a:lnTo>
                  <a:lnTo>
                    <a:pt x="78" y="184"/>
                  </a:lnTo>
                  <a:lnTo>
                    <a:pt x="71" y="171"/>
                  </a:lnTo>
                  <a:lnTo>
                    <a:pt x="64" y="156"/>
                  </a:lnTo>
                  <a:lnTo>
                    <a:pt x="60" y="141"/>
                  </a:lnTo>
                  <a:lnTo>
                    <a:pt x="56" y="126"/>
                  </a:lnTo>
                  <a:lnTo>
                    <a:pt x="56" y="110"/>
                  </a:lnTo>
                  <a:lnTo>
                    <a:pt x="57" y="93"/>
                  </a:lnTo>
                  <a:lnTo>
                    <a:pt x="63" y="77"/>
                  </a:lnTo>
                  <a:lnTo>
                    <a:pt x="70" y="65"/>
                  </a:lnTo>
                  <a:lnTo>
                    <a:pt x="77" y="53"/>
                  </a:lnTo>
                  <a:lnTo>
                    <a:pt x="85" y="42"/>
                  </a:lnTo>
                  <a:lnTo>
                    <a:pt x="94" y="31"/>
                  </a:lnTo>
                  <a:lnTo>
                    <a:pt x="103" y="22"/>
                  </a:lnTo>
                  <a:lnTo>
                    <a:pt x="115" y="14"/>
                  </a:lnTo>
                  <a:lnTo>
                    <a:pt x="125" y="7"/>
                  </a:lnTo>
                  <a:lnTo>
                    <a:pt x="138" y="0"/>
                  </a:lnTo>
                  <a:lnTo>
                    <a:pt x="144" y="8"/>
                  </a:lnTo>
                  <a:lnTo>
                    <a:pt x="145" y="15"/>
                  </a:lnTo>
                  <a:lnTo>
                    <a:pt x="142" y="22"/>
                  </a:lnTo>
                  <a:lnTo>
                    <a:pt x="135" y="28"/>
                  </a:lnTo>
                  <a:lnTo>
                    <a:pt x="127" y="34"/>
                  </a:lnTo>
                  <a:lnTo>
                    <a:pt x="120" y="40"/>
                  </a:lnTo>
                  <a:lnTo>
                    <a:pt x="113" y="47"/>
                  </a:lnTo>
                  <a:lnTo>
                    <a:pt x="109" y="55"/>
                  </a:lnTo>
                  <a:lnTo>
                    <a:pt x="102" y="83"/>
                  </a:lnTo>
                  <a:lnTo>
                    <a:pt x="103" y="113"/>
                  </a:lnTo>
                  <a:lnTo>
                    <a:pt x="110" y="141"/>
                  </a:lnTo>
                  <a:lnTo>
                    <a:pt x="122" y="166"/>
                  </a:lnTo>
                  <a:lnTo>
                    <a:pt x="138" y="184"/>
                  </a:lnTo>
                  <a:lnTo>
                    <a:pt x="154" y="201"/>
                  </a:lnTo>
                  <a:lnTo>
                    <a:pt x="173" y="214"/>
                  </a:lnTo>
                  <a:lnTo>
                    <a:pt x="192" y="226"/>
                  </a:lnTo>
                  <a:lnTo>
                    <a:pt x="212" y="235"/>
                  </a:lnTo>
                  <a:lnTo>
                    <a:pt x="232" y="242"/>
                  </a:lnTo>
                  <a:lnTo>
                    <a:pt x="254" y="249"/>
                  </a:lnTo>
                  <a:lnTo>
                    <a:pt x="276" y="255"/>
                  </a:lnTo>
                  <a:lnTo>
                    <a:pt x="298" y="259"/>
                  </a:lnTo>
                  <a:lnTo>
                    <a:pt x="320" y="265"/>
                  </a:lnTo>
                  <a:lnTo>
                    <a:pt x="342" y="271"/>
                  </a:lnTo>
                  <a:lnTo>
                    <a:pt x="364" y="277"/>
                  </a:lnTo>
                  <a:lnTo>
                    <a:pt x="385" y="284"/>
                  </a:lnTo>
                  <a:lnTo>
                    <a:pt x="405" y="293"/>
                  </a:lnTo>
                  <a:lnTo>
                    <a:pt x="425" y="302"/>
                  </a:lnTo>
                  <a:lnTo>
                    <a:pt x="444" y="315"/>
                  </a:lnTo>
                  <a:lnTo>
                    <a:pt x="459" y="317"/>
                  </a:lnTo>
                  <a:lnTo>
                    <a:pt x="474" y="322"/>
                  </a:lnTo>
                  <a:lnTo>
                    <a:pt x="488" y="328"/>
                  </a:lnTo>
                  <a:lnTo>
                    <a:pt x="501" y="337"/>
                  </a:lnTo>
                  <a:lnTo>
                    <a:pt x="512" y="347"/>
                  </a:lnTo>
                  <a:lnTo>
                    <a:pt x="523" y="358"/>
                  </a:lnTo>
                  <a:lnTo>
                    <a:pt x="531" y="370"/>
                  </a:lnTo>
                  <a:lnTo>
                    <a:pt x="539" y="384"/>
                  </a:lnTo>
                  <a:lnTo>
                    <a:pt x="541" y="396"/>
                  </a:lnTo>
                  <a:lnTo>
                    <a:pt x="540" y="410"/>
                  </a:lnTo>
                  <a:lnTo>
                    <a:pt x="534" y="421"/>
                  </a:lnTo>
                  <a:lnTo>
                    <a:pt x="524" y="430"/>
                  </a:lnTo>
                  <a:lnTo>
                    <a:pt x="517" y="430"/>
                  </a:lnTo>
                  <a:lnTo>
                    <a:pt x="510" y="426"/>
                  </a:lnTo>
                  <a:lnTo>
                    <a:pt x="502" y="422"/>
                  </a:lnTo>
                  <a:lnTo>
                    <a:pt x="495" y="417"/>
                  </a:lnTo>
                  <a:lnTo>
                    <a:pt x="488" y="411"/>
                  </a:lnTo>
                  <a:lnTo>
                    <a:pt x="482" y="406"/>
                  </a:lnTo>
                  <a:lnTo>
                    <a:pt x="479" y="402"/>
                  </a:lnTo>
                  <a:lnTo>
                    <a:pt x="478" y="401"/>
                  </a:lnTo>
                  <a:lnTo>
                    <a:pt x="485" y="405"/>
                  </a:lnTo>
                  <a:lnTo>
                    <a:pt x="492" y="409"/>
                  </a:lnTo>
                  <a:lnTo>
                    <a:pt x="497" y="413"/>
                  </a:lnTo>
                  <a:lnTo>
                    <a:pt x="505" y="414"/>
                  </a:lnTo>
                  <a:lnTo>
                    <a:pt x="511" y="409"/>
                  </a:lnTo>
                  <a:lnTo>
                    <a:pt x="515" y="402"/>
                  </a:lnTo>
                  <a:lnTo>
                    <a:pt x="516" y="396"/>
                  </a:lnTo>
                  <a:lnTo>
                    <a:pt x="516" y="388"/>
                  </a:lnTo>
                  <a:lnTo>
                    <a:pt x="508" y="383"/>
                  </a:lnTo>
                  <a:lnTo>
                    <a:pt x="501" y="375"/>
                  </a:lnTo>
                  <a:lnTo>
                    <a:pt x="493" y="368"/>
                  </a:lnTo>
                  <a:lnTo>
                    <a:pt x="484" y="361"/>
                  </a:lnTo>
                  <a:lnTo>
                    <a:pt x="476" y="354"/>
                  </a:lnTo>
                  <a:lnTo>
                    <a:pt x="466" y="349"/>
                  </a:lnTo>
                  <a:lnTo>
                    <a:pt x="456" y="346"/>
                  </a:lnTo>
                  <a:lnTo>
                    <a:pt x="447" y="346"/>
                  </a:lnTo>
                  <a:lnTo>
                    <a:pt x="454" y="368"/>
                  </a:lnTo>
                  <a:lnTo>
                    <a:pt x="457" y="392"/>
                  </a:lnTo>
                  <a:lnTo>
                    <a:pt x="458" y="416"/>
                  </a:lnTo>
                  <a:lnTo>
                    <a:pt x="461" y="440"/>
                  </a:lnTo>
                  <a:lnTo>
                    <a:pt x="463" y="464"/>
                  </a:lnTo>
                  <a:lnTo>
                    <a:pt x="469" y="487"/>
                  </a:lnTo>
                  <a:lnTo>
                    <a:pt x="480" y="509"/>
                  </a:lnTo>
                  <a:lnTo>
                    <a:pt x="496" y="529"/>
                  </a:lnTo>
                  <a:lnTo>
                    <a:pt x="510" y="544"/>
                  </a:lnTo>
                  <a:lnTo>
                    <a:pt x="524" y="560"/>
                  </a:lnTo>
                  <a:lnTo>
                    <a:pt x="539" y="575"/>
                  </a:lnTo>
                  <a:lnTo>
                    <a:pt x="556" y="589"/>
                  </a:lnTo>
                  <a:lnTo>
                    <a:pt x="573" y="600"/>
                  </a:lnTo>
                  <a:lnTo>
                    <a:pt x="592" y="608"/>
                  </a:lnTo>
                  <a:lnTo>
                    <a:pt x="611" y="612"/>
                  </a:lnTo>
                  <a:lnTo>
                    <a:pt x="633" y="611"/>
                  </a:lnTo>
                  <a:lnTo>
                    <a:pt x="637" y="607"/>
                  </a:lnTo>
                  <a:lnTo>
                    <a:pt x="641" y="604"/>
                  </a:lnTo>
                  <a:lnTo>
                    <a:pt x="646" y="602"/>
                  </a:lnTo>
                  <a:lnTo>
                    <a:pt x="649" y="598"/>
                  </a:lnTo>
                  <a:lnTo>
                    <a:pt x="645" y="593"/>
                  </a:lnTo>
                  <a:lnTo>
                    <a:pt x="639" y="591"/>
                  </a:lnTo>
                  <a:lnTo>
                    <a:pt x="634" y="589"/>
                  </a:lnTo>
                  <a:lnTo>
                    <a:pt x="633" y="583"/>
                  </a:lnTo>
                  <a:lnTo>
                    <a:pt x="640" y="578"/>
                  </a:lnTo>
                  <a:lnTo>
                    <a:pt x="647" y="576"/>
                  </a:lnTo>
                  <a:lnTo>
                    <a:pt x="656" y="575"/>
                  </a:lnTo>
                  <a:lnTo>
                    <a:pt x="664" y="577"/>
                  </a:lnTo>
                  <a:lnTo>
                    <a:pt x="671" y="584"/>
                  </a:lnTo>
                  <a:lnTo>
                    <a:pt x="675" y="592"/>
                  </a:lnTo>
                  <a:lnTo>
                    <a:pt x="676" y="600"/>
                  </a:lnTo>
                  <a:lnTo>
                    <a:pt x="675" y="608"/>
                  </a:lnTo>
                  <a:lnTo>
                    <a:pt x="674" y="619"/>
                  </a:lnTo>
                  <a:lnTo>
                    <a:pt x="668" y="628"/>
                  </a:lnTo>
                  <a:lnTo>
                    <a:pt x="657" y="636"/>
                  </a:lnTo>
                  <a:lnTo>
                    <a:pt x="645" y="643"/>
                  </a:lnTo>
                  <a:lnTo>
                    <a:pt x="630" y="644"/>
                  </a:lnTo>
                  <a:lnTo>
                    <a:pt x="616" y="643"/>
                  </a:lnTo>
                  <a:lnTo>
                    <a:pt x="602" y="641"/>
                  </a:lnTo>
                  <a:lnTo>
                    <a:pt x="590" y="637"/>
                  </a:lnTo>
                  <a:lnTo>
                    <a:pt x="577" y="631"/>
                  </a:lnTo>
                  <a:lnTo>
                    <a:pt x="565" y="627"/>
                  </a:lnTo>
                  <a:lnTo>
                    <a:pt x="556" y="620"/>
                  </a:lnTo>
                  <a:lnTo>
                    <a:pt x="547" y="614"/>
                  </a:lnTo>
                  <a:lnTo>
                    <a:pt x="554" y="636"/>
                  </a:lnTo>
                  <a:lnTo>
                    <a:pt x="562" y="658"/>
                  </a:lnTo>
                  <a:lnTo>
                    <a:pt x="571" y="679"/>
                  </a:lnTo>
                  <a:lnTo>
                    <a:pt x="581" y="701"/>
                  </a:lnTo>
                  <a:lnTo>
                    <a:pt x="593" y="721"/>
                  </a:lnTo>
                  <a:lnTo>
                    <a:pt x="605" y="743"/>
                  </a:lnTo>
                  <a:lnTo>
                    <a:pt x="617" y="764"/>
                  </a:lnTo>
                  <a:lnTo>
                    <a:pt x="631" y="784"/>
                  </a:lnTo>
                  <a:lnTo>
                    <a:pt x="615" y="8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7" name="Freeform 59"/>
            <p:cNvSpPr>
              <a:spLocks/>
            </p:cNvSpPr>
            <p:nvPr/>
          </p:nvSpPr>
          <p:spPr bwMode="auto">
            <a:xfrm>
              <a:off x="3350" y="2622"/>
              <a:ext cx="130" cy="250"/>
            </a:xfrm>
            <a:custGeom>
              <a:avLst/>
              <a:gdLst>
                <a:gd name="T0" fmla="*/ 124 w 260"/>
                <a:gd name="T1" fmla="*/ 76 h 501"/>
                <a:gd name="T2" fmla="*/ 130 w 260"/>
                <a:gd name="T3" fmla="*/ 123 h 501"/>
                <a:gd name="T4" fmla="*/ 124 w 260"/>
                <a:gd name="T5" fmla="*/ 169 h 501"/>
                <a:gd name="T6" fmla="*/ 106 w 260"/>
                <a:gd name="T7" fmla="*/ 212 h 501"/>
                <a:gd name="T8" fmla="*/ 87 w 260"/>
                <a:gd name="T9" fmla="*/ 235 h 501"/>
                <a:gd name="T10" fmla="*/ 72 w 260"/>
                <a:gd name="T11" fmla="*/ 243 h 501"/>
                <a:gd name="T12" fmla="*/ 55 w 260"/>
                <a:gd name="T13" fmla="*/ 249 h 501"/>
                <a:gd name="T14" fmla="*/ 43 w 260"/>
                <a:gd name="T15" fmla="*/ 250 h 501"/>
                <a:gd name="T16" fmla="*/ 43 w 260"/>
                <a:gd name="T17" fmla="*/ 246 h 501"/>
                <a:gd name="T18" fmla="*/ 54 w 260"/>
                <a:gd name="T19" fmla="*/ 237 h 501"/>
                <a:gd name="T20" fmla="*/ 70 w 260"/>
                <a:gd name="T21" fmla="*/ 226 h 501"/>
                <a:gd name="T22" fmla="*/ 83 w 260"/>
                <a:gd name="T23" fmla="*/ 215 h 501"/>
                <a:gd name="T24" fmla="*/ 94 w 260"/>
                <a:gd name="T25" fmla="*/ 194 h 501"/>
                <a:gd name="T26" fmla="*/ 102 w 260"/>
                <a:gd name="T27" fmla="*/ 159 h 501"/>
                <a:gd name="T28" fmla="*/ 106 w 260"/>
                <a:gd name="T29" fmla="*/ 123 h 501"/>
                <a:gd name="T30" fmla="*/ 103 w 260"/>
                <a:gd name="T31" fmla="*/ 87 h 501"/>
                <a:gd name="T32" fmla="*/ 98 w 260"/>
                <a:gd name="T33" fmla="*/ 65 h 501"/>
                <a:gd name="T34" fmla="*/ 95 w 260"/>
                <a:gd name="T35" fmla="*/ 55 h 501"/>
                <a:gd name="T36" fmla="*/ 90 w 260"/>
                <a:gd name="T37" fmla="*/ 46 h 501"/>
                <a:gd name="T38" fmla="*/ 84 w 260"/>
                <a:gd name="T39" fmla="*/ 39 h 501"/>
                <a:gd name="T40" fmla="*/ 70 w 260"/>
                <a:gd name="T41" fmla="*/ 26 h 501"/>
                <a:gd name="T42" fmla="*/ 43 w 260"/>
                <a:gd name="T43" fmla="*/ 16 h 501"/>
                <a:gd name="T44" fmla="*/ 18 w 260"/>
                <a:gd name="T45" fmla="*/ 12 h 501"/>
                <a:gd name="T46" fmla="*/ 2 w 260"/>
                <a:gd name="T47" fmla="*/ 12 h 501"/>
                <a:gd name="T48" fmla="*/ 8 w 260"/>
                <a:gd name="T49" fmla="*/ 6 h 501"/>
                <a:gd name="T50" fmla="*/ 26 w 260"/>
                <a:gd name="T51" fmla="*/ 0 h 501"/>
                <a:gd name="T52" fmla="*/ 46 w 260"/>
                <a:gd name="T53" fmla="*/ 1 h 501"/>
                <a:gd name="T54" fmla="*/ 65 w 260"/>
                <a:gd name="T55" fmla="*/ 6 h 501"/>
                <a:gd name="T56" fmla="*/ 80 w 260"/>
                <a:gd name="T57" fmla="*/ 14 h 501"/>
                <a:gd name="T58" fmla="*/ 92 w 260"/>
                <a:gd name="T59" fmla="*/ 23 h 501"/>
                <a:gd name="T60" fmla="*/ 103 w 260"/>
                <a:gd name="T61" fmla="*/ 36 h 501"/>
                <a:gd name="T62" fmla="*/ 112 w 260"/>
                <a:gd name="T63" fmla="*/ 48 h 5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0"/>
                <a:gd name="T97" fmla="*/ 0 h 501"/>
                <a:gd name="T98" fmla="*/ 260 w 260"/>
                <a:gd name="T99" fmla="*/ 501 h 50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0" h="501">
                  <a:moveTo>
                    <a:pt x="232" y="111"/>
                  </a:moveTo>
                  <a:lnTo>
                    <a:pt x="248" y="153"/>
                  </a:lnTo>
                  <a:lnTo>
                    <a:pt x="257" y="198"/>
                  </a:lnTo>
                  <a:lnTo>
                    <a:pt x="260" y="246"/>
                  </a:lnTo>
                  <a:lnTo>
                    <a:pt x="258" y="293"/>
                  </a:lnTo>
                  <a:lnTo>
                    <a:pt x="249" y="339"/>
                  </a:lnTo>
                  <a:lnTo>
                    <a:pt x="234" y="384"/>
                  </a:lnTo>
                  <a:lnTo>
                    <a:pt x="213" y="424"/>
                  </a:lnTo>
                  <a:lnTo>
                    <a:pt x="186" y="461"/>
                  </a:lnTo>
                  <a:lnTo>
                    <a:pt x="175" y="470"/>
                  </a:lnTo>
                  <a:lnTo>
                    <a:pt x="160" y="478"/>
                  </a:lnTo>
                  <a:lnTo>
                    <a:pt x="144" y="486"/>
                  </a:lnTo>
                  <a:lnTo>
                    <a:pt x="127" y="493"/>
                  </a:lnTo>
                  <a:lnTo>
                    <a:pt x="111" y="498"/>
                  </a:lnTo>
                  <a:lnTo>
                    <a:pt x="97" y="501"/>
                  </a:lnTo>
                  <a:lnTo>
                    <a:pt x="87" y="501"/>
                  </a:lnTo>
                  <a:lnTo>
                    <a:pt x="82" y="499"/>
                  </a:lnTo>
                  <a:lnTo>
                    <a:pt x="87" y="493"/>
                  </a:lnTo>
                  <a:lnTo>
                    <a:pt x="96" y="485"/>
                  </a:lnTo>
                  <a:lnTo>
                    <a:pt x="108" y="475"/>
                  </a:lnTo>
                  <a:lnTo>
                    <a:pt x="123" y="464"/>
                  </a:lnTo>
                  <a:lnTo>
                    <a:pt x="140" y="453"/>
                  </a:lnTo>
                  <a:lnTo>
                    <a:pt x="154" y="441"/>
                  </a:lnTo>
                  <a:lnTo>
                    <a:pt x="167" y="430"/>
                  </a:lnTo>
                  <a:lnTo>
                    <a:pt x="175" y="421"/>
                  </a:lnTo>
                  <a:lnTo>
                    <a:pt x="188" y="388"/>
                  </a:lnTo>
                  <a:lnTo>
                    <a:pt x="198" y="355"/>
                  </a:lnTo>
                  <a:lnTo>
                    <a:pt x="205" y="319"/>
                  </a:lnTo>
                  <a:lnTo>
                    <a:pt x="210" y="284"/>
                  </a:lnTo>
                  <a:lnTo>
                    <a:pt x="212" y="247"/>
                  </a:lnTo>
                  <a:lnTo>
                    <a:pt x="210" y="210"/>
                  </a:lnTo>
                  <a:lnTo>
                    <a:pt x="206" y="174"/>
                  </a:lnTo>
                  <a:lnTo>
                    <a:pt x="198" y="140"/>
                  </a:lnTo>
                  <a:lnTo>
                    <a:pt x="196" y="130"/>
                  </a:lnTo>
                  <a:lnTo>
                    <a:pt x="194" y="120"/>
                  </a:lnTo>
                  <a:lnTo>
                    <a:pt x="190" y="111"/>
                  </a:lnTo>
                  <a:lnTo>
                    <a:pt x="186" y="103"/>
                  </a:lnTo>
                  <a:lnTo>
                    <a:pt x="181" y="93"/>
                  </a:lnTo>
                  <a:lnTo>
                    <a:pt x="175" y="85"/>
                  </a:lnTo>
                  <a:lnTo>
                    <a:pt x="169" y="78"/>
                  </a:lnTo>
                  <a:lnTo>
                    <a:pt x="163" y="70"/>
                  </a:lnTo>
                  <a:lnTo>
                    <a:pt x="140" y="53"/>
                  </a:lnTo>
                  <a:lnTo>
                    <a:pt x="114" y="40"/>
                  </a:lnTo>
                  <a:lnTo>
                    <a:pt x="87" y="32"/>
                  </a:lnTo>
                  <a:lnTo>
                    <a:pt x="61" y="27"/>
                  </a:lnTo>
                  <a:lnTo>
                    <a:pt x="37" y="24"/>
                  </a:lnTo>
                  <a:lnTo>
                    <a:pt x="17" y="24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16" y="13"/>
                  </a:lnTo>
                  <a:lnTo>
                    <a:pt x="34" y="6"/>
                  </a:lnTo>
                  <a:lnTo>
                    <a:pt x="53" y="1"/>
                  </a:lnTo>
                  <a:lnTo>
                    <a:pt x="73" y="0"/>
                  </a:lnTo>
                  <a:lnTo>
                    <a:pt x="92" y="2"/>
                  </a:lnTo>
                  <a:lnTo>
                    <a:pt x="112" y="6"/>
                  </a:lnTo>
                  <a:lnTo>
                    <a:pt x="130" y="12"/>
                  </a:lnTo>
                  <a:lnTo>
                    <a:pt x="148" y="19"/>
                  </a:lnTo>
                  <a:lnTo>
                    <a:pt x="160" y="28"/>
                  </a:lnTo>
                  <a:lnTo>
                    <a:pt x="173" y="37"/>
                  </a:lnTo>
                  <a:lnTo>
                    <a:pt x="184" y="47"/>
                  </a:lnTo>
                  <a:lnTo>
                    <a:pt x="196" y="59"/>
                  </a:lnTo>
                  <a:lnTo>
                    <a:pt x="206" y="72"/>
                  </a:lnTo>
                  <a:lnTo>
                    <a:pt x="216" y="84"/>
                  </a:lnTo>
                  <a:lnTo>
                    <a:pt x="225" y="97"/>
                  </a:lnTo>
                  <a:lnTo>
                    <a:pt x="232" y="1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8" name="Freeform 60"/>
            <p:cNvSpPr>
              <a:spLocks/>
            </p:cNvSpPr>
            <p:nvPr/>
          </p:nvSpPr>
          <p:spPr bwMode="auto">
            <a:xfrm>
              <a:off x="2585" y="2651"/>
              <a:ext cx="321" cy="350"/>
            </a:xfrm>
            <a:custGeom>
              <a:avLst/>
              <a:gdLst>
                <a:gd name="T0" fmla="*/ 321 w 641"/>
                <a:gd name="T1" fmla="*/ 2 h 699"/>
                <a:gd name="T2" fmla="*/ 321 w 641"/>
                <a:gd name="T3" fmla="*/ 54 h 699"/>
                <a:gd name="T4" fmla="*/ 321 w 641"/>
                <a:gd name="T5" fmla="*/ 167 h 699"/>
                <a:gd name="T6" fmla="*/ 319 w 641"/>
                <a:gd name="T7" fmla="*/ 282 h 699"/>
                <a:gd name="T8" fmla="*/ 315 w 641"/>
                <a:gd name="T9" fmla="*/ 334 h 699"/>
                <a:gd name="T10" fmla="*/ 312 w 641"/>
                <a:gd name="T11" fmla="*/ 334 h 699"/>
                <a:gd name="T12" fmla="*/ 304 w 641"/>
                <a:gd name="T13" fmla="*/ 335 h 699"/>
                <a:gd name="T14" fmla="*/ 292 w 641"/>
                <a:gd name="T15" fmla="*/ 336 h 699"/>
                <a:gd name="T16" fmla="*/ 275 w 641"/>
                <a:gd name="T17" fmla="*/ 337 h 699"/>
                <a:gd name="T18" fmla="*/ 256 w 641"/>
                <a:gd name="T19" fmla="*/ 338 h 699"/>
                <a:gd name="T20" fmla="*/ 233 w 641"/>
                <a:gd name="T21" fmla="*/ 339 h 699"/>
                <a:gd name="T22" fmla="*/ 210 w 641"/>
                <a:gd name="T23" fmla="*/ 341 h 699"/>
                <a:gd name="T24" fmla="*/ 184 w 641"/>
                <a:gd name="T25" fmla="*/ 342 h 699"/>
                <a:gd name="T26" fmla="*/ 159 w 641"/>
                <a:gd name="T27" fmla="*/ 344 h 699"/>
                <a:gd name="T28" fmla="*/ 133 w 641"/>
                <a:gd name="T29" fmla="*/ 345 h 699"/>
                <a:gd name="T30" fmla="*/ 108 w 641"/>
                <a:gd name="T31" fmla="*/ 347 h 699"/>
                <a:gd name="T32" fmla="*/ 85 w 641"/>
                <a:gd name="T33" fmla="*/ 348 h 699"/>
                <a:gd name="T34" fmla="*/ 64 w 641"/>
                <a:gd name="T35" fmla="*/ 349 h 699"/>
                <a:gd name="T36" fmla="*/ 44 w 641"/>
                <a:gd name="T37" fmla="*/ 349 h 699"/>
                <a:gd name="T38" fmla="*/ 29 w 641"/>
                <a:gd name="T39" fmla="*/ 350 h 699"/>
                <a:gd name="T40" fmla="*/ 17 w 641"/>
                <a:gd name="T41" fmla="*/ 350 h 699"/>
                <a:gd name="T42" fmla="*/ 0 w 641"/>
                <a:gd name="T43" fmla="*/ 0 h 699"/>
                <a:gd name="T44" fmla="*/ 321 w 641"/>
                <a:gd name="T45" fmla="*/ 2 h 69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41"/>
                <a:gd name="T70" fmla="*/ 0 h 699"/>
                <a:gd name="T71" fmla="*/ 641 w 641"/>
                <a:gd name="T72" fmla="*/ 699 h 69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41" h="699">
                  <a:moveTo>
                    <a:pt x="641" y="3"/>
                  </a:moveTo>
                  <a:lnTo>
                    <a:pt x="641" y="107"/>
                  </a:lnTo>
                  <a:lnTo>
                    <a:pt x="641" y="334"/>
                  </a:lnTo>
                  <a:lnTo>
                    <a:pt x="638" y="563"/>
                  </a:lnTo>
                  <a:lnTo>
                    <a:pt x="629" y="668"/>
                  </a:lnTo>
                  <a:lnTo>
                    <a:pt x="623" y="668"/>
                  </a:lnTo>
                  <a:lnTo>
                    <a:pt x="607" y="669"/>
                  </a:lnTo>
                  <a:lnTo>
                    <a:pt x="583" y="672"/>
                  </a:lnTo>
                  <a:lnTo>
                    <a:pt x="549" y="673"/>
                  </a:lnTo>
                  <a:lnTo>
                    <a:pt x="511" y="676"/>
                  </a:lnTo>
                  <a:lnTo>
                    <a:pt x="466" y="678"/>
                  </a:lnTo>
                  <a:lnTo>
                    <a:pt x="419" y="682"/>
                  </a:lnTo>
                  <a:lnTo>
                    <a:pt x="368" y="684"/>
                  </a:lnTo>
                  <a:lnTo>
                    <a:pt x="318" y="688"/>
                  </a:lnTo>
                  <a:lnTo>
                    <a:pt x="266" y="690"/>
                  </a:lnTo>
                  <a:lnTo>
                    <a:pt x="216" y="693"/>
                  </a:lnTo>
                  <a:lnTo>
                    <a:pt x="169" y="696"/>
                  </a:lnTo>
                  <a:lnTo>
                    <a:pt x="127" y="697"/>
                  </a:lnTo>
                  <a:lnTo>
                    <a:pt x="88" y="698"/>
                  </a:lnTo>
                  <a:lnTo>
                    <a:pt x="57" y="699"/>
                  </a:lnTo>
                  <a:lnTo>
                    <a:pt x="34" y="699"/>
                  </a:lnTo>
                  <a:lnTo>
                    <a:pt x="0" y="0"/>
                  </a:lnTo>
                  <a:lnTo>
                    <a:pt x="641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39" name="Freeform 61"/>
            <p:cNvSpPr>
              <a:spLocks/>
            </p:cNvSpPr>
            <p:nvPr/>
          </p:nvSpPr>
          <p:spPr bwMode="auto">
            <a:xfrm>
              <a:off x="3295" y="2647"/>
              <a:ext cx="117" cy="218"/>
            </a:xfrm>
            <a:custGeom>
              <a:avLst/>
              <a:gdLst>
                <a:gd name="T0" fmla="*/ 69 w 233"/>
                <a:gd name="T1" fmla="*/ 90 h 434"/>
                <a:gd name="T2" fmla="*/ 61 w 233"/>
                <a:gd name="T3" fmla="*/ 114 h 434"/>
                <a:gd name="T4" fmla="*/ 46 w 233"/>
                <a:gd name="T5" fmla="*/ 134 h 434"/>
                <a:gd name="T6" fmla="*/ 37 w 233"/>
                <a:gd name="T7" fmla="*/ 138 h 434"/>
                <a:gd name="T8" fmla="*/ 26 w 233"/>
                <a:gd name="T9" fmla="*/ 138 h 434"/>
                <a:gd name="T10" fmla="*/ 18 w 233"/>
                <a:gd name="T11" fmla="*/ 140 h 434"/>
                <a:gd name="T12" fmla="*/ 26 w 233"/>
                <a:gd name="T13" fmla="*/ 146 h 434"/>
                <a:gd name="T14" fmla="*/ 36 w 233"/>
                <a:gd name="T15" fmla="*/ 150 h 434"/>
                <a:gd name="T16" fmla="*/ 49 w 233"/>
                <a:gd name="T17" fmla="*/ 149 h 434"/>
                <a:gd name="T18" fmla="*/ 64 w 233"/>
                <a:gd name="T19" fmla="*/ 148 h 434"/>
                <a:gd name="T20" fmla="*/ 73 w 233"/>
                <a:gd name="T21" fmla="*/ 151 h 434"/>
                <a:gd name="T22" fmla="*/ 70 w 233"/>
                <a:gd name="T23" fmla="*/ 172 h 434"/>
                <a:gd name="T24" fmla="*/ 56 w 233"/>
                <a:gd name="T25" fmla="*/ 190 h 434"/>
                <a:gd name="T26" fmla="*/ 50 w 233"/>
                <a:gd name="T27" fmla="*/ 201 h 434"/>
                <a:gd name="T28" fmla="*/ 65 w 233"/>
                <a:gd name="T29" fmla="*/ 201 h 434"/>
                <a:gd name="T30" fmla="*/ 79 w 233"/>
                <a:gd name="T31" fmla="*/ 195 h 434"/>
                <a:gd name="T32" fmla="*/ 90 w 233"/>
                <a:gd name="T33" fmla="*/ 187 h 434"/>
                <a:gd name="T34" fmla="*/ 100 w 233"/>
                <a:gd name="T35" fmla="*/ 175 h 434"/>
                <a:gd name="T36" fmla="*/ 112 w 233"/>
                <a:gd name="T37" fmla="*/ 165 h 434"/>
                <a:gd name="T38" fmla="*/ 117 w 233"/>
                <a:gd name="T39" fmla="*/ 180 h 434"/>
                <a:gd name="T40" fmla="*/ 104 w 233"/>
                <a:gd name="T41" fmla="*/ 199 h 434"/>
                <a:gd name="T42" fmla="*/ 81 w 233"/>
                <a:gd name="T43" fmla="*/ 212 h 434"/>
                <a:gd name="T44" fmla="*/ 55 w 233"/>
                <a:gd name="T45" fmla="*/ 218 h 434"/>
                <a:gd name="T46" fmla="*/ 43 w 233"/>
                <a:gd name="T47" fmla="*/ 213 h 434"/>
                <a:gd name="T48" fmla="*/ 30 w 233"/>
                <a:gd name="T49" fmla="*/ 206 h 434"/>
                <a:gd name="T50" fmla="*/ 24 w 233"/>
                <a:gd name="T51" fmla="*/ 197 h 434"/>
                <a:gd name="T52" fmla="*/ 31 w 233"/>
                <a:gd name="T53" fmla="*/ 194 h 434"/>
                <a:gd name="T54" fmla="*/ 39 w 233"/>
                <a:gd name="T55" fmla="*/ 193 h 434"/>
                <a:gd name="T56" fmla="*/ 52 w 233"/>
                <a:gd name="T57" fmla="*/ 180 h 434"/>
                <a:gd name="T58" fmla="*/ 52 w 233"/>
                <a:gd name="T59" fmla="*/ 168 h 434"/>
                <a:gd name="T60" fmla="*/ 34 w 233"/>
                <a:gd name="T61" fmla="*/ 165 h 434"/>
                <a:gd name="T62" fmla="*/ 17 w 233"/>
                <a:gd name="T63" fmla="*/ 156 h 434"/>
                <a:gd name="T64" fmla="*/ 1 w 233"/>
                <a:gd name="T65" fmla="*/ 131 h 434"/>
                <a:gd name="T66" fmla="*/ 7 w 233"/>
                <a:gd name="T67" fmla="*/ 110 h 434"/>
                <a:gd name="T68" fmla="*/ 11 w 233"/>
                <a:gd name="T69" fmla="*/ 120 h 434"/>
                <a:gd name="T70" fmla="*/ 17 w 233"/>
                <a:gd name="T71" fmla="*/ 129 h 434"/>
                <a:gd name="T72" fmla="*/ 27 w 233"/>
                <a:gd name="T73" fmla="*/ 129 h 434"/>
                <a:gd name="T74" fmla="*/ 34 w 233"/>
                <a:gd name="T75" fmla="*/ 129 h 434"/>
                <a:gd name="T76" fmla="*/ 41 w 233"/>
                <a:gd name="T77" fmla="*/ 125 h 434"/>
                <a:gd name="T78" fmla="*/ 44 w 233"/>
                <a:gd name="T79" fmla="*/ 75 h 434"/>
                <a:gd name="T80" fmla="*/ 33 w 233"/>
                <a:gd name="T81" fmla="*/ 26 h 434"/>
                <a:gd name="T82" fmla="*/ 59 w 233"/>
                <a:gd name="T83" fmla="*/ 8 h 434"/>
                <a:gd name="T84" fmla="*/ 67 w 233"/>
                <a:gd name="T85" fmla="*/ 74 h 4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3"/>
                <a:gd name="T130" fmla="*/ 0 h 434"/>
                <a:gd name="T131" fmla="*/ 233 w 233"/>
                <a:gd name="T132" fmla="*/ 434 h 43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3" h="434">
                  <a:moveTo>
                    <a:pt x="133" y="147"/>
                  </a:moveTo>
                  <a:lnTo>
                    <a:pt x="137" y="164"/>
                  </a:lnTo>
                  <a:lnTo>
                    <a:pt x="137" y="180"/>
                  </a:lnTo>
                  <a:lnTo>
                    <a:pt x="135" y="196"/>
                  </a:lnTo>
                  <a:lnTo>
                    <a:pt x="130" y="211"/>
                  </a:lnTo>
                  <a:lnTo>
                    <a:pt x="122" y="226"/>
                  </a:lnTo>
                  <a:lnTo>
                    <a:pt x="114" y="240"/>
                  </a:lnTo>
                  <a:lnTo>
                    <a:pt x="104" y="253"/>
                  </a:lnTo>
                  <a:lnTo>
                    <a:pt x="92" y="266"/>
                  </a:lnTo>
                  <a:lnTo>
                    <a:pt x="86" y="270"/>
                  </a:lnTo>
                  <a:lnTo>
                    <a:pt x="79" y="272"/>
                  </a:lnTo>
                  <a:lnTo>
                    <a:pt x="74" y="274"/>
                  </a:lnTo>
                  <a:lnTo>
                    <a:pt x="67" y="275"/>
                  </a:lnTo>
                  <a:lnTo>
                    <a:pt x="60" y="275"/>
                  </a:lnTo>
                  <a:lnTo>
                    <a:pt x="52" y="275"/>
                  </a:lnTo>
                  <a:lnTo>
                    <a:pt x="41" y="275"/>
                  </a:lnTo>
                  <a:lnTo>
                    <a:pt x="31" y="273"/>
                  </a:lnTo>
                  <a:lnTo>
                    <a:pt x="36" y="279"/>
                  </a:lnTo>
                  <a:lnTo>
                    <a:pt x="40" y="283"/>
                  </a:lnTo>
                  <a:lnTo>
                    <a:pt x="46" y="288"/>
                  </a:lnTo>
                  <a:lnTo>
                    <a:pt x="52" y="291"/>
                  </a:lnTo>
                  <a:lnTo>
                    <a:pt x="59" y="295"/>
                  </a:lnTo>
                  <a:lnTo>
                    <a:pt x="66" y="297"/>
                  </a:lnTo>
                  <a:lnTo>
                    <a:pt x="72" y="298"/>
                  </a:lnTo>
                  <a:lnTo>
                    <a:pt x="79" y="300"/>
                  </a:lnTo>
                  <a:lnTo>
                    <a:pt x="87" y="298"/>
                  </a:lnTo>
                  <a:lnTo>
                    <a:pt x="97" y="296"/>
                  </a:lnTo>
                  <a:lnTo>
                    <a:pt x="107" y="295"/>
                  </a:lnTo>
                  <a:lnTo>
                    <a:pt x="117" y="295"/>
                  </a:lnTo>
                  <a:lnTo>
                    <a:pt x="128" y="295"/>
                  </a:lnTo>
                  <a:lnTo>
                    <a:pt x="136" y="295"/>
                  </a:lnTo>
                  <a:lnTo>
                    <a:pt x="143" y="297"/>
                  </a:lnTo>
                  <a:lnTo>
                    <a:pt x="146" y="300"/>
                  </a:lnTo>
                  <a:lnTo>
                    <a:pt x="146" y="316"/>
                  </a:lnTo>
                  <a:lnTo>
                    <a:pt x="144" y="329"/>
                  </a:lnTo>
                  <a:lnTo>
                    <a:pt x="139" y="343"/>
                  </a:lnTo>
                  <a:lnTo>
                    <a:pt x="131" y="356"/>
                  </a:lnTo>
                  <a:lnTo>
                    <a:pt x="122" y="369"/>
                  </a:lnTo>
                  <a:lnTo>
                    <a:pt x="112" y="379"/>
                  </a:lnTo>
                  <a:lnTo>
                    <a:pt x="101" y="388"/>
                  </a:lnTo>
                  <a:lnTo>
                    <a:pt x="90" y="396"/>
                  </a:lnTo>
                  <a:lnTo>
                    <a:pt x="99" y="400"/>
                  </a:lnTo>
                  <a:lnTo>
                    <a:pt x="109" y="401"/>
                  </a:lnTo>
                  <a:lnTo>
                    <a:pt x="120" y="401"/>
                  </a:lnTo>
                  <a:lnTo>
                    <a:pt x="129" y="400"/>
                  </a:lnTo>
                  <a:lnTo>
                    <a:pt x="139" y="397"/>
                  </a:lnTo>
                  <a:lnTo>
                    <a:pt x="148" y="394"/>
                  </a:lnTo>
                  <a:lnTo>
                    <a:pt x="158" y="389"/>
                  </a:lnTo>
                  <a:lnTo>
                    <a:pt x="166" y="385"/>
                  </a:lnTo>
                  <a:lnTo>
                    <a:pt x="174" y="379"/>
                  </a:lnTo>
                  <a:lnTo>
                    <a:pt x="180" y="372"/>
                  </a:lnTo>
                  <a:lnTo>
                    <a:pt x="186" y="364"/>
                  </a:lnTo>
                  <a:lnTo>
                    <a:pt x="192" y="356"/>
                  </a:lnTo>
                  <a:lnTo>
                    <a:pt x="199" y="348"/>
                  </a:lnTo>
                  <a:lnTo>
                    <a:pt x="206" y="340"/>
                  </a:lnTo>
                  <a:lnTo>
                    <a:pt x="214" y="334"/>
                  </a:lnTo>
                  <a:lnTo>
                    <a:pt x="224" y="329"/>
                  </a:lnTo>
                  <a:lnTo>
                    <a:pt x="229" y="339"/>
                  </a:lnTo>
                  <a:lnTo>
                    <a:pt x="233" y="349"/>
                  </a:lnTo>
                  <a:lnTo>
                    <a:pt x="233" y="358"/>
                  </a:lnTo>
                  <a:lnTo>
                    <a:pt x="230" y="369"/>
                  </a:lnTo>
                  <a:lnTo>
                    <a:pt x="220" y="385"/>
                  </a:lnTo>
                  <a:lnTo>
                    <a:pt x="207" y="397"/>
                  </a:lnTo>
                  <a:lnTo>
                    <a:pt x="193" y="408"/>
                  </a:lnTo>
                  <a:lnTo>
                    <a:pt x="178" y="416"/>
                  </a:lnTo>
                  <a:lnTo>
                    <a:pt x="161" y="423"/>
                  </a:lnTo>
                  <a:lnTo>
                    <a:pt x="144" y="427"/>
                  </a:lnTo>
                  <a:lnTo>
                    <a:pt x="127" y="431"/>
                  </a:lnTo>
                  <a:lnTo>
                    <a:pt x="109" y="434"/>
                  </a:lnTo>
                  <a:lnTo>
                    <a:pt x="101" y="431"/>
                  </a:lnTo>
                  <a:lnTo>
                    <a:pt x="93" y="427"/>
                  </a:lnTo>
                  <a:lnTo>
                    <a:pt x="85" y="424"/>
                  </a:lnTo>
                  <a:lnTo>
                    <a:pt x="76" y="420"/>
                  </a:lnTo>
                  <a:lnTo>
                    <a:pt x="68" y="417"/>
                  </a:lnTo>
                  <a:lnTo>
                    <a:pt x="60" y="411"/>
                  </a:lnTo>
                  <a:lnTo>
                    <a:pt x="53" y="406"/>
                  </a:lnTo>
                  <a:lnTo>
                    <a:pt x="46" y="397"/>
                  </a:lnTo>
                  <a:lnTo>
                    <a:pt x="48" y="393"/>
                  </a:lnTo>
                  <a:lnTo>
                    <a:pt x="52" y="391"/>
                  </a:lnTo>
                  <a:lnTo>
                    <a:pt x="56" y="388"/>
                  </a:lnTo>
                  <a:lnTo>
                    <a:pt x="61" y="387"/>
                  </a:lnTo>
                  <a:lnTo>
                    <a:pt x="67" y="386"/>
                  </a:lnTo>
                  <a:lnTo>
                    <a:pt x="72" y="385"/>
                  </a:lnTo>
                  <a:lnTo>
                    <a:pt x="77" y="384"/>
                  </a:lnTo>
                  <a:lnTo>
                    <a:pt x="82" y="381"/>
                  </a:lnTo>
                  <a:lnTo>
                    <a:pt x="93" y="370"/>
                  </a:lnTo>
                  <a:lnTo>
                    <a:pt x="104" y="358"/>
                  </a:lnTo>
                  <a:lnTo>
                    <a:pt x="112" y="346"/>
                  </a:lnTo>
                  <a:lnTo>
                    <a:pt x="115" y="332"/>
                  </a:lnTo>
                  <a:lnTo>
                    <a:pt x="104" y="335"/>
                  </a:lnTo>
                  <a:lnTo>
                    <a:pt x="91" y="335"/>
                  </a:lnTo>
                  <a:lnTo>
                    <a:pt x="79" y="334"/>
                  </a:lnTo>
                  <a:lnTo>
                    <a:pt x="68" y="329"/>
                  </a:lnTo>
                  <a:lnTo>
                    <a:pt x="56" y="325"/>
                  </a:lnTo>
                  <a:lnTo>
                    <a:pt x="45" y="318"/>
                  </a:lnTo>
                  <a:lnTo>
                    <a:pt x="34" y="310"/>
                  </a:lnTo>
                  <a:lnTo>
                    <a:pt x="24" y="301"/>
                  </a:lnTo>
                  <a:lnTo>
                    <a:pt x="10" y="282"/>
                  </a:lnTo>
                  <a:lnTo>
                    <a:pt x="2" y="260"/>
                  </a:lnTo>
                  <a:lnTo>
                    <a:pt x="0" y="237"/>
                  </a:lnTo>
                  <a:lnTo>
                    <a:pt x="6" y="215"/>
                  </a:lnTo>
                  <a:lnTo>
                    <a:pt x="13" y="218"/>
                  </a:lnTo>
                  <a:lnTo>
                    <a:pt x="16" y="223"/>
                  </a:lnTo>
                  <a:lnTo>
                    <a:pt x="18" y="230"/>
                  </a:lnTo>
                  <a:lnTo>
                    <a:pt x="21" y="238"/>
                  </a:lnTo>
                  <a:lnTo>
                    <a:pt x="23" y="245"/>
                  </a:lnTo>
                  <a:lnTo>
                    <a:pt x="28" y="252"/>
                  </a:lnTo>
                  <a:lnTo>
                    <a:pt x="33" y="256"/>
                  </a:lnTo>
                  <a:lnTo>
                    <a:pt x="44" y="257"/>
                  </a:lnTo>
                  <a:lnTo>
                    <a:pt x="48" y="257"/>
                  </a:lnTo>
                  <a:lnTo>
                    <a:pt x="53" y="257"/>
                  </a:lnTo>
                  <a:lnTo>
                    <a:pt x="57" y="257"/>
                  </a:lnTo>
                  <a:lnTo>
                    <a:pt x="63" y="257"/>
                  </a:lnTo>
                  <a:lnTo>
                    <a:pt x="68" y="256"/>
                  </a:lnTo>
                  <a:lnTo>
                    <a:pt x="74" y="253"/>
                  </a:lnTo>
                  <a:lnTo>
                    <a:pt x="78" y="251"/>
                  </a:lnTo>
                  <a:lnTo>
                    <a:pt x="82" y="248"/>
                  </a:lnTo>
                  <a:lnTo>
                    <a:pt x="97" y="215"/>
                  </a:lnTo>
                  <a:lnTo>
                    <a:pt x="97" y="182"/>
                  </a:lnTo>
                  <a:lnTo>
                    <a:pt x="87" y="149"/>
                  </a:lnTo>
                  <a:lnTo>
                    <a:pt x="75" y="114"/>
                  </a:lnTo>
                  <a:lnTo>
                    <a:pt x="66" y="82"/>
                  </a:lnTo>
                  <a:lnTo>
                    <a:pt x="66" y="51"/>
                  </a:lnTo>
                  <a:lnTo>
                    <a:pt x="79" y="23"/>
                  </a:lnTo>
                  <a:lnTo>
                    <a:pt x="115" y="0"/>
                  </a:lnTo>
                  <a:lnTo>
                    <a:pt x="117" y="16"/>
                  </a:lnTo>
                  <a:lnTo>
                    <a:pt x="122" y="56"/>
                  </a:lnTo>
                  <a:lnTo>
                    <a:pt x="128" y="105"/>
                  </a:lnTo>
                  <a:lnTo>
                    <a:pt x="133" y="1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0" name="Freeform 62"/>
            <p:cNvSpPr>
              <a:spLocks/>
            </p:cNvSpPr>
            <p:nvPr/>
          </p:nvSpPr>
          <p:spPr bwMode="auto">
            <a:xfrm>
              <a:off x="2603" y="2661"/>
              <a:ext cx="289" cy="328"/>
            </a:xfrm>
            <a:custGeom>
              <a:avLst/>
              <a:gdLst>
                <a:gd name="T0" fmla="*/ 284 w 578"/>
                <a:gd name="T1" fmla="*/ 312 h 654"/>
                <a:gd name="T2" fmla="*/ 273 w 578"/>
                <a:gd name="T3" fmla="*/ 313 h 654"/>
                <a:gd name="T4" fmla="*/ 259 w 578"/>
                <a:gd name="T5" fmla="*/ 313 h 654"/>
                <a:gd name="T6" fmla="*/ 240 w 578"/>
                <a:gd name="T7" fmla="*/ 315 h 654"/>
                <a:gd name="T8" fmla="*/ 220 w 578"/>
                <a:gd name="T9" fmla="*/ 316 h 654"/>
                <a:gd name="T10" fmla="*/ 199 w 578"/>
                <a:gd name="T11" fmla="*/ 317 h 654"/>
                <a:gd name="T12" fmla="*/ 176 w 578"/>
                <a:gd name="T13" fmla="*/ 319 h 654"/>
                <a:gd name="T14" fmla="*/ 152 w 578"/>
                <a:gd name="T15" fmla="*/ 320 h 654"/>
                <a:gd name="T16" fmla="*/ 129 w 578"/>
                <a:gd name="T17" fmla="*/ 321 h 654"/>
                <a:gd name="T18" fmla="*/ 106 w 578"/>
                <a:gd name="T19" fmla="*/ 323 h 654"/>
                <a:gd name="T20" fmla="*/ 84 w 578"/>
                <a:gd name="T21" fmla="*/ 324 h 654"/>
                <a:gd name="T22" fmla="*/ 65 w 578"/>
                <a:gd name="T23" fmla="*/ 325 h 654"/>
                <a:gd name="T24" fmla="*/ 47 w 578"/>
                <a:gd name="T25" fmla="*/ 326 h 654"/>
                <a:gd name="T26" fmla="*/ 32 w 578"/>
                <a:gd name="T27" fmla="*/ 327 h 654"/>
                <a:gd name="T28" fmla="*/ 21 w 578"/>
                <a:gd name="T29" fmla="*/ 327 h 654"/>
                <a:gd name="T30" fmla="*/ 13 w 578"/>
                <a:gd name="T31" fmla="*/ 328 h 654"/>
                <a:gd name="T32" fmla="*/ 11 w 578"/>
                <a:gd name="T33" fmla="*/ 328 h 654"/>
                <a:gd name="T34" fmla="*/ 0 w 578"/>
                <a:gd name="T35" fmla="*/ 0 h 654"/>
                <a:gd name="T36" fmla="*/ 289 w 578"/>
                <a:gd name="T37" fmla="*/ 4 h 654"/>
                <a:gd name="T38" fmla="*/ 284 w 578"/>
                <a:gd name="T39" fmla="*/ 312 h 6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78"/>
                <a:gd name="T61" fmla="*/ 0 h 654"/>
                <a:gd name="T62" fmla="*/ 578 w 578"/>
                <a:gd name="T63" fmla="*/ 654 h 65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78" h="654">
                  <a:moveTo>
                    <a:pt x="568" y="622"/>
                  </a:moveTo>
                  <a:lnTo>
                    <a:pt x="545" y="624"/>
                  </a:lnTo>
                  <a:lnTo>
                    <a:pt x="517" y="625"/>
                  </a:lnTo>
                  <a:lnTo>
                    <a:pt x="481" y="629"/>
                  </a:lnTo>
                  <a:lnTo>
                    <a:pt x="441" y="631"/>
                  </a:lnTo>
                  <a:lnTo>
                    <a:pt x="398" y="633"/>
                  </a:lnTo>
                  <a:lnTo>
                    <a:pt x="352" y="636"/>
                  </a:lnTo>
                  <a:lnTo>
                    <a:pt x="305" y="639"/>
                  </a:lnTo>
                  <a:lnTo>
                    <a:pt x="258" y="641"/>
                  </a:lnTo>
                  <a:lnTo>
                    <a:pt x="213" y="644"/>
                  </a:lnTo>
                  <a:lnTo>
                    <a:pt x="169" y="646"/>
                  </a:lnTo>
                  <a:lnTo>
                    <a:pt x="129" y="648"/>
                  </a:lnTo>
                  <a:lnTo>
                    <a:pt x="94" y="651"/>
                  </a:lnTo>
                  <a:lnTo>
                    <a:pt x="64" y="652"/>
                  </a:lnTo>
                  <a:lnTo>
                    <a:pt x="42" y="653"/>
                  </a:lnTo>
                  <a:lnTo>
                    <a:pt x="27" y="654"/>
                  </a:lnTo>
                  <a:lnTo>
                    <a:pt x="23" y="654"/>
                  </a:lnTo>
                  <a:lnTo>
                    <a:pt x="0" y="0"/>
                  </a:lnTo>
                  <a:lnTo>
                    <a:pt x="578" y="8"/>
                  </a:lnTo>
                  <a:lnTo>
                    <a:pt x="568" y="622"/>
                  </a:lnTo>
                  <a:close/>
                </a:path>
              </a:pathLst>
            </a:custGeom>
            <a:solidFill>
              <a:srgbClr val="26AD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1" name="Freeform 63"/>
            <p:cNvSpPr>
              <a:spLocks/>
            </p:cNvSpPr>
            <p:nvPr/>
          </p:nvSpPr>
          <p:spPr bwMode="auto">
            <a:xfrm>
              <a:off x="2561" y="3027"/>
              <a:ext cx="378" cy="112"/>
            </a:xfrm>
            <a:custGeom>
              <a:avLst/>
              <a:gdLst>
                <a:gd name="T0" fmla="*/ 377 w 756"/>
                <a:gd name="T1" fmla="*/ 3 h 226"/>
                <a:gd name="T2" fmla="*/ 371 w 756"/>
                <a:gd name="T3" fmla="*/ 7 h 226"/>
                <a:gd name="T4" fmla="*/ 358 w 756"/>
                <a:gd name="T5" fmla="*/ 13 h 226"/>
                <a:gd name="T6" fmla="*/ 341 w 756"/>
                <a:gd name="T7" fmla="*/ 21 h 226"/>
                <a:gd name="T8" fmla="*/ 322 w 756"/>
                <a:gd name="T9" fmla="*/ 29 h 226"/>
                <a:gd name="T10" fmla="*/ 301 w 756"/>
                <a:gd name="T11" fmla="*/ 37 h 226"/>
                <a:gd name="T12" fmla="*/ 280 w 756"/>
                <a:gd name="T13" fmla="*/ 43 h 226"/>
                <a:gd name="T14" fmla="*/ 260 w 756"/>
                <a:gd name="T15" fmla="*/ 46 h 226"/>
                <a:gd name="T16" fmla="*/ 243 w 756"/>
                <a:gd name="T17" fmla="*/ 63 h 226"/>
                <a:gd name="T18" fmla="*/ 237 w 756"/>
                <a:gd name="T19" fmla="*/ 104 h 226"/>
                <a:gd name="T20" fmla="*/ 229 w 756"/>
                <a:gd name="T21" fmla="*/ 102 h 226"/>
                <a:gd name="T22" fmla="*/ 226 w 756"/>
                <a:gd name="T23" fmla="*/ 75 h 226"/>
                <a:gd name="T24" fmla="*/ 230 w 756"/>
                <a:gd name="T25" fmla="*/ 57 h 226"/>
                <a:gd name="T26" fmla="*/ 233 w 756"/>
                <a:gd name="T27" fmla="*/ 50 h 226"/>
                <a:gd name="T28" fmla="*/ 238 w 756"/>
                <a:gd name="T29" fmla="*/ 45 h 226"/>
                <a:gd name="T30" fmla="*/ 244 w 756"/>
                <a:gd name="T31" fmla="*/ 40 h 226"/>
                <a:gd name="T32" fmla="*/ 252 w 756"/>
                <a:gd name="T33" fmla="*/ 38 h 226"/>
                <a:gd name="T34" fmla="*/ 271 w 756"/>
                <a:gd name="T35" fmla="*/ 34 h 226"/>
                <a:gd name="T36" fmla="*/ 295 w 756"/>
                <a:gd name="T37" fmla="*/ 27 h 226"/>
                <a:gd name="T38" fmla="*/ 318 w 756"/>
                <a:gd name="T39" fmla="*/ 19 h 226"/>
                <a:gd name="T40" fmla="*/ 318 w 756"/>
                <a:gd name="T41" fmla="*/ 16 h 226"/>
                <a:gd name="T42" fmla="*/ 287 w 756"/>
                <a:gd name="T43" fmla="*/ 17 h 226"/>
                <a:gd name="T44" fmla="*/ 241 w 756"/>
                <a:gd name="T45" fmla="*/ 20 h 226"/>
                <a:gd name="T46" fmla="*/ 188 w 756"/>
                <a:gd name="T47" fmla="*/ 23 h 226"/>
                <a:gd name="T48" fmla="*/ 132 w 756"/>
                <a:gd name="T49" fmla="*/ 28 h 226"/>
                <a:gd name="T50" fmla="*/ 80 w 756"/>
                <a:gd name="T51" fmla="*/ 32 h 226"/>
                <a:gd name="T52" fmla="*/ 36 w 756"/>
                <a:gd name="T53" fmla="*/ 35 h 226"/>
                <a:gd name="T54" fmla="*/ 7 w 756"/>
                <a:gd name="T55" fmla="*/ 37 h 226"/>
                <a:gd name="T56" fmla="*/ 1 w 756"/>
                <a:gd name="T57" fmla="*/ 34 h 226"/>
                <a:gd name="T58" fmla="*/ 3 w 756"/>
                <a:gd name="T59" fmla="*/ 29 h 226"/>
                <a:gd name="T60" fmla="*/ 6 w 756"/>
                <a:gd name="T61" fmla="*/ 25 h 226"/>
                <a:gd name="T62" fmla="*/ 18 w 756"/>
                <a:gd name="T63" fmla="*/ 25 h 226"/>
                <a:gd name="T64" fmla="*/ 36 w 756"/>
                <a:gd name="T65" fmla="*/ 23 h 226"/>
                <a:gd name="T66" fmla="*/ 57 w 756"/>
                <a:gd name="T67" fmla="*/ 21 h 226"/>
                <a:gd name="T68" fmla="*/ 84 w 756"/>
                <a:gd name="T69" fmla="*/ 18 h 226"/>
                <a:gd name="T70" fmla="*/ 112 w 756"/>
                <a:gd name="T71" fmla="*/ 15 h 226"/>
                <a:gd name="T72" fmla="*/ 144 w 756"/>
                <a:gd name="T73" fmla="*/ 13 h 226"/>
                <a:gd name="T74" fmla="*/ 177 w 756"/>
                <a:gd name="T75" fmla="*/ 10 h 226"/>
                <a:gd name="T76" fmla="*/ 210 w 756"/>
                <a:gd name="T77" fmla="*/ 7 h 226"/>
                <a:gd name="T78" fmla="*/ 242 w 756"/>
                <a:gd name="T79" fmla="*/ 5 h 226"/>
                <a:gd name="T80" fmla="*/ 274 w 756"/>
                <a:gd name="T81" fmla="*/ 3 h 226"/>
                <a:gd name="T82" fmla="*/ 303 w 756"/>
                <a:gd name="T83" fmla="*/ 2 h 226"/>
                <a:gd name="T84" fmla="*/ 328 w 756"/>
                <a:gd name="T85" fmla="*/ 0 h 226"/>
                <a:gd name="T86" fmla="*/ 349 w 756"/>
                <a:gd name="T87" fmla="*/ 0 h 226"/>
                <a:gd name="T88" fmla="*/ 366 w 756"/>
                <a:gd name="T89" fmla="*/ 0 h 226"/>
                <a:gd name="T90" fmla="*/ 376 w 756"/>
                <a:gd name="T91" fmla="*/ 2 h 22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56"/>
                <a:gd name="T139" fmla="*/ 0 h 226"/>
                <a:gd name="T140" fmla="*/ 756 w 756"/>
                <a:gd name="T141" fmla="*/ 226 h 22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56" h="226">
                  <a:moveTo>
                    <a:pt x="756" y="6"/>
                  </a:moveTo>
                  <a:lnTo>
                    <a:pt x="754" y="7"/>
                  </a:lnTo>
                  <a:lnTo>
                    <a:pt x="749" y="9"/>
                  </a:lnTo>
                  <a:lnTo>
                    <a:pt x="741" y="14"/>
                  </a:lnTo>
                  <a:lnTo>
                    <a:pt x="729" y="20"/>
                  </a:lnTo>
                  <a:lnTo>
                    <a:pt x="716" y="27"/>
                  </a:lnTo>
                  <a:lnTo>
                    <a:pt x="700" y="35"/>
                  </a:lnTo>
                  <a:lnTo>
                    <a:pt x="682" y="43"/>
                  </a:lnTo>
                  <a:lnTo>
                    <a:pt x="664" y="51"/>
                  </a:lnTo>
                  <a:lnTo>
                    <a:pt x="643" y="59"/>
                  </a:lnTo>
                  <a:lnTo>
                    <a:pt x="622" y="67"/>
                  </a:lnTo>
                  <a:lnTo>
                    <a:pt x="602" y="74"/>
                  </a:lnTo>
                  <a:lnTo>
                    <a:pt x="580" y="81"/>
                  </a:lnTo>
                  <a:lnTo>
                    <a:pt x="559" y="86"/>
                  </a:lnTo>
                  <a:lnTo>
                    <a:pt x="538" y="90"/>
                  </a:lnTo>
                  <a:lnTo>
                    <a:pt x="519" y="92"/>
                  </a:lnTo>
                  <a:lnTo>
                    <a:pt x="500" y="92"/>
                  </a:lnTo>
                  <a:lnTo>
                    <a:pt x="486" y="128"/>
                  </a:lnTo>
                  <a:lnTo>
                    <a:pt x="478" y="173"/>
                  </a:lnTo>
                  <a:lnTo>
                    <a:pt x="475" y="210"/>
                  </a:lnTo>
                  <a:lnTo>
                    <a:pt x="475" y="226"/>
                  </a:lnTo>
                  <a:lnTo>
                    <a:pt x="458" y="206"/>
                  </a:lnTo>
                  <a:lnTo>
                    <a:pt x="452" y="180"/>
                  </a:lnTo>
                  <a:lnTo>
                    <a:pt x="453" y="151"/>
                  </a:lnTo>
                  <a:lnTo>
                    <a:pt x="458" y="123"/>
                  </a:lnTo>
                  <a:lnTo>
                    <a:pt x="460" y="116"/>
                  </a:lnTo>
                  <a:lnTo>
                    <a:pt x="463" y="108"/>
                  </a:lnTo>
                  <a:lnTo>
                    <a:pt x="467" y="101"/>
                  </a:lnTo>
                  <a:lnTo>
                    <a:pt x="470" y="96"/>
                  </a:lnTo>
                  <a:lnTo>
                    <a:pt x="476" y="90"/>
                  </a:lnTo>
                  <a:lnTo>
                    <a:pt x="482" y="84"/>
                  </a:lnTo>
                  <a:lnTo>
                    <a:pt x="488" y="81"/>
                  </a:lnTo>
                  <a:lnTo>
                    <a:pt x="496" y="77"/>
                  </a:lnTo>
                  <a:lnTo>
                    <a:pt x="505" y="77"/>
                  </a:lnTo>
                  <a:lnTo>
                    <a:pt x="520" y="75"/>
                  </a:lnTo>
                  <a:lnTo>
                    <a:pt x="541" y="69"/>
                  </a:lnTo>
                  <a:lnTo>
                    <a:pt x="565" y="62"/>
                  </a:lnTo>
                  <a:lnTo>
                    <a:pt x="590" y="54"/>
                  </a:lnTo>
                  <a:lnTo>
                    <a:pt x="614" y="46"/>
                  </a:lnTo>
                  <a:lnTo>
                    <a:pt x="636" y="38"/>
                  </a:lnTo>
                  <a:lnTo>
                    <a:pt x="653" y="33"/>
                  </a:lnTo>
                  <a:lnTo>
                    <a:pt x="636" y="32"/>
                  </a:lnTo>
                  <a:lnTo>
                    <a:pt x="609" y="33"/>
                  </a:lnTo>
                  <a:lnTo>
                    <a:pt x="574" y="35"/>
                  </a:lnTo>
                  <a:lnTo>
                    <a:pt x="531" y="37"/>
                  </a:lnTo>
                  <a:lnTo>
                    <a:pt x="483" y="40"/>
                  </a:lnTo>
                  <a:lnTo>
                    <a:pt x="431" y="44"/>
                  </a:lnTo>
                  <a:lnTo>
                    <a:pt x="376" y="47"/>
                  </a:lnTo>
                  <a:lnTo>
                    <a:pt x="321" y="52"/>
                  </a:lnTo>
                  <a:lnTo>
                    <a:pt x="264" y="57"/>
                  </a:lnTo>
                  <a:lnTo>
                    <a:pt x="210" y="60"/>
                  </a:lnTo>
                  <a:lnTo>
                    <a:pt x="159" y="65"/>
                  </a:lnTo>
                  <a:lnTo>
                    <a:pt x="113" y="68"/>
                  </a:lnTo>
                  <a:lnTo>
                    <a:pt x="72" y="71"/>
                  </a:lnTo>
                  <a:lnTo>
                    <a:pt x="40" y="73"/>
                  </a:lnTo>
                  <a:lnTo>
                    <a:pt x="14" y="75"/>
                  </a:lnTo>
                  <a:lnTo>
                    <a:pt x="0" y="75"/>
                  </a:lnTo>
                  <a:lnTo>
                    <a:pt x="2" y="69"/>
                  </a:lnTo>
                  <a:lnTo>
                    <a:pt x="4" y="63"/>
                  </a:lnTo>
                  <a:lnTo>
                    <a:pt x="6" y="59"/>
                  </a:lnTo>
                  <a:lnTo>
                    <a:pt x="7" y="52"/>
                  </a:lnTo>
                  <a:lnTo>
                    <a:pt x="13" y="51"/>
                  </a:lnTo>
                  <a:lnTo>
                    <a:pt x="23" y="51"/>
                  </a:lnTo>
                  <a:lnTo>
                    <a:pt x="36" y="50"/>
                  </a:lnTo>
                  <a:lnTo>
                    <a:pt x="52" y="47"/>
                  </a:lnTo>
                  <a:lnTo>
                    <a:pt x="71" y="46"/>
                  </a:lnTo>
                  <a:lnTo>
                    <a:pt x="91" y="44"/>
                  </a:lnTo>
                  <a:lnTo>
                    <a:pt x="114" y="42"/>
                  </a:lnTo>
                  <a:lnTo>
                    <a:pt x="140" y="39"/>
                  </a:lnTo>
                  <a:lnTo>
                    <a:pt x="167" y="37"/>
                  </a:lnTo>
                  <a:lnTo>
                    <a:pt x="195" y="35"/>
                  </a:lnTo>
                  <a:lnTo>
                    <a:pt x="225" y="31"/>
                  </a:lnTo>
                  <a:lnTo>
                    <a:pt x="256" y="29"/>
                  </a:lnTo>
                  <a:lnTo>
                    <a:pt x="288" y="27"/>
                  </a:lnTo>
                  <a:lnTo>
                    <a:pt x="321" y="23"/>
                  </a:lnTo>
                  <a:lnTo>
                    <a:pt x="354" y="21"/>
                  </a:lnTo>
                  <a:lnTo>
                    <a:pt x="387" y="18"/>
                  </a:lnTo>
                  <a:lnTo>
                    <a:pt x="420" y="15"/>
                  </a:lnTo>
                  <a:lnTo>
                    <a:pt x="453" y="13"/>
                  </a:lnTo>
                  <a:lnTo>
                    <a:pt x="485" y="10"/>
                  </a:lnTo>
                  <a:lnTo>
                    <a:pt x="516" y="8"/>
                  </a:lnTo>
                  <a:lnTo>
                    <a:pt x="548" y="7"/>
                  </a:lnTo>
                  <a:lnTo>
                    <a:pt x="576" y="5"/>
                  </a:lnTo>
                  <a:lnTo>
                    <a:pt x="605" y="4"/>
                  </a:lnTo>
                  <a:lnTo>
                    <a:pt x="632" y="2"/>
                  </a:lnTo>
                  <a:lnTo>
                    <a:pt x="656" y="1"/>
                  </a:lnTo>
                  <a:lnTo>
                    <a:pt x="678" y="1"/>
                  </a:lnTo>
                  <a:lnTo>
                    <a:pt x="698" y="0"/>
                  </a:lnTo>
                  <a:lnTo>
                    <a:pt x="716" y="1"/>
                  </a:lnTo>
                  <a:lnTo>
                    <a:pt x="731" y="1"/>
                  </a:lnTo>
                  <a:lnTo>
                    <a:pt x="742" y="2"/>
                  </a:lnTo>
                  <a:lnTo>
                    <a:pt x="751" y="4"/>
                  </a:lnTo>
                  <a:lnTo>
                    <a:pt x="756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2" name="Freeform 64"/>
            <p:cNvSpPr>
              <a:spLocks/>
            </p:cNvSpPr>
            <p:nvPr/>
          </p:nvSpPr>
          <p:spPr bwMode="auto">
            <a:xfrm>
              <a:off x="2437" y="3085"/>
              <a:ext cx="496" cy="113"/>
            </a:xfrm>
            <a:custGeom>
              <a:avLst/>
              <a:gdLst>
                <a:gd name="T0" fmla="*/ 145 w 991"/>
                <a:gd name="T1" fmla="*/ 111 h 225"/>
                <a:gd name="T2" fmla="*/ 118 w 991"/>
                <a:gd name="T3" fmla="*/ 105 h 225"/>
                <a:gd name="T4" fmla="*/ 78 w 991"/>
                <a:gd name="T5" fmla="*/ 95 h 225"/>
                <a:gd name="T6" fmla="*/ 38 w 991"/>
                <a:gd name="T7" fmla="*/ 85 h 225"/>
                <a:gd name="T8" fmla="*/ 9 w 991"/>
                <a:gd name="T9" fmla="*/ 76 h 225"/>
                <a:gd name="T10" fmla="*/ 1 w 991"/>
                <a:gd name="T11" fmla="*/ 70 h 225"/>
                <a:gd name="T12" fmla="*/ 7 w 991"/>
                <a:gd name="T13" fmla="*/ 64 h 225"/>
                <a:gd name="T14" fmla="*/ 168 w 991"/>
                <a:gd name="T15" fmla="*/ 35 h 225"/>
                <a:gd name="T16" fmla="*/ 164 w 991"/>
                <a:gd name="T17" fmla="*/ 12 h 225"/>
                <a:gd name="T18" fmla="*/ 153 w 991"/>
                <a:gd name="T19" fmla="*/ 13 h 225"/>
                <a:gd name="T20" fmla="*/ 129 w 991"/>
                <a:gd name="T21" fmla="*/ 16 h 225"/>
                <a:gd name="T22" fmla="*/ 98 w 991"/>
                <a:gd name="T23" fmla="*/ 18 h 225"/>
                <a:gd name="T24" fmla="*/ 70 w 991"/>
                <a:gd name="T25" fmla="*/ 21 h 225"/>
                <a:gd name="T26" fmla="*/ 52 w 991"/>
                <a:gd name="T27" fmla="*/ 23 h 225"/>
                <a:gd name="T28" fmla="*/ 49 w 991"/>
                <a:gd name="T29" fmla="*/ 20 h 225"/>
                <a:gd name="T30" fmla="*/ 57 w 991"/>
                <a:gd name="T31" fmla="*/ 16 h 225"/>
                <a:gd name="T32" fmla="*/ 80 w 991"/>
                <a:gd name="T33" fmla="*/ 12 h 225"/>
                <a:gd name="T34" fmla="*/ 103 w 991"/>
                <a:gd name="T35" fmla="*/ 9 h 225"/>
                <a:gd name="T36" fmla="*/ 126 w 991"/>
                <a:gd name="T37" fmla="*/ 6 h 225"/>
                <a:gd name="T38" fmla="*/ 149 w 991"/>
                <a:gd name="T39" fmla="*/ 3 h 225"/>
                <a:gd name="T40" fmla="*/ 172 w 991"/>
                <a:gd name="T41" fmla="*/ 0 h 225"/>
                <a:gd name="T42" fmla="*/ 183 w 991"/>
                <a:gd name="T43" fmla="*/ 23 h 225"/>
                <a:gd name="T44" fmla="*/ 184 w 991"/>
                <a:gd name="T45" fmla="*/ 48 h 225"/>
                <a:gd name="T46" fmla="*/ 164 w 991"/>
                <a:gd name="T47" fmla="*/ 66 h 225"/>
                <a:gd name="T48" fmla="*/ 146 w 991"/>
                <a:gd name="T49" fmla="*/ 58 h 225"/>
                <a:gd name="T50" fmla="*/ 123 w 991"/>
                <a:gd name="T51" fmla="*/ 60 h 225"/>
                <a:gd name="T52" fmla="*/ 99 w 991"/>
                <a:gd name="T53" fmla="*/ 63 h 225"/>
                <a:gd name="T54" fmla="*/ 76 w 991"/>
                <a:gd name="T55" fmla="*/ 67 h 225"/>
                <a:gd name="T56" fmla="*/ 53 w 991"/>
                <a:gd name="T57" fmla="*/ 71 h 225"/>
                <a:gd name="T58" fmla="*/ 45 w 991"/>
                <a:gd name="T59" fmla="*/ 75 h 225"/>
                <a:gd name="T60" fmla="*/ 67 w 991"/>
                <a:gd name="T61" fmla="*/ 80 h 225"/>
                <a:gd name="T62" fmla="*/ 88 w 991"/>
                <a:gd name="T63" fmla="*/ 85 h 225"/>
                <a:gd name="T64" fmla="*/ 110 w 991"/>
                <a:gd name="T65" fmla="*/ 90 h 225"/>
                <a:gd name="T66" fmla="*/ 132 w 991"/>
                <a:gd name="T67" fmla="*/ 95 h 225"/>
                <a:gd name="T68" fmla="*/ 154 w 991"/>
                <a:gd name="T69" fmla="*/ 100 h 225"/>
                <a:gd name="T70" fmla="*/ 176 w 991"/>
                <a:gd name="T71" fmla="*/ 96 h 225"/>
                <a:gd name="T72" fmla="*/ 232 w 991"/>
                <a:gd name="T73" fmla="*/ 88 h 225"/>
                <a:gd name="T74" fmla="*/ 305 w 991"/>
                <a:gd name="T75" fmla="*/ 76 h 225"/>
                <a:gd name="T76" fmla="*/ 378 w 991"/>
                <a:gd name="T77" fmla="*/ 65 h 225"/>
                <a:gd name="T78" fmla="*/ 434 w 991"/>
                <a:gd name="T79" fmla="*/ 55 h 225"/>
                <a:gd name="T80" fmla="*/ 372 w 991"/>
                <a:gd name="T81" fmla="*/ 42 h 225"/>
                <a:gd name="T82" fmla="*/ 376 w 991"/>
                <a:gd name="T83" fmla="*/ 34 h 2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91"/>
                <a:gd name="T127" fmla="*/ 0 h 225"/>
                <a:gd name="T128" fmla="*/ 991 w 991"/>
                <a:gd name="T129" fmla="*/ 225 h 2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91" h="225">
                  <a:moveTo>
                    <a:pt x="301" y="225"/>
                  </a:moveTo>
                  <a:lnTo>
                    <a:pt x="298" y="224"/>
                  </a:lnTo>
                  <a:lnTo>
                    <a:pt x="289" y="222"/>
                  </a:lnTo>
                  <a:lnTo>
                    <a:pt x="275" y="218"/>
                  </a:lnTo>
                  <a:lnTo>
                    <a:pt x="256" y="215"/>
                  </a:lnTo>
                  <a:lnTo>
                    <a:pt x="235" y="209"/>
                  </a:lnTo>
                  <a:lnTo>
                    <a:pt x="209" y="204"/>
                  </a:lnTo>
                  <a:lnTo>
                    <a:pt x="183" y="197"/>
                  </a:lnTo>
                  <a:lnTo>
                    <a:pt x="156" y="190"/>
                  </a:lnTo>
                  <a:lnTo>
                    <a:pt x="129" y="183"/>
                  </a:lnTo>
                  <a:lnTo>
                    <a:pt x="101" y="176"/>
                  </a:lnTo>
                  <a:lnTo>
                    <a:pt x="76" y="169"/>
                  </a:lnTo>
                  <a:lnTo>
                    <a:pt x="53" y="162"/>
                  </a:lnTo>
                  <a:lnTo>
                    <a:pt x="33" y="156"/>
                  </a:lnTo>
                  <a:lnTo>
                    <a:pt x="17" y="151"/>
                  </a:lnTo>
                  <a:lnTo>
                    <a:pt x="5" y="147"/>
                  </a:lnTo>
                  <a:lnTo>
                    <a:pt x="0" y="144"/>
                  </a:lnTo>
                  <a:lnTo>
                    <a:pt x="2" y="139"/>
                  </a:lnTo>
                  <a:lnTo>
                    <a:pt x="5" y="136"/>
                  </a:lnTo>
                  <a:lnTo>
                    <a:pt x="10" y="132"/>
                  </a:lnTo>
                  <a:lnTo>
                    <a:pt x="13" y="127"/>
                  </a:lnTo>
                  <a:lnTo>
                    <a:pt x="330" y="85"/>
                  </a:lnTo>
                  <a:lnTo>
                    <a:pt x="333" y="85"/>
                  </a:lnTo>
                  <a:lnTo>
                    <a:pt x="335" y="70"/>
                  </a:lnTo>
                  <a:lnTo>
                    <a:pt x="336" y="54"/>
                  </a:lnTo>
                  <a:lnTo>
                    <a:pt x="334" y="38"/>
                  </a:lnTo>
                  <a:lnTo>
                    <a:pt x="327" y="24"/>
                  </a:lnTo>
                  <a:lnTo>
                    <a:pt x="324" y="24"/>
                  </a:lnTo>
                  <a:lnTo>
                    <a:pt x="318" y="25"/>
                  </a:lnTo>
                  <a:lnTo>
                    <a:pt x="306" y="26"/>
                  </a:lnTo>
                  <a:lnTo>
                    <a:pt x="292" y="27"/>
                  </a:lnTo>
                  <a:lnTo>
                    <a:pt x="276" y="28"/>
                  </a:lnTo>
                  <a:lnTo>
                    <a:pt x="258" y="31"/>
                  </a:lnTo>
                  <a:lnTo>
                    <a:pt x="237" y="33"/>
                  </a:lnTo>
                  <a:lnTo>
                    <a:pt x="216" y="34"/>
                  </a:lnTo>
                  <a:lnTo>
                    <a:pt x="195" y="36"/>
                  </a:lnTo>
                  <a:lnTo>
                    <a:pt x="175" y="39"/>
                  </a:lnTo>
                  <a:lnTo>
                    <a:pt x="156" y="41"/>
                  </a:lnTo>
                  <a:lnTo>
                    <a:pt x="139" y="42"/>
                  </a:lnTo>
                  <a:lnTo>
                    <a:pt x="124" y="43"/>
                  </a:lnTo>
                  <a:lnTo>
                    <a:pt x="111" y="45"/>
                  </a:lnTo>
                  <a:lnTo>
                    <a:pt x="103" y="46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98" y="40"/>
                  </a:lnTo>
                  <a:lnTo>
                    <a:pt x="98" y="36"/>
                  </a:lnTo>
                  <a:lnTo>
                    <a:pt x="98" y="33"/>
                  </a:lnTo>
                  <a:lnTo>
                    <a:pt x="113" y="31"/>
                  </a:lnTo>
                  <a:lnTo>
                    <a:pt x="128" y="27"/>
                  </a:lnTo>
                  <a:lnTo>
                    <a:pt x="144" y="25"/>
                  </a:lnTo>
                  <a:lnTo>
                    <a:pt x="159" y="24"/>
                  </a:lnTo>
                  <a:lnTo>
                    <a:pt x="174" y="21"/>
                  </a:lnTo>
                  <a:lnTo>
                    <a:pt x="189" y="19"/>
                  </a:lnTo>
                  <a:lnTo>
                    <a:pt x="205" y="17"/>
                  </a:lnTo>
                  <a:lnTo>
                    <a:pt x="220" y="16"/>
                  </a:lnTo>
                  <a:lnTo>
                    <a:pt x="235" y="13"/>
                  </a:lnTo>
                  <a:lnTo>
                    <a:pt x="251" y="12"/>
                  </a:lnTo>
                  <a:lnTo>
                    <a:pt x="266" y="10"/>
                  </a:lnTo>
                  <a:lnTo>
                    <a:pt x="282" y="8"/>
                  </a:lnTo>
                  <a:lnTo>
                    <a:pt x="297" y="6"/>
                  </a:lnTo>
                  <a:lnTo>
                    <a:pt x="312" y="4"/>
                  </a:lnTo>
                  <a:lnTo>
                    <a:pt x="328" y="2"/>
                  </a:lnTo>
                  <a:lnTo>
                    <a:pt x="343" y="0"/>
                  </a:lnTo>
                  <a:lnTo>
                    <a:pt x="353" y="13"/>
                  </a:lnTo>
                  <a:lnTo>
                    <a:pt x="360" y="28"/>
                  </a:lnTo>
                  <a:lnTo>
                    <a:pt x="365" y="46"/>
                  </a:lnTo>
                  <a:lnTo>
                    <a:pt x="368" y="62"/>
                  </a:lnTo>
                  <a:lnTo>
                    <a:pt x="372" y="79"/>
                  </a:lnTo>
                  <a:lnTo>
                    <a:pt x="368" y="96"/>
                  </a:lnTo>
                  <a:lnTo>
                    <a:pt x="360" y="112"/>
                  </a:lnTo>
                  <a:lnTo>
                    <a:pt x="352" y="127"/>
                  </a:lnTo>
                  <a:lnTo>
                    <a:pt x="327" y="131"/>
                  </a:lnTo>
                  <a:lnTo>
                    <a:pt x="324" y="112"/>
                  </a:lnTo>
                  <a:lnTo>
                    <a:pt x="308" y="114"/>
                  </a:lnTo>
                  <a:lnTo>
                    <a:pt x="292" y="115"/>
                  </a:lnTo>
                  <a:lnTo>
                    <a:pt x="276" y="116"/>
                  </a:lnTo>
                  <a:lnTo>
                    <a:pt x="261" y="118"/>
                  </a:lnTo>
                  <a:lnTo>
                    <a:pt x="245" y="119"/>
                  </a:lnTo>
                  <a:lnTo>
                    <a:pt x="229" y="122"/>
                  </a:lnTo>
                  <a:lnTo>
                    <a:pt x="214" y="124"/>
                  </a:lnTo>
                  <a:lnTo>
                    <a:pt x="198" y="126"/>
                  </a:lnTo>
                  <a:lnTo>
                    <a:pt x="183" y="129"/>
                  </a:lnTo>
                  <a:lnTo>
                    <a:pt x="168" y="131"/>
                  </a:lnTo>
                  <a:lnTo>
                    <a:pt x="152" y="134"/>
                  </a:lnTo>
                  <a:lnTo>
                    <a:pt x="137" y="137"/>
                  </a:lnTo>
                  <a:lnTo>
                    <a:pt x="121" y="139"/>
                  </a:lnTo>
                  <a:lnTo>
                    <a:pt x="106" y="141"/>
                  </a:lnTo>
                  <a:lnTo>
                    <a:pt x="89" y="144"/>
                  </a:lnTo>
                  <a:lnTo>
                    <a:pt x="75" y="146"/>
                  </a:lnTo>
                  <a:lnTo>
                    <a:pt x="89" y="149"/>
                  </a:lnTo>
                  <a:lnTo>
                    <a:pt x="103" y="153"/>
                  </a:lnTo>
                  <a:lnTo>
                    <a:pt x="118" y="155"/>
                  </a:lnTo>
                  <a:lnTo>
                    <a:pt x="133" y="159"/>
                  </a:lnTo>
                  <a:lnTo>
                    <a:pt x="147" y="162"/>
                  </a:lnTo>
                  <a:lnTo>
                    <a:pt x="162" y="167"/>
                  </a:lnTo>
                  <a:lnTo>
                    <a:pt x="176" y="170"/>
                  </a:lnTo>
                  <a:lnTo>
                    <a:pt x="191" y="174"/>
                  </a:lnTo>
                  <a:lnTo>
                    <a:pt x="205" y="177"/>
                  </a:lnTo>
                  <a:lnTo>
                    <a:pt x="220" y="180"/>
                  </a:lnTo>
                  <a:lnTo>
                    <a:pt x="233" y="184"/>
                  </a:lnTo>
                  <a:lnTo>
                    <a:pt x="248" y="187"/>
                  </a:lnTo>
                  <a:lnTo>
                    <a:pt x="263" y="190"/>
                  </a:lnTo>
                  <a:lnTo>
                    <a:pt x="277" y="193"/>
                  </a:lnTo>
                  <a:lnTo>
                    <a:pt x="292" y="197"/>
                  </a:lnTo>
                  <a:lnTo>
                    <a:pt x="307" y="199"/>
                  </a:lnTo>
                  <a:lnTo>
                    <a:pt x="313" y="198"/>
                  </a:lnTo>
                  <a:lnTo>
                    <a:pt x="328" y="195"/>
                  </a:lnTo>
                  <a:lnTo>
                    <a:pt x="352" y="192"/>
                  </a:lnTo>
                  <a:lnTo>
                    <a:pt x="383" y="187"/>
                  </a:lnTo>
                  <a:lnTo>
                    <a:pt x="421" y="182"/>
                  </a:lnTo>
                  <a:lnTo>
                    <a:pt x="464" y="175"/>
                  </a:lnTo>
                  <a:lnTo>
                    <a:pt x="511" y="168"/>
                  </a:lnTo>
                  <a:lnTo>
                    <a:pt x="559" y="160"/>
                  </a:lnTo>
                  <a:lnTo>
                    <a:pt x="610" y="152"/>
                  </a:lnTo>
                  <a:lnTo>
                    <a:pt x="660" y="145"/>
                  </a:lnTo>
                  <a:lnTo>
                    <a:pt x="709" y="137"/>
                  </a:lnTo>
                  <a:lnTo>
                    <a:pt x="755" y="129"/>
                  </a:lnTo>
                  <a:lnTo>
                    <a:pt x="799" y="122"/>
                  </a:lnTo>
                  <a:lnTo>
                    <a:pt x="836" y="116"/>
                  </a:lnTo>
                  <a:lnTo>
                    <a:pt x="868" y="110"/>
                  </a:lnTo>
                  <a:lnTo>
                    <a:pt x="892" y="106"/>
                  </a:lnTo>
                  <a:lnTo>
                    <a:pt x="744" y="87"/>
                  </a:lnTo>
                  <a:lnTo>
                    <a:pt x="743" y="84"/>
                  </a:lnTo>
                  <a:lnTo>
                    <a:pt x="745" y="78"/>
                  </a:lnTo>
                  <a:lnTo>
                    <a:pt x="748" y="72"/>
                  </a:lnTo>
                  <a:lnTo>
                    <a:pt x="752" y="68"/>
                  </a:lnTo>
                  <a:lnTo>
                    <a:pt x="991" y="106"/>
                  </a:lnTo>
                  <a:lnTo>
                    <a:pt x="301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3" name="Freeform 65"/>
            <p:cNvSpPr>
              <a:spLocks/>
            </p:cNvSpPr>
            <p:nvPr/>
          </p:nvSpPr>
          <p:spPr bwMode="auto">
            <a:xfrm>
              <a:off x="2794" y="3197"/>
              <a:ext cx="25" cy="63"/>
            </a:xfrm>
            <a:custGeom>
              <a:avLst/>
              <a:gdLst>
                <a:gd name="T0" fmla="*/ 7 w 50"/>
                <a:gd name="T1" fmla="*/ 1 h 126"/>
                <a:gd name="T2" fmla="*/ 10 w 50"/>
                <a:gd name="T3" fmla="*/ 8 h 126"/>
                <a:gd name="T4" fmla="*/ 13 w 50"/>
                <a:gd name="T5" fmla="*/ 16 h 126"/>
                <a:gd name="T6" fmla="*/ 15 w 50"/>
                <a:gd name="T7" fmla="*/ 23 h 126"/>
                <a:gd name="T8" fmla="*/ 19 w 50"/>
                <a:gd name="T9" fmla="*/ 30 h 126"/>
                <a:gd name="T10" fmla="*/ 21 w 50"/>
                <a:gd name="T11" fmla="*/ 37 h 126"/>
                <a:gd name="T12" fmla="*/ 23 w 50"/>
                <a:gd name="T13" fmla="*/ 45 h 126"/>
                <a:gd name="T14" fmla="*/ 24 w 50"/>
                <a:gd name="T15" fmla="*/ 52 h 126"/>
                <a:gd name="T16" fmla="*/ 25 w 50"/>
                <a:gd name="T17" fmla="*/ 60 h 126"/>
                <a:gd name="T18" fmla="*/ 19 w 50"/>
                <a:gd name="T19" fmla="*/ 63 h 126"/>
                <a:gd name="T20" fmla="*/ 15 w 50"/>
                <a:gd name="T21" fmla="*/ 56 h 126"/>
                <a:gd name="T22" fmla="*/ 14 w 50"/>
                <a:gd name="T23" fmla="*/ 48 h 126"/>
                <a:gd name="T24" fmla="*/ 13 w 50"/>
                <a:gd name="T25" fmla="*/ 41 h 126"/>
                <a:gd name="T26" fmla="*/ 11 w 50"/>
                <a:gd name="T27" fmla="*/ 33 h 126"/>
                <a:gd name="T28" fmla="*/ 0 w 50"/>
                <a:gd name="T29" fmla="*/ 4 h 126"/>
                <a:gd name="T30" fmla="*/ 1 w 50"/>
                <a:gd name="T31" fmla="*/ 2 h 126"/>
                <a:gd name="T32" fmla="*/ 3 w 50"/>
                <a:gd name="T33" fmla="*/ 1 h 126"/>
                <a:gd name="T34" fmla="*/ 5 w 50"/>
                <a:gd name="T35" fmla="*/ 0 h 126"/>
                <a:gd name="T36" fmla="*/ 7 w 50"/>
                <a:gd name="T37" fmla="*/ 1 h 1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0"/>
                <a:gd name="T58" fmla="*/ 0 h 126"/>
                <a:gd name="T59" fmla="*/ 50 w 50"/>
                <a:gd name="T60" fmla="*/ 126 h 1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0" h="126">
                  <a:moveTo>
                    <a:pt x="15" y="2"/>
                  </a:moveTo>
                  <a:lnTo>
                    <a:pt x="20" y="16"/>
                  </a:lnTo>
                  <a:lnTo>
                    <a:pt x="26" y="31"/>
                  </a:lnTo>
                  <a:lnTo>
                    <a:pt x="31" y="45"/>
                  </a:lnTo>
                  <a:lnTo>
                    <a:pt x="37" y="59"/>
                  </a:lnTo>
                  <a:lnTo>
                    <a:pt x="41" y="74"/>
                  </a:lnTo>
                  <a:lnTo>
                    <a:pt x="45" y="89"/>
                  </a:lnTo>
                  <a:lnTo>
                    <a:pt x="48" y="104"/>
                  </a:lnTo>
                  <a:lnTo>
                    <a:pt x="50" y="120"/>
                  </a:lnTo>
                  <a:lnTo>
                    <a:pt x="38" y="126"/>
                  </a:lnTo>
                  <a:lnTo>
                    <a:pt x="31" y="112"/>
                  </a:lnTo>
                  <a:lnTo>
                    <a:pt x="29" y="96"/>
                  </a:lnTo>
                  <a:lnTo>
                    <a:pt x="26" y="81"/>
                  </a:lnTo>
                  <a:lnTo>
                    <a:pt x="22" y="66"/>
                  </a:lnTo>
                  <a:lnTo>
                    <a:pt x="0" y="7"/>
                  </a:lnTo>
                  <a:lnTo>
                    <a:pt x="2" y="4"/>
                  </a:lnTo>
                  <a:lnTo>
                    <a:pt x="5" y="1"/>
                  </a:lnTo>
                  <a:lnTo>
                    <a:pt x="10" y="0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4" name="Freeform 66"/>
            <p:cNvSpPr>
              <a:spLocks/>
            </p:cNvSpPr>
            <p:nvPr/>
          </p:nvSpPr>
          <p:spPr bwMode="auto">
            <a:xfrm>
              <a:off x="2772" y="3198"/>
              <a:ext cx="28" cy="55"/>
            </a:xfrm>
            <a:custGeom>
              <a:avLst/>
              <a:gdLst>
                <a:gd name="T0" fmla="*/ 7 w 56"/>
                <a:gd name="T1" fmla="*/ 0 h 111"/>
                <a:gd name="T2" fmla="*/ 10 w 56"/>
                <a:gd name="T3" fmla="*/ 6 h 111"/>
                <a:gd name="T4" fmla="*/ 13 w 56"/>
                <a:gd name="T5" fmla="*/ 13 h 111"/>
                <a:gd name="T6" fmla="*/ 17 w 56"/>
                <a:gd name="T7" fmla="*/ 19 h 111"/>
                <a:gd name="T8" fmla="*/ 20 w 56"/>
                <a:gd name="T9" fmla="*/ 25 h 111"/>
                <a:gd name="T10" fmla="*/ 23 w 56"/>
                <a:gd name="T11" fmla="*/ 32 h 111"/>
                <a:gd name="T12" fmla="*/ 25 w 56"/>
                <a:gd name="T13" fmla="*/ 39 h 111"/>
                <a:gd name="T14" fmla="*/ 27 w 56"/>
                <a:gd name="T15" fmla="*/ 45 h 111"/>
                <a:gd name="T16" fmla="*/ 28 w 56"/>
                <a:gd name="T17" fmla="*/ 52 h 111"/>
                <a:gd name="T18" fmla="*/ 27 w 56"/>
                <a:gd name="T19" fmla="*/ 53 h 111"/>
                <a:gd name="T20" fmla="*/ 26 w 56"/>
                <a:gd name="T21" fmla="*/ 54 h 111"/>
                <a:gd name="T22" fmla="*/ 24 w 56"/>
                <a:gd name="T23" fmla="*/ 55 h 111"/>
                <a:gd name="T24" fmla="*/ 22 w 56"/>
                <a:gd name="T25" fmla="*/ 55 h 111"/>
                <a:gd name="T26" fmla="*/ 19 w 56"/>
                <a:gd name="T27" fmla="*/ 49 h 111"/>
                <a:gd name="T28" fmla="*/ 17 w 56"/>
                <a:gd name="T29" fmla="*/ 43 h 111"/>
                <a:gd name="T30" fmla="*/ 15 w 56"/>
                <a:gd name="T31" fmla="*/ 36 h 111"/>
                <a:gd name="T32" fmla="*/ 13 w 56"/>
                <a:gd name="T33" fmla="*/ 29 h 111"/>
                <a:gd name="T34" fmla="*/ 11 w 56"/>
                <a:gd name="T35" fmla="*/ 22 h 111"/>
                <a:gd name="T36" fmla="*/ 9 w 56"/>
                <a:gd name="T37" fmla="*/ 16 h 111"/>
                <a:gd name="T38" fmla="*/ 5 w 56"/>
                <a:gd name="T39" fmla="*/ 10 h 111"/>
                <a:gd name="T40" fmla="*/ 0 w 56"/>
                <a:gd name="T41" fmla="*/ 5 h 111"/>
                <a:gd name="T42" fmla="*/ 1 w 56"/>
                <a:gd name="T43" fmla="*/ 3 h 111"/>
                <a:gd name="T44" fmla="*/ 3 w 56"/>
                <a:gd name="T45" fmla="*/ 2 h 111"/>
                <a:gd name="T46" fmla="*/ 4 w 56"/>
                <a:gd name="T47" fmla="*/ 0 h 111"/>
                <a:gd name="T48" fmla="*/ 7 w 56"/>
                <a:gd name="T49" fmla="*/ 0 h 11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6"/>
                <a:gd name="T76" fmla="*/ 0 h 111"/>
                <a:gd name="T77" fmla="*/ 56 w 56"/>
                <a:gd name="T78" fmla="*/ 111 h 11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6" h="111">
                  <a:moveTo>
                    <a:pt x="13" y="0"/>
                  </a:moveTo>
                  <a:lnTo>
                    <a:pt x="20" y="13"/>
                  </a:lnTo>
                  <a:lnTo>
                    <a:pt x="26" y="26"/>
                  </a:lnTo>
                  <a:lnTo>
                    <a:pt x="33" y="38"/>
                  </a:lnTo>
                  <a:lnTo>
                    <a:pt x="39" y="51"/>
                  </a:lnTo>
                  <a:lnTo>
                    <a:pt x="45" y="64"/>
                  </a:lnTo>
                  <a:lnTo>
                    <a:pt x="49" y="78"/>
                  </a:lnTo>
                  <a:lnTo>
                    <a:pt x="54" y="91"/>
                  </a:lnTo>
                  <a:lnTo>
                    <a:pt x="56" y="105"/>
                  </a:lnTo>
                  <a:lnTo>
                    <a:pt x="53" y="106"/>
                  </a:lnTo>
                  <a:lnTo>
                    <a:pt x="51" y="109"/>
                  </a:lnTo>
                  <a:lnTo>
                    <a:pt x="47" y="111"/>
                  </a:lnTo>
                  <a:lnTo>
                    <a:pt x="44" y="111"/>
                  </a:lnTo>
                  <a:lnTo>
                    <a:pt x="38" y="98"/>
                  </a:lnTo>
                  <a:lnTo>
                    <a:pt x="33" y="86"/>
                  </a:lnTo>
                  <a:lnTo>
                    <a:pt x="30" y="72"/>
                  </a:lnTo>
                  <a:lnTo>
                    <a:pt x="26" y="59"/>
                  </a:lnTo>
                  <a:lnTo>
                    <a:pt x="22" y="45"/>
                  </a:lnTo>
                  <a:lnTo>
                    <a:pt x="17" y="33"/>
                  </a:lnTo>
                  <a:lnTo>
                    <a:pt x="9" y="21"/>
                  </a:lnTo>
                  <a:lnTo>
                    <a:pt x="0" y="11"/>
                  </a:lnTo>
                  <a:lnTo>
                    <a:pt x="1" y="7"/>
                  </a:lnTo>
                  <a:lnTo>
                    <a:pt x="5" y="4"/>
                  </a:lnTo>
                  <a:lnTo>
                    <a:pt x="8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5" name="Freeform 67"/>
            <p:cNvSpPr>
              <a:spLocks/>
            </p:cNvSpPr>
            <p:nvPr/>
          </p:nvSpPr>
          <p:spPr bwMode="auto">
            <a:xfrm>
              <a:off x="2749" y="3203"/>
              <a:ext cx="33" cy="55"/>
            </a:xfrm>
            <a:custGeom>
              <a:avLst/>
              <a:gdLst>
                <a:gd name="T0" fmla="*/ 6 w 66"/>
                <a:gd name="T1" fmla="*/ 0 h 109"/>
                <a:gd name="T2" fmla="*/ 12 w 66"/>
                <a:gd name="T3" fmla="*/ 6 h 109"/>
                <a:gd name="T4" fmla="*/ 17 w 66"/>
                <a:gd name="T5" fmla="*/ 12 h 109"/>
                <a:gd name="T6" fmla="*/ 22 w 66"/>
                <a:gd name="T7" fmla="*/ 18 h 109"/>
                <a:gd name="T8" fmla="*/ 26 w 66"/>
                <a:gd name="T9" fmla="*/ 24 h 109"/>
                <a:gd name="T10" fmla="*/ 29 w 66"/>
                <a:gd name="T11" fmla="*/ 31 h 109"/>
                <a:gd name="T12" fmla="*/ 31 w 66"/>
                <a:gd name="T13" fmla="*/ 39 h 109"/>
                <a:gd name="T14" fmla="*/ 33 w 66"/>
                <a:gd name="T15" fmla="*/ 46 h 109"/>
                <a:gd name="T16" fmla="*/ 33 w 66"/>
                <a:gd name="T17" fmla="*/ 54 h 109"/>
                <a:gd name="T18" fmla="*/ 31 w 66"/>
                <a:gd name="T19" fmla="*/ 54 h 109"/>
                <a:gd name="T20" fmla="*/ 30 w 66"/>
                <a:gd name="T21" fmla="*/ 55 h 109"/>
                <a:gd name="T22" fmla="*/ 28 w 66"/>
                <a:gd name="T23" fmla="*/ 55 h 109"/>
                <a:gd name="T24" fmla="*/ 26 w 66"/>
                <a:gd name="T25" fmla="*/ 55 h 109"/>
                <a:gd name="T26" fmla="*/ 23 w 66"/>
                <a:gd name="T27" fmla="*/ 48 h 109"/>
                <a:gd name="T28" fmla="*/ 21 w 66"/>
                <a:gd name="T29" fmla="*/ 41 h 109"/>
                <a:gd name="T30" fmla="*/ 19 w 66"/>
                <a:gd name="T31" fmla="*/ 34 h 109"/>
                <a:gd name="T32" fmla="*/ 17 w 66"/>
                <a:gd name="T33" fmla="*/ 27 h 109"/>
                <a:gd name="T34" fmla="*/ 14 w 66"/>
                <a:gd name="T35" fmla="*/ 20 h 109"/>
                <a:gd name="T36" fmla="*/ 11 w 66"/>
                <a:gd name="T37" fmla="*/ 14 h 109"/>
                <a:gd name="T38" fmla="*/ 6 w 66"/>
                <a:gd name="T39" fmla="*/ 9 h 109"/>
                <a:gd name="T40" fmla="*/ 0 w 66"/>
                <a:gd name="T41" fmla="*/ 4 h 109"/>
                <a:gd name="T42" fmla="*/ 0 w 66"/>
                <a:gd name="T43" fmla="*/ 0 h 109"/>
                <a:gd name="T44" fmla="*/ 6 w 66"/>
                <a:gd name="T45" fmla="*/ 0 h 1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6"/>
                <a:gd name="T70" fmla="*/ 0 h 109"/>
                <a:gd name="T71" fmla="*/ 66 w 66"/>
                <a:gd name="T72" fmla="*/ 109 h 10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6" h="109">
                  <a:moveTo>
                    <a:pt x="13" y="0"/>
                  </a:moveTo>
                  <a:lnTo>
                    <a:pt x="24" y="11"/>
                  </a:lnTo>
                  <a:lnTo>
                    <a:pt x="34" y="23"/>
                  </a:lnTo>
                  <a:lnTo>
                    <a:pt x="44" y="35"/>
                  </a:lnTo>
                  <a:lnTo>
                    <a:pt x="53" y="48"/>
                  </a:lnTo>
                  <a:lnTo>
                    <a:pt x="59" y="62"/>
                  </a:lnTo>
                  <a:lnTo>
                    <a:pt x="63" y="77"/>
                  </a:lnTo>
                  <a:lnTo>
                    <a:pt x="66" y="92"/>
                  </a:lnTo>
                  <a:lnTo>
                    <a:pt x="66" y="107"/>
                  </a:lnTo>
                  <a:lnTo>
                    <a:pt x="63" y="108"/>
                  </a:lnTo>
                  <a:lnTo>
                    <a:pt x="60" y="109"/>
                  </a:lnTo>
                  <a:lnTo>
                    <a:pt x="56" y="109"/>
                  </a:lnTo>
                  <a:lnTo>
                    <a:pt x="53" y="109"/>
                  </a:lnTo>
                  <a:lnTo>
                    <a:pt x="47" y="95"/>
                  </a:lnTo>
                  <a:lnTo>
                    <a:pt x="43" y="82"/>
                  </a:lnTo>
                  <a:lnTo>
                    <a:pt x="39" y="68"/>
                  </a:lnTo>
                  <a:lnTo>
                    <a:pt x="34" y="54"/>
                  </a:lnTo>
                  <a:lnTo>
                    <a:pt x="29" y="40"/>
                  </a:lnTo>
                  <a:lnTo>
                    <a:pt x="22" y="27"/>
                  </a:lnTo>
                  <a:lnTo>
                    <a:pt x="13" y="17"/>
                  </a:lnTo>
                  <a:lnTo>
                    <a:pt x="0" y="7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6" name="Freeform 68"/>
            <p:cNvSpPr>
              <a:spLocks/>
            </p:cNvSpPr>
            <p:nvPr/>
          </p:nvSpPr>
          <p:spPr bwMode="auto">
            <a:xfrm>
              <a:off x="2526" y="3215"/>
              <a:ext cx="253" cy="120"/>
            </a:xfrm>
            <a:custGeom>
              <a:avLst/>
              <a:gdLst>
                <a:gd name="T0" fmla="*/ 230 w 508"/>
                <a:gd name="T1" fmla="*/ 20 h 239"/>
                <a:gd name="T2" fmla="*/ 235 w 508"/>
                <a:gd name="T3" fmla="*/ 32 h 239"/>
                <a:gd name="T4" fmla="*/ 239 w 508"/>
                <a:gd name="T5" fmla="*/ 43 h 239"/>
                <a:gd name="T6" fmla="*/ 243 w 508"/>
                <a:gd name="T7" fmla="*/ 55 h 239"/>
                <a:gd name="T8" fmla="*/ 246 w 508"/>
                <a:gd name="T9" fmla="*/ 68 h 239"/>
                <a:gd name="T10" fmla="*/ 249 w 508"/>
                <a:gd name="T11" fmla="*/ 80 h 239"/>
                <a:gd name="T12" fmla="*/ 251 w 508"/>
                <a:gd name="T13" fmla="*/ 92 h 239"/>
                <a:gd name="T14" fmla="*/ 252 w 508"/>
                <a:gd name="T15" fmla="*/ 104 h 239"/>
                <a:gd name="T16" fmla="*/ 253 w 508"/>
                <a:gd name="T17" fmla="*/ 117 h 239"/>
                <a:gd name="T18" fmla="*/ 250 w 508"/>
                <a:gd name="T19" fmla="*/ 119 h 239"/>
                <a:gd name="T20" fmla="*/ 246 w 508"/>
                <a:gd name="T21" fmla="*/ 120 h 239"/>
                <a:gd name="T22" fmla="*/ 243 w 508"/>
                <a:gd name="T23" fmla="*/ 120 h 239"/>
                <a:gd name="T24" fmla="*/ 241 w 508"/>
                <a:gd name="T25" fmla="*/ 119 h 239"/>
                <a:gd name="T26" fmla="*/ 238 w 508"/>
                <a:gd name="T27" fmla="*/ 118 h 239"/>
                <a:gd name="T28" fmla="*/ 236 w 508"/>
                <a:gd name="T29" fmla="*/ 115 h 239"/>
                <a:gd name="T30" fmla="*/ 234 w 508"/>
                <a:gd name="T31" fmla="*/ 112 h 239"/>
                <a:gd name="T32" fmla="*/ 233 w 508"/>
                <a:gd name="T33" fmla="*/ 109 h 239"/>
                <a:gd name="T34" fmla="*/ 231 w 508"/>
                <a:gd name="T35" fmla="*/ 106 h 239"/>
                <a:gd name="T36" fmla="*/ 231 w 508"/>
                <a:gd name="T37" fmla="*/ 102 h 239"/>
                <a:gd name="T38" fmla="*/ 230 w 508"/>
                <a:gd name="T39" fmla="*/ 99 h 239"/>
                <a:gd name="T40" fmla="*/ 230 w 508"/>
                <a:gd name="T41" fmla="*/ 95 h 239"/>
                <a:gd name="T42" fmla="*/ 223 w 508"/>
                <a:gd name="T43" fmla="*/ 95 h 239"/>
                <a:gd name="T44" fmla="*/ 215 w 508"/>
                <a:gd name="T45" fmla="*/ 96 h 239"/>
                <a:gd name="T46" fmla="*/ 207 w 508"/>
                <a:gd name="T47" fmla="*/ 98 h 239"/>
                <a:gd name="T48" fmla="*/ 199 w 508"/>
                <a:gd name="T49" fmla="*/ 100 h 239"/>
                <a:gd name="T50" fmla="*/ 190 w 508"/>
                <a:gd name="T51" fmla="*/ 102 h 239"/>
                <a:gd name="T52" fmla="*/ 181 w 508"/>
                <a:gd name="T53" fmla="*/ 104 h 239"/>
                <a:gd name="T54" fmla="*/ 172 w 508"/>
                <a:gd name="T55" fmla="*/ 106 h 239"/>
                <a:gd name="T56" fmla="*/ 162 w 508"/>
                <a:gd name="T57" fmla="*/ 108 h 239"/>
                <a:gd name="T58" fmla="*/ 0 w 508"/>
                <a:gd name="T59" fmla="*/ 40 h 239"/>
                <a:gd name="T60" fmla="*/ 2 w 508"/>
                <a:gd name="T61" fmla="*/ 38 h 239"/>
                <a:gd name="T62" fmla="*/ 3 w 508"/>
                <a:gd name="T63" fmla="*/ 35 h 239"/>
                <a:gd name="T64" fmla="*/ 3 w 508"/>
                <a:gd name="T65" fmla="*/ 32 h 239"/>
                <a:gd name="T66" fmla="*/ 2 w 508"/>
                <a:gd name="T67" fmla="*/ 30 h 239"/>
                <a:gd name="T68" fmla="*/ 163 w 508"/>
                <a:gd name="T69" fmla="*/ 96 h 239"/>
                <a:gd name="T70" fmla="*/ 172 w 508"/>
                <a:gd name="T71" fmla="*/ 93 h 239"/>
                <a:gd name="T72" fmla="*/ 181 w 508"/>
                <a:gd name="T73" fmla="*/ 92 h 239"/>
                <a:gd name="T74" fmla="*/ 189 w 508"/>
                <a:gd name="T75" fmla="*/ 90 h 239"/>
                <a:gd name="T76" fmla="*/ 198 w 508"/>
                <a:gd name="T77" fmla="*/ 88 h 239"/>
                <a:gd name="T78" fmla="*/ 206 w 508"/>
                <a:gd name="T79" fmla="*/ 86 h 239"/>
                <a:gd name="T80" fmla="*/ 215 w 508"/>
                <a:gd name="T81" fmla="*/ 84 h 239"/>
                <a:gd name="T82" fmla="*/ 223 w 508"/>
                <a:gd name="T83" fmla="*/ 81 h 239"/>
                <a:gd name="T84" fmla="*/ 230 w 508"/>
                <a:gd name="T85" fmla="*/ 78 h 239"/>
                <a:gd name="T86" fmla="*/ 230 w 508"/>
                <a:gd name="T87" fmla="*/ 67 h 239"/>
                <a:gd name="T88" fmla="*/ 228 w 508"/>
                <a:gd name="T89" fmla="*/ 54 h 239"/>
                <a:gd name="T90" fmla="*/ 225 w 508"/>
                <a:gd name="T91" fmla="*/ 42 h 239"/>
                <a:gd name="T92" fmla="*/ 222 w 508"/>
                <a:gd name="T93" fmla="*/ 29 h 239"/>
                <a:gd name="T94" fmla="*/ 218 w 508"/>
                <a:gd name="T95" fmla="*/ 17 h 239"/>
                <a:gd name="T96" fmla="*/ 215 w 508"/>
                <a:gd name="T97" fmla="*/ 8 h 239"/>
                <a:gd name="T98" fmla="*/ 212 w 508"/>
                <a:gd name="T99" fmla="*/ 2 h 239"/>
                <a:gd name="T100" fmla="*/ 211 w 508"/>
                <a:gd name="T101" fmla="*/ 0 h 239"/>
                <a:gd name="T102" fmla="*/ 215 w 508"/>
                <a:gd name="T103" fmla="*/ 1 h 239"/>
                <a:gd name="T104" fmla="*/ 218 w 508"/>
                <a:gd name="T105" fmla="*/ 2 h 239"/>
                <a:gd name="T106" fmla="*/ 221 w 508"/>
                <a:gd name="T107" fmla="*/ 5 h 239"/>
                <a:gd name="T108" fmla="*/ 223 w 508"/>
                <a:gd name="T109" fmla="*/ 8 h 239"/>
                <a:gd name="T110" fmla="*/ 225 w 508"/>
                <a:gd name="T111" fmla="*/ 11 h 239"/>
                <a:gd name="T112" fmla="*/ 227 w 508"/>
                <a:gd name="T113" fmla="*/ 14 h 239"/>
                <a:gd name="T114" fmla="*/ 228 w 508"/>
                <a:gd name="T115" fmla="*/ 17 h 239"/>
                <a:gd name="T116" fmla="*/ 230 w 508"/>
                <a:gd name="T117" fmla="*/ 20 h 23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08"/>
                <a:gd name="T178" fmla="*/ 0 h 239"/>
                <a:gd name="T179" fmla="*/ 508 w 508"/>
                <a:gd name="T180" fmla="*/ 239 h 23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08" h="239">
                  <a:moveTo>
                    <a:pt x="462" y="40"/>
                  </a:moveTo>
                  <a:lnTo>
                    <a:pt x="471" y="63"/>
                  </a:lnTo>
                  <a:lnTo>
                    <a:pt x="480" y="86"/>
                  </a:lnTo>
                  <a:lnTo>
                    <a:pt x="487" y="110"/>
                  </a:lnTo>
                  <a:lnTo>
                    <a:pt x="494" y="135"/>
                  </a:lnTo>
                  <a:lnTo>
                    <a:pt x="499" y="159"/>
                  </a:lnTo>
                  <a:lnTo>
                    <a:pt x="503" y="183"/>
                  </a:lnTo>
                  <a:lnTo>
                    <a:pt x="506" y="208"/>
                  </a:lnTo>
                  <a:lnTo>
                    <a:pt x="508" y="233"/>
                  </a:lnTo>
                  <a:lnTo>
                    <a:pt x="501" y="237"/>
                  </a:lnTo>
                  <a:lnTo>
                    <a:pt x="494" y="239"/>
                  </a:lnTo>
                  <a:lnTo>
                    <a:pt x="488" y="239"/>
                  </a:lnTo>
                  <a:lnTo>
                    <a:pt x="483" y="238"/>
                  </a:lnTo>
                  <a:lnTo>
                    <a:pt x="478" y="235"/>
                  </a:lnTo>
                  <a:lnTo>
                    <a:pt x="473" y="230"/>
                  </a:lnTo>
                  <a:lnTo>
                    <a:pt x="470" y="224"/>
                  </a:lnTo>
                  <a:lnTo>
                    <a:pt x="468" y="218"/>
                  </a:lnTo>
                  <a:lnTo>
                    <a:pt x="464" y="211"/>
                  </a:lnTo>
                  <a:lnTo>
                    <a:pt x="463" y="204"/>
                  </a:lnTo>
                  <a:lnTo>
                    <a:pt x="462" y="197"/>
                  </a:lnTo>
                  <a:lnTo>
                    <a:pt x="462" y="189"/>
                  </a:lnTo>
                  <a:lnTo>
                    <a:pt x="447" y="190"/>
                  </a:lnTo>
                  <a:lnTo>
                    <a:pt x="432" y="192"/>
                  </a:lnTo>
                  <a:lnTo>
                    <a:pt x="416" y="196"/>
                  </a:lnTo>
                  <a:lnTo>
                    <a:pt x="400" y="199"/>
                  </a:lnTo>
                  <a:lnTo>
                    <a:pt x="382" y="203"/>
                  </a:lnTo>
                  <a:lnTo>
                    <a:pt x="364" y="207"/>
                  </a:lnTo>
                  <a:lnTo>
                    <a:pt x="346" y="212"/>
                  </a:lnTo>
                  <a:lnTo>
                    <a:pt x="325" y="215"/>
                  </a:lnTo>
                  <a:lnTo>
                    <a:pt x="0" y="80"/>
                  </a:lnTo>
                  <a:lnTo>
                    <a:pt x="5" y="76"/>
                  </a:lnTo>
                  <a:lnTo>
                    <a:pt x="6" y="69"/>
                  </a:lnTo>
                  <a:lnTo>
                    <a:pt x="6" y="63"/>
                  </a:lnTo>
                  <a:lnTo>
                    <a:pt x="5" y="59"/>
                  </a:lnTo>
                  <a:lnTo>
                    <a:pt x="328" y="191"/>
                  </a:lnTo>
                  <a:lnTo>
                    <a:pt x="346" y="186"/>
                  </a:lnTo>
                  <a:lnTo>
                    <a:pt x="363" y="183"/>
                  </a:lnTo>
                  <a:lnTo>
                    <a:pt x="380" y="180"/>
                  </a:lnTo>
                  <a:lnTo>
                    <a:pt x="397" y="176"/>
                  </a:lnTo>
                  <a:lnTo>
                    <a:pt x="414" y="171"/>
                  </a:lnTo>
                  <a:lnTo>
                    <a:pt x="431" y="167"/>
                  </a:lnTo>
                  <a:lnTo>
                    <a:pt x="447" y="162"/>
                  </a:lnTo>
                  <a:lnTo>
                    <a:pt x="462" y="155"/>
                  </a:lnTo>
                  <a:lnTo>
                    <a:pt x="461" y="133"/>
                  </a:lnTo>
                  <a:lnTo>
                    <a:pt x="457" y="108"/>
                  </a:lnTo>
                  <a:lnTo>
                    <a:pt x="452" y="83"/>
                  </a:lnTo>
                  <a:lnTo>
                    <a:pt x="445" y="57"/>
                  </a:lnTo>
                  <a:lnTo>
                    <a:pt x="437" y="34"/>
                  </a:lnTo>
                  <a:lnTo>
                    <a:pt x="431" y="16"/>
                  </a:lnTo>
                  <a:lnTo>
                    <a:pt x="426" y="4"/>
                  </a:lnTo>
                  <a:lnTo>
                    <a:pt x="424" y="0"/>
                  </a:lnTo>
                  <a:lnTo>
                    <a:pt x="432" y="1"/>
                  </a:lnTo>
                  <a:lnTo>
                    <a:pt x="438" y="4"/>
                  </a:lnTo>
                  <a:lnTo>
                    <a:pt x="443" y="9"/>
                  </a:lnTo>
                  <a:lnTo>
                    <a:pt x="448" y="15"/>
                  </a:lnTo>
                  <a:lnTo>
                    <a:pt x="452" y="21"/>
                  </a:lnTo>
                  <a:lnTo>
                    <a:pt x="455" y="27"/>
                  </a:lnTo>
                  <a:lnTo>
                    <a:pt x="458" y="34"/>
                  </a:lnTo>
                  <a:lnTo>
                    <a:pt x="462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7" name="Freeform 69"/>
            <p:cNvSpPr>
              <a:spLocks/>
            </p:cNvSpPr>
            <p:nvPr/>
          </p:nvSpPr>
          <p:spPr bwMode="auto">
            <a:xfrm>
              <a:off x="2373" y="3225"/>
              <a:ext cx="871" cy="420"/>
            </a:xfrm>
            <a:custGeom>
              <a:avLst/>
              <a:gdLst>
                <a:gd name="T0" fmla="*/ 741 w 1740"/>
                <a:gd name="T1" fmla="*/ 19 h 840"/>
                <a:gd name="T2" fmla="*/ 683 w 1740"/>
                <a:gd name="T3" fmla="*/ 191 h 840"/>
                <a:gd name="T4" fmla="*/ 685 w 1740"/>
                <a:gd name="T5" fmla="*/ 225 h 840"/>
                <a:gd name="T6" fmla="*/ 694 w 1740"/>
                <a:gd name="T7" fmla="*/ 267 h 840"/>
                <a:gd name="T8" fmla="*/ 676 w 1740"/>
                <a:gd name="T9" fmla="*/ 272 h 840"/>
                <a:gd name="T10" fmla="*/ 677 w 1740"/>
                <a:gd name="T11" fmla="*/ 247 h 840"/>
                <a:gd name="T12" fmla="*/ 661 w 1740"/>
                <a:gd name="T13" fmla="*/ 239 h 840"/>
                <a:gd name="T14" fmla="*/ 638 w 1740"/>
                <a:gd name="T15" fmla="*/ 275 h 840"/>
                <a:gd name="T16" fmla="*/ 652 w 1740"/>
                <a:gd name="T17" fmla="*/ 321 h 840"/>
                <a:gd name="T18" fmla="*/ 704 w 1740"/>
                <a:gd name="T19" fmla="*/ 369 h 840"/>
                <a:gd name="T20" fmla="*/ 766 w 1740"/>
                <a:gd name="T21" fmla="*/ 399 h 840"/>
                <a:gd name="T22" fmla="*/ 823 w 1740"/>
                <a:gd name="T23" fmla="*/ 408 h 840"/>
                <a:gd name="T24" fmla="*/ 863 w 1740"/>
                <a:gd name="T25" fmla="*/ 406 h 840"/>
                <a:gd name="T26" fmla="*/ 863 w 1740"/>
                <a:gd name="T27" fmla="*/ 412 h 840"/>
                <a:gd name="T28" fmla="*/ 829 w 1740"/>
                <a:gd name="T29" fmla="*/ 419 h 840"/>
                <a:gd name="T30" fmla="*/ 729 w 1740"/>
                <a:gd name="T31" fmla="*/ 409 h 840"/>
                <a:gd name="T32" fmla="*/ 658 w 1740"/>
                <a:gd name="T33" fmla="*/ 367 h 840"/>
                <a:gd name="T34" fmla="*/ 611 w 1740"/>
                <a:gd name="T35" fmla="*/ 304 h 840"/>
                <a:gd name="T36" fmla="*/ 593 w 1740"/>
                <a:gd name="T37" fmla="*/ 303 h 840"/>
                <a:gd name="T38" fmla="*/ 560 w 1740"/>
                <a:gd name="T39" fmla="*/ 314 h 840"/>
                <a:gd name="T40" fmla="*/ 520 w 1740"/>
                <a:gd name="T41" fmla="*/ 351 h 840"/>
                <a:gd name="T42" fmla="*/ 529 w 1740"/>
                <a:gd name="T43" fmla="*/ 309 h 840"/>
                <a:gd name="T44" fmla="*/ 475 w 1740"/>
                <a:gd name="T45" fmla="*/ 274 h 840"/>
                <a:gd name="T46" fmla="*/ 425 w 1740"/>
                <a:gd name="T47" fmla="*/ 251 h 840"/>
                <a:gd name="T48" fmla="*/ 376 w 1740"/>
                <a:gd name="T49" fmla="*/ 271 h 840"/>
                <a:gd name="T50" fmla="*/ 332 w 1740"/>
                <a:gd name="T51" fmla="*/ 302 h 840"/>
                <a:gd name="T52" fmla="*/ 298 w 1740"/>
                <a:gd name="T53" fmla="*/ 342 h 840"/>
                <a:gd name="T54" fmla="*/ 282 w 1740"/>
                <a:gd name="T55" fmla="*/ 376 h 840"/>
                <a:gd name="T56" fmla="*/ 270 w 1740"/>
                <a:gd name="T57" fmla="*/ 378 h 840"/>
                <a:gd name="T58" fmla="*/ 285 w 1740"/>
                <a:gd name="T59" fmla="*/ 311 h 840"/>
                <a:gd name="T60" fmla="*/ 339 w 1740"/>
                <a:gd name="T61" fmla="*/ 263 h 840"/>
                <a:gd name="T62" fmla="*/ 371 w 1740"/>
                <a:gd name="T63" fmla="*/ 249 h 840"/>
                <a:gd name="T64" fmla="*/ 403 w 1740"/>
                <a:gd name="T65" fmla="*/ 239 h 840"/>
                <a:gd name="T66" fmla="*/ 436 w 1740"/>
                <a:gd name="T67" fmla="*/ 230 h 840"/>
                <a:gd name="T68" fmla="*/ 419 w 1740"/>
                <a:gd name="T69" fmla="*/ 197 h 840"/>
                <a:gd name="T70" fmla="*/ 286 w 1740"/>
                <a:gd name="T71" fmla="*/ 213 h 840"/>
                <a:gd name="T72" fmla="*/ 196 w 1740"/>
                <a:gd name="T73" fmla="*/ 181 h 840"/>
                <a:gd name="T74" fmla="*/ 66 w 1740"/>
                <a:gd name="T75" fmla="*/ 137 h 840"/>
                <a:gd name="T76" fmla="*/ 0 w 1740"/>
                <a:gd name="T77" fmla="*/ 114 h 840"/>
                <a:gd name="T78" fmla="*/ 403 w 1740"/>
                <a:gd name="T79" fmla="*/ 144 h 840"/>
                <a:gd name="T80" fmla="*/ 276 w 1740"/>
                <a:gd name="T81" fmla="*/ 169 h 840"/>
                <a:gd name="T82" fmla="*/ 171 w 1740"/>
                <a:gd name="T83" fmla="*/ 139 h 840"/>
                <a:gd name="T84" fmla="*/ 49 w 1740"/>
                <a:gd name="T85" fmla="*/ 101 h 840"/>
                <a:gd name="T86" fmla="*/ 4 w 1740"/>
                <a:gd name="T87" fmla="*/ 86 h 840"/>
                <a:gd name="T88" fmla="*/ 285 w 1740"/>
                <a:gd name="T89" fmla="*/ 158 h 840"/>
                <a:gd name="T90" fmla="*/ 417 w 1740"/>
                <a:gd name="T91" fmla="*/ 106 h 840"/>
                <a:gd name="T92" fmla="*/ 446 w 1740"/>
                <a:gd name="T93" fmla="*/ 97 h 840"/>
                <a:gd name="T94" fmla="*/ 434 w 1740"/>
                <a:gd name="T95" fmla="*/ 112 h 840"/>
                <a:gd name="T96" fmla="*/ 421 w 1740"/>
                <a:gd name="T97" fmla="*/ 142 h 840"/>
                <a:gd name="T98" fmla="*/ 444 w 1740"/>
                <a:gd name="T99" fmla="*/ 189 h 840"/>
                <a:gd name="T100" fmla="*/ 484 w 1740"/>
                <a:gd name="T101" fmla="*/ 245 h 840"/>
                <a:gd name="T102" fmla="*/ 528 w 1740"/>
                <a:gd name="T103" fmla="*/ 282 h 840"/>
                <a:gd name="T104" fmla="*/ 566 w 1740"/>
                <a:gd name="T105" fmla="*/ 288 h 840"/>
                <a:gd name="T106" fmla="*/ 615 w 1740"/>
                <a:gd name="T107" fmla="*/ 257 h 840"/>
                <a:gd name="T108" fmla="*/ 712 w 1740"/>
                <a:gd name="T109" fmla="*/ 17 h 840"/>
                <a:gd name="T110" fmla="*/ 732 w 1740"/>
                <a:gd name="T111" fmla="*/ 1 h 84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740"/>
                <a:gd name="T169" fmla="*/ 0 h 840"/>
                <a:gd name="T170" fmla="*/ 1740 w 1740"/>
                <a:gd name="T171" fmla="*/ 840 h 84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740" h="840">
                  <a:moveTo>
                    <a:pt x="1494" y="6"/>
                  </a:moveTo>
                  <a:lnTo>
                    <a:pt x="1494" y="12"/>
                  </a:lnTo>
                  <a:lnTo>
                    <a:pt x="1491" y="19"/>
                  </a:lnTo>
                  <a:lnTo>
                    <a:pt x="1486" y="28"/>
                  </a:lnTo>
                  <a:lnTo>
                    <a:pt x="1480" y="37"/>
                  </a:lnTo>
                  <a:lnTo>
                    <a:pt x="1473" y="45"/>
                  </a:lnTo>
                  <a:lnTo>
                    <a:pt x="1467" y="52"/>
                  </a:lnTo>
                  <a:lnTo>
                    <a:pt x="1463" y="57"/>
                  </a:lnTo>
                  <a:lnTo>
                    <a:pt x="1462" y="59"/>
                  </a:lnTo>
                  <a:lnTo>
                    <a:pt x="1364" y="382"/>
                  </a:lnTo>
                  <a:lnTo>
                    <a:pt x="1357" y="396"/>
                  </a:lnTo>
                  <a:lnTo>
                    <a:pt x="1356" y="409"/>
                  </a:lnTo>
                  <a:lnTo>
                    <a:pt x="1358" y="422"/>
                  </a:lnTo>
                  <a:lnTo>
                    <a:pt x="1362" y="436"/>
                  </a:lnTo>
                  <a:lnTo>
                    <a:pt x="1369" y="450"/>
                  </a:lnTo>
                  <a:lnTo>
                    <a:pt x="1375" y="464"/>
                  </a:lnTo>
                  <a:lnTo>
                    <a:pt x="1381" y="477"/>
                  </a:lnTo>
                  <a:lnTo>
                    <a:pt x="1384" y="492"/>
                  </a:lnTo>
                  <a:lnTo>
                    <a:pt x="1387" y="513"/>
                  </a:lnTo>
                  <a:lnTo>
                    <a:pt x="1386" y="534"/>
                  </a:lnTo>
                  <a:lnTo>
                    <a:pt x="1377" y="552"/>
                  </a:lnTo>
                  <a:lnTo>
                    <a:pt x="1361" y="564"/>
                  </a:lnTo>
                  <a:lnTo>
                    <a:pt x="1353" y="561"/>
                  </a:lnTo>
                  <a:lnTo>
                    <a:pt x="1351" y="552"/>
                  </a:lnTo>
                  <a:lnTo>
                    <a:pt x="1351" y="544"/>
                  </a:lnTo>
                  <a:lnTo>
                    <a:pt x="1351" y="540"/>
                  </a:lnTo>
                  <a:lnTo>
                    <a:pt x="1358" y="529"/>
                  </a:lnTo>
                  <a:lnTo>
                    <a:pt x="1359" y="518"/>
                  </a:lnTo>
                  <a:lnTo>
                    <a:pt x="1358" y="506"/>
                  </a:lnTo>
                  <a:lnTo>
                    <a:pt x="1353" y="495"/>
                  </a:lnTo>
                  <a:lnTo>
                    <a:pt x="1349" y="485"/>
                  </a:lnTo>
                  <a:lnTo>
                    <a:pt x="1343" y="476"/>
                  </a:lnTo>
                  <a:lnTo>
                    <a:pt x="1336" y="469"/>
                  </a:lnTo>
                  <a:lnTo>
                    <a:pt x="1328" y="464"/>
                  </a:lnTo>
                  <a:lnTo>
                    <a:pt x="1321" y="479"/>
                  </a:lnTo>
                  <a:lnTo>
                    <a:pt x="1313" y="493"/>
                  </a:lnTo>
                  <a:lnTo>
                    <a:pt x="1304" y="507"/>
                  </a:lnTo>
                  <a:lnTo>
                    <a:pt x="1295" y="521"/>
                  </a:lnTo>
                  <a:lnTo>
                    <a:pt x="1285" y="535"/>
                  </a:lnTo>
                  <a:lnTo>
                    <a:pt x="1274" y="549"/>
                  </a:lnTo>
                  <a:lnTo>
                    <a:pt x="1263" y="561"/>
                  </a:lnTo>
                  <a:lnTo>
                    <a:pt x="1251" y="573"/>
                  </a:lnTo>
                  <a:lnTo>
                    <a:pt x="1267" y="597"/>
                  </a:lnTo>
                  <a:lnTo>
                    <a:pt x="1284" y="620"/>
                  </a:lnTo>
                  <a:lnTo>
                    <a:pt x="1303" y="642"/>
                  </a:lnTo>
                  <a:lnTo>
                    <a:pt x="1322" y="663"/>
                  </a:lnTo>
                  <a:lnTo>
                    <a:pt x="1342" y="682"/>
                  </a:lnTo>
                  <a:lnTo>
                    <a:pt x="1362" y="702"/>
                  </a:lnTo>
                  <a:lnTo>
                    <a:pt x="1384" y="719"/>
                  </a:lnTo>
                  <a:lnTo>
                    <a:pt x="1407" y="737"/>
                  </a:lnTo>
                  <a:lnTo>
                    <a:pt x="1430" y="752"/>
                  </a:lnTo>
                  <a:lnTo>
                    <a:pt x="1455" y="765"/>
                  </a:lnTo>
                  <a:lnTo>
                    <a:pt x="1480" y="777"/>
                  </a:lnTo>
                  <a:lnTo>
                    <a:pt x="1505" y="788"/>
                  </a:lnTo>
                  <a:lnTo>
                    <a:pt x="1531" y="797"/>
                  </a:lnTo>
                  <a:lnTo>
                    <a:pt x="1557" y="805"/>
                  </a:lnTo>
                  <a:lnTo>
                    <a:pt x="1585" y="810"/>
                  </a:lnTo>
                  <a:lnTo>
                    <a:pt x="1612" y="814"/>
                  </a:lnTo>
                  <a:lnTo>
                    <a:pt x="1629" y="815"/>
                  </a:lnTo>
                  <a:lnTo>
                    <a:pt x="1645" y="816"/>
                  </a:lnTo>
                  <a:lnTo>
                    <a:pt x="1661" y="816"/>
                  </a:lnTo>
                  <a:lnTo>
                    <a:pt x="1677" y="815"/>
                  </a:lnTo>
                  <a:lnTo>
                    <a:pt x="1693" y="814"/>
                  </a:lnTo>
                  <a:lnTo>
                    <a:pt x="1709" y="813"/>
                  </a:lnTo>
                  <a:lnTo>
                    <a:pt x="1725" y="811"/>
                  </a:lnTo>
                  <a:lnTo>
                    <a:pt x="1740" y="811"/>
                  </a:lnTo>
                  <a:lnTo>
                    <a:pt x="1738" y="816"/>
                  </a:lnTo>
                  <a:lnTo>
                    <a:pt x="1734" y="820"/>
                  </a:lnTo>
                  <a:lnTo>
                    <a:pt x="1730" y="822"/>
                  </a:lnTo>
                  <a:lnTo>
                    <a:pt x="1724" y="824"/>
                  </a:lnTo>
                  <a:lnTo>
                    <a:pt x="1718" y="825"/>
                  </a:lnTo>
                  <a:lnTo>
                    <a:pt x="1714" y="828"/>
                  </a:lnTo>
                  <a:lnTo>
                    <a:pt x="1708" y="830"/>
                  </a:lnTo>
                  <a:lnTo>
                    <a:pt x="1703" y="832"/>
                  </a:lnTo>
                  <a:lnTo>
                    <a:pt x="1656" y="838"/>
                  </a:lnTo>
                  <a:lnTo>
                    <a:pt x="1611" y="840"/>
                  </a:lnTo>
                  <a:lnTo>
                    <a:pt x="1569" y="839"/>
                  </a:lnTo>
                  <a:lnTo>
                    <a:pt x="1528" y="835"/>
                  </a:lnTo>
                  <a:lnTo>
                    <a:pt x="1491" y="828"/>
                  </a:lnTo>
                  <a:lnTo>
                    <a:pt x="1457" y="817"/>
                  </a:lnTo>
                  <a:lnTo>
                    <a:pt x="1425" y="806"/>
                  </a:lnTo>
                  <a:lnTo>
                    <a:pt x="1394" y="791"/>
                  </a:lnTo>
                  <a:lnTo>
                    <a:pt x="1366" y="773"/>
                  </a:lnTo>
                  <a:lnTo>
                    <a:pt x="1339" y="754"/>
                  </a:lnTo>
                  <a:lnTo>
                    <a:pt x="1315" y="733"/>
                  </a:lnTo>
                  <a:lnTo>
                    <a:pt x="1293" y="710"/>
                  </a:lnTo>
                  <a:lnTo>
                    <a:pt x="1273" y="687"/>
                  </a:lnTo>
                  <a:lnTo>
                    <a:pt x="1254" y="662"/>
                  </a:lnTo>
                  <a:lnTo>
                    <a:pt x="1237" y="635"/>
                  </a:lnTo>
                  <a:lnTo>
                    <a:pt x="1221" y="608"/>
                  </a:lnTo>
                  <a:lnTo>
                    <a:pt x="1215" y="602"/>
                  </a:lnTo>
                  <a:lnTo>
                    <a:pt x="1209" y="599"/>
                  </a:lnTo>
                  <a:lnTo>
                    <a:pt x="1201" y="599"/>
                  </a:lnTo>
                  <a:lnTo>
                    <a:pt x="1193" y="603"/>
                  </a:lnTo>
                  <a:lnTo>
                    <a:pt x="1185" y="606"/>
                  </a:lnTo>
                  <a:lnTo>
                    <a:pt x="1176" y="611"/>
                  </a:lnTo>
                  <a:lnTo>
                    <a:pt x="1168" y="614"/>
                  </a:lnTo>
                  <a:lnTo>
                    <a:pt x="1160" y="617"/>
                  </a:lnTo>
                  <a:lnTo>
                    <a:pt x="1138" y="620"/>
                  </a:lnTo>
                  <a:lnTo>
                    <a:pt x="1118" y="628"/>
                  </a:lnTo>
                  <a:lnTo>
                    <a:pt x="1099" y="639"/>
                  </a:lnTo>
                  <a:lnTo>
                    <a:pt x="1081" y="652"/>
                  </a:lnTo>
                  <a:lnTo>
                    <a:pt x="1065" y="667"/>
                  </a:lnTo>
                  <a:lnTo>
                    <a:pt x="1052" y="685"/>
                  </a:lnTo>
                  <a:lnTo>
                    <a:pt x="1039" y="702"/>
                  </a:lnTo>
                  <a:lnTo>
                    <a:pt x="1028" y="719"/>
                  </a:lnTo>
                  <a:lnTo>
                    <a:pt x="1028" y="710"/>
                  </a:lnTo>
                  <a:lnTo>
                    <a:pt x="1033" y="680"/>
                  </a:lnTo>
                  <a:lnTo>
                    <a:pt x="1042" y="646"/>
                  </a:lnTo>
                  <a:lnTo>
                    <a:pt x="1057" y="617"/>
                  </a:lnTo>
                  <a:lnTo>
                    <a:pt x="1034" y="608"/>
                  </a:lnTo>
                  <a:lnTo>
                    <a:pt x="1012" y="595"/>
                  </a:lnTo>
                  <a:lnTo>
                    <a:pt x="990" y="581"/>
                  </a:lnTo>
                  <a:lnTo>
                    <a:pt x="970" y="565"/>
                  </a:lnTo>
                  <a:lnTo>
                    <a:pt x="949" y="548"/>
                  </a:lnTo>
                  <a:lnTo>
                    <a:pt x="928" y="529"/>
                  </a:lnTo>
                  <a:lnTo>
                    <a:pt x="910" y="511"/>
                  </a:lnTo>
                  <a:lnTo>
                    <a:pt x="891" y="492"/>
                  </a:lnTo>
                  <a:lnTo>
                    <a:pt x="871" y="496"/>
                  </a:lnTo>
                  <a:lnTo>
                    <a:pt x="849" y="502"/>
                  </a:lnTo>
                  <a:lnTo>
                    <a:pt x="829" y="507"/>
                  </a:lnTo>
                  <a:lnTo>
                    <a:pt x="808" y="514"/>
                  </a:lnTo>
                  <a:lnTo>
                    <a:pt x="789" y="522"/>
                  </a:lnTo>
                  <a:lnTo>
                    <a:pt x="769" y="530"/>
                  </a:lnTo>
                  <a:lnTo>
                    <a:pt x="751" y="541"/>
                  </a:lnTo>
                  <a:lnTo>
                    <a:pt x="732" y="552"/>
                  </a:lnTo>
                  <a:lnTo>
                    <a:pt x="714" y="564"/>
                  </a:lnTo>
                  <a:lnTo>
                    <a:pt x="697" y="576"/>
                  </a:lnTo>
                  <a:lnTo>
                    <a:pt x="679" y="590"/>
                  </a:lnTo>
                  <a:lnTo>
                    <a:pt x="663" y="604"/>
                  </a:lnTo>
                  <a:lnTo>
                    <a:pt x="647" y="620"/>
                  </a:lnTo>
                  <a:lnTo>
                    <a:pt x="632" y="636"/>
                  </a:lnTo>
                  <a:lnTo>
                    <a:pt x="617" y="654"/>
                  </a:lnTo>
                  <a:lnTo>
                    <a:pt x="603" y="671"/>
                  </a:lnTo>
                  <a:lnTo>
                    <a:pt x="595" y="684"/>
                  </a:lnTo>
                  <a:lnTo>
                    <a:pt x="587" y="697"/>
                  </a:lnTo>
                  <a:lnTo>
                    <a:pt x="580" y="711"/>
                  </a:lnTo>
                  <a:lnTo>
                    <a:pt x="575" y="724"/>
                  </a:lnTo>
                  <a:lnTo>
                    <a:pt x="569" y="738"/>
                  </a:lnTo>
                  <a:lnTo>
                    <a:pt x="563" y="752"/>
                  </a:lnTo>
                  <a:lnTo>
                    <a:pt x="559" y="767"/>
                  </a:lnTo>
                  <a:lnTo>
                    <a:pt x="554" y="780"/>
                  </a:lnTo>
                  <a:lnTo>
                    <a:pt x="546" y="775"/>
                  </a:lnTo>
                  <a:lnTo>
                    <a:pt x="541" y="765"/>
                  </a:lnTo>
                  <a:lnTo>
                    <a:pt x="539" y="755"/>
                  </a:lnTo>
                  <a:lnTo>
                    <a:pt x="536" y="745"/>
                  </a:lnTo>
                  <a:lnTo>
                    <a:pt x="536" y="710"/>
                  </a:lnTo>
                  <a:lnTo>
                    <a:pt x="541" y="679"/>
                  </a:lnTo>
                  <a:lnTo>
                    <a:pt x="553" y="649"/>
                  </a:lnTo>
                  <a:lnTo>
                    <a:pt x="570" y="621"/>
                  </a:lnTo>
                  <a:lnTo>
                    <a:pt x="590" y="596"/>
                  </a:lnTo>
                  <a:lnTo>
                    <a:pt x="614" y="573"/>
                  </a:lnTo>
                  <a:lnTo>
                    <a:pt x="639" y="552"/>
                  </a:lnTo>
                  <a:lnTo>
                    <a:pt x="667" y="533"/>
                  </a:lnTo>
                  <a:lnTo>
                    <a:pt x="678" y="526"/>
                  </a:lnTo>
                  <a:lnTo>
                    <a:pt x="691" y="520"/>
                  </a:lnTo>
                  <a:lnTo>
                    <a:pt x="703" y="514"/>
                  </a:lnTo>
                  <a:lnTo>
                    <a:pt x="715" y="508"/>
                  </a:lnTo>
                  <a:lnTo>
                    <a:pt x="728" y="504"/>
                  </a:lnTo>
                  <a:lnTo>
                    <a:pt x="741" y="499"/>
                  </a:lnTo>
                  <a:lnTo>
                    <a:pt x="753" y="495"/>
                  </a:lnTo>
                  <a:lnTo>
                    <a:pt x="766" y="490"/>
                  </a:lnTo>
                  <a:lnTo>
                    <a:pt x="779" y="487"/>
                  </a:lnTo>
                  <a:lnTo>
                    <a:pt x="791" y="483"/>
                  </a:lnTo>
                  <a:lnTo>
                    <a:pt x="805" y="479"/>
                  </a:lnTo>
                  <a:lnTo>
                    <a:pt x="818" y="475"/>
                  </a:lnTo>
                  <a:lnTo>
                    <a:pt x="832" y="472"/>
                  </a:lnTo>
                  <a:lnTo>
                    <a:pt x="844" y="468"/>
                  </a:lnTo>
                  <a:lnTo>
                    <a:pt x="858" y="465"/>
                  </a:lnTo>
                  <a:lnTo>
                    <a:pt x="871" y="461"/>
                  </a:lnTo>
                  <a:lnTo>
                    <a:pt x="865" y="449"/>
                  </a:lnTo>
                  <a:lnTo>
                    <a:pt x="858" y="435"/>
                  </a:lnTo>
                  <a:lnTo>
                    <a:pt x="851" y="421"/>
                  </a:lnTo>
                  <a:lnTo>
                    <a:pt x="844" y="408"/>
                  </a:lnTo>
                  <a:lnTo>
                    <a:pt x="837" y="394"/>
                  </a:lnTo>
                  <a:lnTo>
                    <a:pt x="832" y="381"/>
                  </a:lnTo>
                  <a:lnTo>
                    <a:pt x="825" y="366"/>
                  </a:lnTo>
                  <a:lnTo>
                    <a:pt x="820" y="352"/>
                  </a:lnTo>
                  <a:lnTo>
                    <a:pt x="579" y="430"/>
                  </a:lnTo>
                  <a:lnTo>
                    <a:pt x="571" y="427"/>
                  </a:lnTo>
                  <a:lnTo>
                    <a:pt x="552" y="419"/>
                  </a:lnTo>
                  <a:lnTo>
                    <a:pt x="523" y="408"/>
                  </a:lnTo>
                  <a:lnTo>
                    <a:pt x="485" y="394"/>
                  </a:lnTo>
                  <a:lnTo>
                    <a:pt x="441" y="378"/>
                  </a:lnTo>
                  <a:lnTo>
                    <a:pt x="392" y="362"/>
                  </a:lnTo>
                  <a:lnTo>
                    <a:pt x="340" y="344"/>
                  </a:lnTo>
                  <a:lnTo>
                    <a:pt x="287" y="325"/>
                  </a:lnTo>
                  <a:lnTo>
                    <a:pt x="233" y="307"/>
                  </a:lnTo>
                  <a:lnTo>
                    <a:pt x="181" y="290"/>
                  </a:lnTo>
                  <a:lnTo>
                    <a:pt x="132" y="273"/>
                  </a:lnTo>
                  <a:lnTo>
                    <a:pt x="89" y="258"/>
                  </a:lnTo>
                  <a:lnTo>
                    <a:pt x="53" y="246"/>
                  </a:lnTo>
                  <a:lnTo>
                    <a:pt x="24" y="237"/>
                  </a:lnTo>
                  <a:lnTo>
                    <a:pt x="7" y="231"/>
                  </a:lnTo>
                  <a:lnTo>
                    <a:pt x="0" y="229"/>
                  </a:lnTo>
                  <a:lnTo>
                    <a:pt x="0" y="202"/>
                  </a:lnTo>
                  <a:lnTo>
                    <a:pt x="569" y="402"/>
                  </a:lnTo>
                  <a:lnTo>
                    <a:pt x="812" y="321"/>
                  </a:lnTo>
                  <a:lnTo>
                    <a:pt x="807" y="306"/>
                  </a:lnTo>
                  <a:lnTo>
                    <a:pt x="805" y="288"/>
                  </a:lnTo>
                  <a:lnTo>
                    <a:pt x="799" y="275"/>
                  </a:lnTo>
                  <a:lnTo>
                    <a:pt x="787" y="271"/>
                  </a:lnTo>
                  <a:lnTo>
                    <a:pt x="582" y="340"/>
                  </a:lnTo>
                  <a:lnTo>
                    <a:pt x="572" y="341"/>
                  </a:lnTo>
                  <a:lnTo>
                    <a:pt x="552" y="337"/>
                  </a:lnTo>
                  <a:lnTo>
                    <a:pt x="523" y="330"/>
                  </a:lnTo>
                  <a:lnTo>
                    <a:pt x="485" y="321"/>
                  </a:lnTo>
                  <a:lnTo>
                    <a:pt x="441" y="308"/>
                  </a:lnTo>
                  <a:lnTo>
                    <a:pt x="393" y="294"/>
                  </a:lnTo>
                  <a:lnTo>
                    <a:pt x="342" y="278"/>
                  </a:lnTo>
                  <a:lnTo>
                    <a:pt x="289" y="262"/>
                  </a:lnTo>
                  <a:lnTo>
                    <a:pt x="237" y="246"/>
                  </a:lnTo>
                  <a:lnTo>
                    <a:pt x="187" y="230"/>
                  </a:lnTo>
                  <a:lnTo>
                    <a:pt x="139" y="214"/>
                  </a:lnTo>
                  <a:lnTo>
                    <a:pt x="97" y="201"/>
                  </a:lnTo>
                  <a:lnTo>
                    <a:pt x="61" y="189"/>
                  </a:lnTo>
                  <a:lnTo>
                    <a:pt x="35" y="180"/>
                  </a:lnTo>
                  <a:lnTo>
                    <a:pt x="16" y="174"/>
                  </a:lnTo>
                  <a:lnTo>
                    <a:pt x="10" y="172"/>
                  </a:lnTo>
                  <a:lnTo>
                    <a:pt x="7" y="172"/>
                  </a:lnTo>
                  <a:lnTo>
                    <a:pt x="5" y="165"/>
                  </a:lnTo>
                  <a:lnTo>
                    <a:pt x="5" y="158"/>
                  </a:lnTo>
                  <a:lnTo>
                    <a:pt x="5" y="151"/>
                  </a:lnTo>
                  <a:lnTo>
                    <a:pt x="5" y="143"/>
                  </a:lnTo>
                  <a:lnTo>
                    <a:pt x="569" y="315"/>
                  </a:lnTo>
                  <a:lnTo>
                    <a:pt x="785" y="243"/>
                  </a:lnTo>
                  <a:lnTo>
                    <a:pt x="794" y="237"/>
                  </a:lnTo>
                  <a:lnTo>
                    <a:pt x="805" y="229"/>
                  </a:lnTo>
                  <a:lnTo>
                    <a:pt x="819" y="220"/>
                  </a:lnTo>
                  <a:lnTo>
                    <a:pt x="834" y="212"/>
                  </a:lnTo>
                  <a:lnTo>
                    <a:pt x="849" y="204"/>
                  </a:lnTo>
                  <a:lnTo>
                    <a:pt x="864" y="196"/>
                  </a:lnTo>
                  <a:lnTo>
                    <a:pt x="876" y="190"/>
                  </a:lnTo>
                  <a:lnTo>
                    <a:pt x="888" y="186"/>
                  </a:lnTo>
                  <a:lnTo>
                    <a:pt x="891" y="193"/>
                  </a:lnTo>
                  <a:lnTo>
                    <a:pt x="890" y="200"/>
                  </a:lnTo>
                  <a:lnTo>
                    <a:pt x="886" y="205"/>
                  </a:lnTo>
                  <a:lnTo>
                    <a:pt x="880" y="212"/>
                  </a:lnTo>
                  <a:lnTo>
                    <a:pt x="874" y="218"/>
                  </a:lnTo>
                  <a:lnTo>
                    <a:pt x="867" y="224"/>
                  </a:lnTo>
                  <a:lnTo>
                    <a:pt x="861" y="230"/>
                  </a:lnTo>
                  <a:lnTo>
                    <a:pt x="858" y="237"/>
                  </a:lnTo>
                  <a:lnTo>
                    <a:pt x="848" y="254"/>
                  </a:lnTo>
                  <a:lnTo>
                    <a:pt x="842" y="269"/>
                  </a:lnTo>
                  <a:lnTo>
                    <a:pt x="842" y="284"/>
                  </a:lnTo>
                  <a:lnTo>
                    <a:pt x="845" y="300"/>
                  </a:lnTo>
                  <a:lnTo>
                    <a:pt x="852" y="316"/>
                  </a:lnTo>
                  <a:lnTo>
                    <a:pt x="861" y="333"/>
                  </a:lnTo>
                  <a:lnTo>
                    <a:pt x="873" y="354"/>
                  </a:lnTo>
                  <a:lnTo>
                    <a:pt x="886" y="377"/>
                  </a:lnTo>
                  <a:lnTo>
                    <a:pt x="901" y="401"/>
                  </a:lnTo>
                  <a:lnTo>
                    <a:pt x="916" y="424"/>
                  </a:lnTo>
                  <a:lnTo>
                    <a:pt x="932" y="447"/>
                  </a:lnTo>
                  <a:lnTo>
                    <a:pt x="949" y="469"/>
                  </a:lnTo>
                  <a:lnTo>
                    <a:pt x="966" y="491"/>
                  </a:lnTo>
                  <a:lnTo>
                    <a:pt x="985" y="513"/>
                  </a:lnTo>
                  <a:lnTo>
                    <a:pt x="1005" y="533"/>
                  </a:lnTo>
                  <a:lnTo>
                    <a:pt x="1026" y="552"/>
                  </a:lnTo>
                  <a:lnTo>
                    <a:pt x="1040" y="558"/>
                  </a:lnTo>
                  <a:lnTo>
                    <a:pt x="1055" y="564"/>
                  </a:lnTo>
                  <a:lnTo>
                    <a:pt x="1069" y="568"/>
                  </a:lnTo>
                  <a:lnTo>
                    <a:pt x="1084" y="573"/>
                  </a:lnTo>
                  <a:lnTo>
                    <a:pt x="1100" y="575"/>
                  </a:lnTo>
                  <a:lnTo>
                    <a:pt x="1115" y="576"/>
                  </a:lnTo>
                  <a:lnTo>
                    <a:pt x="1131" y="575"/>
                  </a:lnTo>
                  <a:lnTo>
                    <a:pt x="1147" y="573"/>
                  </a:lnTo>
                  <a:lnTo>
                    <a:pt x="1169" y="561"/>
                  </a:lnTo>
                  <a:lnTo>
                    <a:pt x="1190" y="548"/>
                  </a:lnTo>
                  <a:lnTo>
                    <a:pt x="1209" y="533"/>
                  </a:lnTo>
                  <a:lnTo>
                    <a:pt x="1229" y="514"/>
                  </a:lnTo>
                  <a:lnTo>
                    <a:pt x="1246" y="496"/>
                  </a:lnTo>
                  <a:lnTo>
                    <a:pt x="1262" y="476"/>
                  </a:lnTo>
                  <a:lnTo>
                    <a:pt x="1276" y="454"/>
                  </a:lnTo>
                  <a:lnTo>
                    <a:pt x="1288" y="432"/>
                  </a:lnTo>
                  <a:lnTo>
                    <a:pt x="1422" y="34"/>
                  </a:lnTo>
                  <a:lnTo>
                    <a:pt x="1429" y="27"/>
                  </a:lnTo>
                  <a:lnTo>
                    <a:pt x="1437" y="19"/>
                  </a:lnTo>
                  <a:lnTo>
                    <a:pt x="1445" y="12"/>
                  </a:lnTo>
                  <a:lnTo>
                    <a:pt x="1453" y="6"/>
                  </a:lnTo>
                  <a:lnTo>
                    <a:pt x="1463" y="2"/>
                  </a:lnTo>
                  <a:lnTo>
                    <a:pt x="1473" y="0"/>
                  </a:lnTo>
                  <a:lnTo>
                    <a:pt x="1483" y="2"/>
                  </a:lnTo>
                  <a:lnTo>
                    <a:pt x="149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8" name="Freeform 70"/>
            <p:cNvSpPr>
              <a:spLocks/>
            </p:cNvSpPr>
            <p:nvPr/>
          </p:nvSpPr>
          <p:spPr bwMode="auto">
            <a:xfrm>
              <a:off x="3106" y="3227"/>
              <a:ext cx="361" cy="452"/>
            </a:xfrm>
            <a:custGeom>
              <a:avLst/>
              <a:gdLst>
                <a:gd name="T0" fmla="*/ 171 w 722"/>
                <a:gd name="T1" fmla="*/ 405 h 903"/>
                <a:gd name="T2" fmla="*/ 204 w 722"/>
                <a:gd name="T3" fmla="*/ 181 h 903"/>
                <a:gd name="T4" fmla="*/ 242 w 722"/>
                <a:gd name="T5" fmla="*/ 100 h 903"/>
                <a:gd name="T6" fmla="*/ 287 w 722"/>
                <a:gd name="T7" fmla="*/ 95 h 903"/>
                <a:gd name="T8" fmla="*/ 288 w 722"/>
                <a:gd name="T9" fmla="*/ 278 h 903"/>
                <a:gd name="T10" fmla="*/ 322 w 722"/>
                <a:gd name="T11" fmla="*/ 257 h 903"/>
                <a:gd name="T12" fmla="*/ 340 w 722"/>
                <a:gd name="T13" fmla="*/ 216 h 903"/>
                <a:gd name="T14" fmla="*/ 349 w 722"/>
                <a:gd name="T15" fmla="*/ 90 h 903"/>
                <a:gd name="T16" fmla="*/ 339 w 722"/>
                <a:gd name="T17" fmla="*/ 49 h 903"/>
                <a:gd name="T18" fmla="*/ 305 w 722"/>
                <a:gd name="T19" fmla="*/ 19 h 903"/>
                <a:gd name="T20" fmla="*/ 249 w 722"/>
                <a:gd name="T21" fmla="*/ 15 h 903"/>
                <a:gd name="T22" fmla="*/ 193 w 722"/>
                <a:gd name="T23" fmla="*/ 22 h 903"/>
                <a:gd name="T24" fmla="*/ 141 w 722"/>
                <a:gd name="T25" fmla="*/ 38 h 903"/>
                <a:gd name="T26" fmla="*/ 85 w 722"/>
                <a:gd name="T27" fmla="*/ 63 h 903"/>
                <a:gd name="T28" fmla="*/ 49 w 722"/>
                <a:gd name="T29" fmla="*/ 106 h 903"/>
                <a:gd name="T30" fmla="*/ 23 w 722"/>
                <a:gd name="T31" fmla="*/ 233 h 903"/>
                <a:gd name="T32" fmla="*/ 28 w 722"/>
                <a:gd name="T33" fmla="*/ 283 h 903"/>
                <a:gd name="T34" fmla="*/ 55 w 722"/>
                <a:gd name="T35" fmla="*/ 321 h 903"/>
                <a:gd name="T36" fmla="*/ 87 w 722"/>
                <a:gd name="T37" fmla="*/ 331 h 903"/>
                <a:gd name="T38" fmla="*/ 113 w 722"/>
                <a:gd name="T39" fmla="*/ 334 h 903"/>
                <a:gd name="T40" fmla="*/ 138 w 722"/>
                <a:gd name="T41" fmla="*/ 333 h 903"/>
                <a:gd name="T42" fmla="*/ 165 w 722"/>
                <a:gd name="T43" fmla="*/ 326 h 903"/>
                <a:gd name="T44" fmla="*/ 165 w 722"/>
                <a:gd name="T45" fmla="*/ 339 h 903"/>
                <a:gd name="T46" fmla="*/ 138 w 722"/>
                <a:gd name="T47" fmla="*/ 346 h 903"/>
                <a:gd name="T48" fmla="*/ 113 w 722"/>
                <a:gd name="T49" fmla="*/ 350 h 903"/>
                <a:gd name="T50" fmla="*/ 88 w 722"/>
                <a:gd name="T51" fmla="*/ 349 h 903"/>
                <a:gd name="T52" fmla="*/ 61 w 722"/>
                <a:gd name="T53" fmla="*/ 344 h 903"/>
                <a:gd name="T54" fmla="*/ 27 w 722"/>
                <a:gd name="T55" fmla="*/ 325 h 903"/>
                <a:gd name="T56" fmla="*/ 5 w 722"/>
                <a:gd name="T57" fmla="*/ 293 h 903"/>
                <a:gd name="T58" fmla="*/ 3 w 722"/>
                <a:gd name="T59" fmla="*/ 183 h 903"/>
                <a:gd name="T60" fmla="*/ 31 w 722"/>
                <a:gd name="T61" fmla="*/ 79 h 903"/>
                <a:gd name="T62" fmla="*/ 49 w 722"/>
                <a:gd name="T63" fmla="*/ 54 h 903"/>
                <a:gd name="T64" fmla="*/ 72 w 722"/>
                <a:gd name="T65" fmla="*/ 39 h 903"/>
                <a:gd name="T66" fmla="*/ 99 w 722"/>
                <a:gd name="T67" fmla="*/ 30 h 903"/>
                <a:gd name="T68" fmla="*/ 137 w 722"/>
                <a:gd name="T69" fmla="*/ 20 h 903"/>
                <a:gd name="T70" fmla="*/ 152 w 722"/>
                <a:gd name="T71" fmla="*/ 17 h 903"/>
                <a:gd name="T72" fmla="*/ 187 w 722"/>
                <a:gd name="T73" fmla="*/ 10 h 903"/>
                <a:gd name="T74" fmla="*/ 230 w 722"/>
                <a:gd name="T75" fmla="*/ 3 h 903"/>
                <a:gd name="T76" fmla="*/ 266 w 722"/>
                <a:gd name="T77" fmla="*/ 0 h 903"/>
                <a:gd name="T78" fmla="*/ 315 w 722"/>
                <a:gd name="T79" fmla="*/ 7 h 903"/>
                <a:gd name="T80" fmla="*/ 350 w 722"/>
                <a:gd name="T81" fmla="*/ 35 h 903"/>
                <a:gd name="T82" fmla="*/ 361 w 722"/>
                <a:gd name="T83" fmla="*/ 105 h 903"/>
                <a:gd name="T84" fmla="*/ 360 w 722"/>
                <a:gd name="T85" fmla="*/ 181 h 903"/>
                <a:gd name="T86" fmla="*/ 354 w 722"/>
                <a:gd name="T87" fmla="*/ 235 h 903"/>
                <a:gd name="T88" fmla="*/ 325 w 722"/>
                <a:gd name="T89" fmla="*/ 278 h 903"/>
                <a:gd name="T90" fmla="*/ 301 w 722"/>
                <a:gd name="T91" fmla="*/ 292 h 903"/>
                <a:gd name="T92" fmla="*/ 277 w 722"/>
                <a:gd name="T93" fmla="*/ 305 h 903"/>
                <a:gd name="T94" fmla="*/ 289 w 722"/>
                <a:gd name="T95" fmla="*/ 107 h 903"/>
                <a:gd name="T96" fmla="*/ 250 w 722"/>
                <a:gd name="T97" fmla="*/ 113 h 903"/>
                <a:gd name="T98" fmla="*/ 178 w 722"/>
                <a:gd name="T99" fmla="*/ 452 h 90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22"/>
                <a:gd name="T151" fmla="*/ 0 h 903"/>
                <a:gd name="T152" fmla="*/ 722 w 722"/>
                <a:gd name="T153" fmla="*/ 903 h 903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22" h="903">
                  <a:moveTo>
                    <a:pt x="356" y="903"/>
                  </a:moveTo>
                  <a:lnTo>
                    <a:pt x="328" y="903"/>
                  </a:lnTo>
                  <a:lnTo>
                    <a:pt x="332" y="878"/>
                  </a:lnTo>
                  <a:lnTo>
                    <a:pt x="341" y="809"/>
                  </a:lnTo>
                  <a:lnTo>
                    <a:pt x="354" y="710"/>
                  </a:lnTo>
                  <a:lnTo>
                    <a:pt x="371" y="593"/>
                  </a:lnTo>
                  <a:lnTo>
                    <a:pt x="389" y="474"/>
                  </a:lnTo>
                  <a:lnTo>
                    <a:pt x="409" y="362"/>
                  </a:lnTo>
                  <a:lnTo>
                    <a:pt x="428" y="272"/>
                  </a:lnTo>
                  <a:lnTo>
                    <a:pt x="446" y="215"/>
                  </a:lnTo>
                  <a:lnTo>
                    <a:pt x="464" y="207"/>
                  </a:lnTo>
                  <a:lnTo>
                    <a:pt x="485" y="199"/>
                  </a:lnTo>
                  <a:lnTo>
                    <a:pt x="507" y="194"/>
                  </a:lnTo>
                  <a:lnTo>
                    <a:pt x="529" y="189"/>
                  </a:lnTo>
                  <a:lnTo>
                    <a:pt x="551" y="188"/>
                  </a:lnTo>
                  <a:lnTo>
                    <a:pt x="574" y="189"/>
                  </a:lnTo>
                  <a:lnTo>
                    <a:pt x="594" y="194"/>
                  </a:lnTo>
                  <a:lnTo>
                    <a:pt x="615" y="203"/>
                  </a:lnTo>
                  <a:lnTo>
                    <a:pt x="559" y="561"/>
                  </a:lnTo>
                  <a:lnTo>
                    <a:pt x="575" y="555"/>
                  </a:lnTo>
                  <a:lnTo>
                    <a:pt x="592" y="547"/>
                  </a:lnTo>
                  <a:lnTo>
                    <a:pt x="609" y="538"/>
                  </a:lnTo>
                  <a:lnTo>
                    <a:pt x="628" y="527"/>
                  </a:lnTo>
                  <a:lnTo>
                    <a:pt x="644" y="513"/>
                  </a:lnTo>
                  <a:lnTo>
                    <a:pt x="658" y="499"/>
                  </a:lnTo>
                  <a:lnTo>
                    <a:pt x="669" y="483"/>
                  </a:lnTo>
                  <a:lnTo>
                    <a:pt x="676" y="467"/>
                  </a:lnTo>
                  <a:lnTo>
                    <a:pt x="679" y="431"/>
                  </a:lnTo>
                  <a:lnTo>
                    <a:pt x="688" y="348"/>
                  </a:lnTo>
                  <a:lnTo>
                    <a:pt x="696" y="258"/>
                  </a:lnTo>
                  <a:lnTo>
                    <a:pt x="699" y="197"/>
                  </a:lnTo>
                  <a:lnTo>
                    <a:pt x="698" y="180"/>
                  </a:lnTo>
                  <a:lnTo>
                    <a:pt x="696" y="160"/>
                  </a:lnTo>
                  <a:lnTo>
                    <a:pt x="691" y="139"/>
                  </a:lnTo>
                  <a:lnTo>
                    <a:pt x="685" y="119"/>
                  </a:lnTo>
                  <a:lnTo>
                    <a:pt x="677" y="98"/>
                  </a:lnTo>
                  <a:lnTo>
                    <a:pt x="667" y="77"/>
                  </a:lnTo>
                  <a:lnTo>
                    <a:pt x="653" y="60"/>
                  </a:lnTo>
                  <a:lnTo>
                    <a:pt x="637" y="44"/>
                  </a:lnTo>
                  <a:lnTo>
                    <a:pt x="609" y="38"/>
                  </a:lnTo>
                  <a:lnTo>
                    <a:pt x="580" y="33"/>
                  </a:lnTo>
                  <a:lnTo>
                    <a:pt x="553" y="31"/>
                  </a:lnTo>
                  <a:lnTo>
                    <a:pt x="525" y="30"/>
                  </a:lnTo>
                  <a:lnTo>
                    <a:pt x="498" y="30"/>
                  </a:lnTo>
                  <a:lnTo>
                    <a:pt x="470" y="31"/>
                  </a:lnTo>
                  <a:lnTo>
                    <a:pt x="441" y="35"/>
                  </a:lnTo>
                  <a:lnTo>
                    <a:pt x="415" y="38"/>
                  </a:lnTo>
                  <a:lnTo>
                    <a:pt x="387" y="44"/>
                  </a:lnTo>
                  <a:lnTo>
                    <a:pt x="360" y="50"/>
                  </a:lnTo>
                  <a:lnTo>
                    <a:pt x="333" y="58"/>
                  </a:lnTo>
                  <a:lnTo>
                    <a:pt x="307" y="66"/>
                  </a:lnTo>
                  <a:lnTo>
                    <a:pt x="281" y="75"/>
                  </a:lnTo>
                  <a:lnTo>
                    <a:pt x="256" y="84"/>
                  </a:lnTo>
                  <a:lnTo>
                    <a:pt x="230" y="94"/>
                  </a:lnTo>
                  <a:lnTo>
                    <a:pt x="206" y="106"/>
                  </a:lnTo>
                  <a:lnTo>
                    <a:pt x="170" y="126"/>
                  </a:lnTo>
                  <a:lnTo>
                    <a:pt x="143" y="146"/>
                  </a:lnTo>
                  <a:lnTo>
                    <a:pt x="123" y="167"/>
                  </a:lnTo>
                  <a:lnTo>
                    <a:pt x="109" y="189"/>
                  </a:lnTo>
                  <a:lnTo>
                    <a:pt x="99" y="211"/>
                  </a:lnTo>
                  <a:lnTo>
                    <a:pt x="91" y="235"/>
                  </a:lnTo>
                  <a:lnTo>
                    <a:pt x="83" y="259"/>
                  </a:lnTo>
                  <a:lnTo>
                    <a:pt x="73" y="285"/>
                  </a:lnTo>
                  <a:lnTo>
                    <a:pt x="45" y="465"/>
                  </a:lnTo>
                  <a:lnTo>
                    <a:pt x="46" y="491"/>
                  </a:lnTo>
                  <a:lnTo>
                    <a:pt x="48" y="516"/>
                  </a:lnTo>
                  <a:lnTo>
                    <a:pt x="52" y="541"/>
                  </a:lnTo>
                  <a:lnTo>
                    <a:pt x="56" y="566"/>
                  </a:lnTo>
                  <a:lnTo>
                    <a:pt x="64" y="588"/>
                  </a:lnTo>
                  <a:lnTo>
                    <a:pt x="76" y="608"/>
                  </a:lnTo>
                  <a:lnTo>
                    <a:pt x="91" y="627"/>
                  </a:lnTo>
                  <a:lnTo>
                    <a:pt x="111" y="641"/>
                  </a:lnTo>
                  <a:lnTo>
                    <a:pt x="128" y="647"/>
                  </a:lnTo>
                  <a:lnTo>
                    <a:pt x="144" y="653"/>
                  </a:lnTo>
                  <a:lnTo>
                    <a:pt x="160" y="658"/>
                  </a:lnTo>
                  <a:lnTo>
                    <a:pt x="174" y="661"/>
                  </a:lnTo>
                  <a:lnTo>
                    <a:pt x="188" y="665"/>
                  </a:lnTo>
                  <a:lnTo>
                    <a:pt x="202" y="667"/>
                  </a:lnTo>
                  <a:lnTo>
                    <a:pt x="214" y="668"/>
                  </a:lnTo>
                  <a:lnTo>
                    <a:pt x="227" y="668"/>
                  </a:lnTo>
                  <a:lnTo>
                    <a:pt x="238" y="668"/>
                  </a:lnTo>
                  <a:lnTo>
                    <a:pt x="251" y="668"/>
                  </a:lnTo>
                  <a:lnTo>
                    <a:pt x="263" y="667"/>
                  </a:lnTo>
                  <a:lnTo>
                    <a:pt x="275" y="665"/>
                  </a:lnTo>
                  <a:lnTo>
                    <a:pt x="288" y="662"/>
                  </a:lnTo>
                  <a:lnTo>
                    <a:pt x="301" y="659"/>
                  </a:lnTo>
                  <a:lnTo>
                    <a:pt x="314" y="656"/>
                  </a:lnTo>
                  <a:lnTo>
                    <a:pt x="329" y="652"/>
                  </a:lnTo>
                  <a:lnTo>
                    <a:pt x="333" y="657"/>
                  </a:lnTo>
                  <a:lnTo>
                    <a:pt x="333" y="664"/>
                  </a:lnTo>
                  <a:lnTo>
                    <a:pt x="331" y="672"/>
                  </a:lnTo>
                  <a:lnTo>
                    <a:pt x="329" y="677"/>
                  </a:lnTo>
                  <a:lnTo>
                    <a:pt x="316" y="682"/>
                  </a:lnTo>
                  <a:lnTo>
                    <a:pt x="302" y="686"/>
                  </a:lnTo>
                  <a:lnTo>
                    <a:pt x="289" y="690"/>
                  </a:lnTo>
                  <a:lnTo>
                    <a:pt x="276" y="692"/>
                  </a:lnTo>
                  <a:lnTo>
                    <a:pt x="264" y="695"/>
                  </a:lnTo>
                  <a:lnTo>
                    <a:pt x="251" y="697"/>
                  </a:lnTo>
                  <a:lnTo>
                    <a:pt x="238" y="699"/>
                  </a:lnTo>
                  <a:lnTo>
                    <a:pt x="226" y="699"/>
                  </a:lnTo>
                  <a:lnTo>
                    <a:pt x="213" y="700"/>
                  </a:lnTo>
                  <a:lnTo>
                    <a:pt x="202" y="700"/>
                  </a:lnTo>
                  <a:lnTo>
                    <a:pt x="189" y="699"/>
                  </a:lnTo>
                  <a:lnTo>
                    <a:pt x="176" y="698"/>
                  </a:lnTo>
                  <a:lnTo>
                    <a:pt x="164" y="696"/>
                  </a:lnTo>
                  <a:lnTo>
                    <a:pt x="150" y="694"/>
                  </a:lnTo>
                  <a:lnTo>
                    <a:pt x="137" y="690"/>
                  </a:lnTo>
                  <a:lnTo>
                    <a:pt x="123" y="687"/>
                  </a:lnTo>
                  <a:lnTo>
                    <a:pt x="106" y="680"/>
                  </a:lnTo>
                  <a:lnTo>
                    <a:pt x="88" y="672"/>
                  </a:lnTo>
                  <a:lnTo>
                    <a:pt x="71" y="661"/>
                  </a:lnTo>
                  <a:lnTo>
                    <a:pt x="55" y="650"/>
                  </a:lnTo>
                  <a:lnTo>
                    <a:pt x="40" y="636"/>
                  </a:lnTo>
                  <a:lnTo>
                    <a:pt x="28" y="621"/>
                  </a:lnTo>
                  <a:lnTo>
                    <a:pt x="18" y="605"/>
                  </a:lnTo>
                  <a:lnTo>
                    <a:pt x="10" y="586"/>
                  </a:lnTo>
                  <a:lnTo>
                    <a:pt x="2" y="531"/>
                  </a:lnTo>
                  <a:lnTo>
                    <a:pt x="0" y="476"/>
                  </a:lnTo>
                  <a:lnTo>
                    <a:pt x="1" y="421"/>
                  </a:lnTo>
                  <a:lnTo>
                    <a:pt x="7" y="365"/>
                  </a:lnTo>
                  <a:lnTo>
                    <a:pt x="16" y="311"/>
                  </a:lnTo>
                  <a:lnTo>
                    <a:pt x="29" y="258"/>
                  </a:lnTo>
                  <a:lnTo>
                    <a:pt x="44" y="206"/>
                  </a:lnTo>
                  <a:lnTo>
                    <a:pt x="62" y="157"/>
                  </a:lnTo>
                  <a:lnTo>
                    <a:pt x="71" y="142"/>
                  </a:lnTo>
                  <a:lnTo>
                    <a:pt x="81" y="129"/>
                  </a:lnTo>
                  <a:lnTo>
                    <a:pt x="90" y="118"/>
                  </a:lnTo>
                  <a:lnTo>
                    <a:pt x="99" y="107"/>
                  </a:lnTo>
                  <a:lnTo>
                    <a:pt x="109" y="99"/>
                  </a:lnTo>
                  <a:lnTo>
                    <a:pt x="120" y="91"/>
                  </a:lnTo>
                  <a:lnTo>
                    <a:pt x="131" y="84"/>
                  </a:lnTo>
                  <a:lnTo>
                    <a:pt x="143" y="78"/>
                  </a:lnTo>
                  <a:lnTo>
                    <a:pt x="155" y="73"/>
                  </a:lnTo>
                  <a:lnTo>
                    <a:pt x="169" y="68"/>
                  </a:lnTo>
                  <a:lnTo>
                    <a:pt x="183" y="63"/>
                  </a:lnTo>
                  <a:lnTo>
                    <a:pt x="199" y="59"/>
                  </a:lnTo>
                  <a:lnTo>
                    <a:pt x="215" y="54"/>
                  </a:lnTo>
                  <a:lnTo>
                    <a:pt x="233" y="50"/>
                  </a:lnTo>
                  <a:lnTo>
                    <a:pt x="252" y="45"/>
                  </a:lnTo>
                  <a:lnTo>
                    <a:pt x="273" y="39"/>
                  </a:lnTo>
                  <a:lnTo>
                    <a:pt x="275" y="39"/>
                  </a:lnTo>
                  <a:lnTo>
                    <a:pt x="281" y="38"/>
                  </a:lnTo>
                  <a:lnTo>
                    <a:pt x="290" y="36"/>
                  </a:lnTo>
                  <a:lnTo>
                    <a:pt x="303" y="33"/>
                  </a:lnTo>
                  <a:lnTo>
                    <a:pt x="319" y="30"/>
                  </a:lnTo>
                  <a:lnTo>
                    <a:pt x="336" y="26"/>
                  </a:lnTo>
                  <a:lnTo>
                    <a:pt x="355" y="23"/>
                  </a:lnTo>
                  <a:lnTo>
                    <a:pt x="375" y="20"/>
                  </a:lnTo>
                  <a:lnTo>
                    <a:pt x="397" y="16"/>
                  </a:lnTo>
                  <a:lnTo>
                    <a:pt x="418" y="13"/>
                  </a:lnTo>
                  <a:lnTo>
                    <a:pt x="440" y="9"/>
                  </a:lnTo>
                  <a:lnTo>
                    <a:pt x="461" y="6"/>
                  </a:lnTo>
                  <a:lnTo>
                    <a:pt x="481" y="3"/>
                  </a:lnTo>
                  <a:lnTo>
                    <a:pt x="500" y="1"/>
                  </a:lnTo>
                  <a:lnTo>
                    <a:pt x="516" y="0"/>
                  </a:lnTo>
                  <a:lnTo>
                    <a:pt x="531" y="0"/>
                  </a:lnTo>
                  <a:lnTo>
                    <a:pt x="556" y="0"/>
                  </a:lnTo>
                  <a:lnTo>
                    <a:pt x="582" y="2"/>
                  </a:lnTo>
                  <a:lnTo>
                    <a:pt x="606" y="7"/>
                  </a:lnTo>
                  <a:lnTo>
                    <a:pt x="629" y="13"/>
                  </a:lnTo>
                  <a:lnTo>
                    <a:pt x="650" y="22"/>
                  </a:lnTo>
                  <a:lnTo>
                    <a:pt x="668" y="33"/>
                  </a:lnTo>
                  <a:lnTo>
                    <a:pt x="685" y="50"/>
                  </a:lnTo>
                  <a:lnTo>
                    <a:pt x="699" y="69"/>
                  </a:lnTo>
                  <a:lnTo>
                    <a:pt x="711" y="98"/>
                  </a:lnTo>
                  <a:lnTo>
                    <a:pt x="718" y="131"/>
                  </a:lnTo>
                  <a:lnTo>
                    <a:pt x="721" y="169"/>
                  </a:lnTo>
                  <a:lnTo>
                    <a:pt x="722" y="209"/>
                  </a:lnTo>
                  <a:lnTo>
                    <a:pt x="722" y="249"/>
                  </a:lnTo>
                  <a:lnTo>
                    <a:pt x="720" y="289"/>
                  </a:lnTo>
                  <a:lnTo>
                    <a:pt x="719" y="327"/>
                  </a:lnTo>
                  <a:lnTo>
                    <a:pt x="719" y="362"/>
                  </a:lnTo>
                  <a:lnTo>
                    <a:pt x="716" y="391"/>
                  </a:lnTo>
                  <a:lnTo>
                    <a:pt x="715" y="417"/>
                  </a:lnTo>
                  <a:lnTo>
                    <a:pt x="713" y="445"/>
                  </a:lnTo>
                  <a:lnTo>
                    <a:pt x="708" y="470"/>
                  </a:lnTo>
                  <a:lnTo>
                    <a:pt x="700" y="494"/>
                  </a:lnTo>
                  <a:lnTo>
                    <a:pt x="689" y="516"/>
                  </a:lnTo>
                  <a:lnTo>
                    <a:pt x="673" y="537"/>
                  </a:lnTo>
                  <a:lnTo>
                    <a:pt x="650" y="555"/>
                  </a:lnTo>
                  <a:lnTo>
                    <a:pt x="638" y="562"/>
                  </a:lnTo>
                  <a:lnTo>
                    <a:pt x="625" y="570"/>
                  </a:lnTo>
                  <a:lnTo>
                    <a:pt x="614" y="577"/>
                  </a:lnTo>
                  <a:lnTo>
                    <a:pt x="602" y="584"/>
                  </a:lnTo>
                  <a:lnTo>
                    <a:pt x="590" y="592"/>
                  </a:lnTo>
                  <a:lnTo>
                    <a:pt x="578" y="598"/>
                  </a:lnTo>
                  <a:lnTo>
                    <a:pt x="565" y="604"/>
                  </a:lnTo>
                  <a:lnTo>
                    <a:pt x="553" y="609"/>
                  </a:lnTo>
                  <a:lnTo>
                    <a:pt x="503" y="903"/>
                  </a:lnTo>
                  <a:lnTo>
                    <a:pt x="478" y="903"/>
                  </a:lnTo>
                  <a:lnTo>
                    <a:pt x="589" y="215"/>
                  </a:lnTo>
                  <a:lnTo>
                    <a:pt x="577" y="213"/>
                  </a:lnTo>
                  <a:lnTo>
                    <a:pt x="561" y="213"/>
                  </a:lnTo>
                  <a:lnTo>
                    <a:pt x="542" y="215"/>
                  </a:lnTo>
                  <a:lnTo>
                    <a:pt x="522" y="219"/>
                  </a:lnTo>
                  <a:lnTo>
                    <a:pt x="500" y="225"/>
                  </a:lnTo>
                  <a:lnTo>
                    <a:pt x="481" y="230"/>
                  </a:lnTo>
                  <a:lnTo>
                    <a:pt x="465" y="235"/>
                  </a:lnTo>
                  <a:lnTo>
                    <a:pt x="454" y="241"/>
                  </a:lnTo>
                  <a:lnTo>
                    <a:pt x="356" y="90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49" name="Freeform 71"/>
            <p:cNvSpPr>
              <a:spLocks/>
            </p:cNvSpPr>
            <p:nvPr/>
          </p:nvSpPr>
          <p:spPr bwMode="auto">
            <a:xfrm>
              <a:off x="3162" y="3260"/>
              <a:ext cx="214" cy="263"/>
            </a:xfrm>
            <a:custGeom>
              <a:avLst/>
              <a:gdLst>
                <a:gd name="T0" fmla="*/ 204 w 428"/>
                <a:gd name="T1" fmla="*/ 2 h 526"/>
                <a:gd name="T2" fmla="*/ 184 w 428"/>
                <a:gd name="T3" fmla="*/ 8 h 526"/>
                <a:gd name="T4" fmla="*/ 165 w 428"/>
                <a:gd name="T5" fmla="*/ 14 h 526"/>
                <a:gd name="T6" fmla="*/ 148 w 428"/>
                <a:gd name="T7" fmla="*/ 20 h 526"/>
                <a:gd name="T8" fmla="*/ 130 w 428"/>
                <a:gd name="T9" fmla="*/ 26 h 526"/>
                <a:gd name="T10" fmla="*/ 112 w 428"/>
                <a:gd name="T11" fmla="*/ 33 h 526"/>
                <a:gd name="T12" fmla="*/ 96 w 428"/>
                <a:gd name="T13" fmla="*/ 39 h 526"/>
                <a:gd name="T14" fmla="*/ 79 w 428"/>
                <a:gd name="T15" fmla="*/ 45 h 526"/>
                <a:gd name="T16" fmla="*/ 57 w 428"/>
                <a:gd name="T17" fmla="*/ 58 h 526"/>
                <a:gd name="T18" fmla="*/ 39 w 428"/>
                <a:gd name="T19" fmla="*/ 83 h 526"/>
                <a:gd name="T20" fmla="*/ 28 w 428"/>
                <a:gd name="T21" fmla="*/ 114 h 526"/>
                <a:gd name="T22" fmla="*/ 23 w 428"/>
                <a:gd name="T23" fmla="*/ 146 h 526"/>
                <a:gd name="T24" fmla="*/ 18 w 428"/>
                <a:gd name="T25" fmla="*/ 263 h 526"/>
                <a:gd name="T26" fmla="*/ 13 w 428"/>
                <a:gd name="T27" fmla="*/ 263 h 526"/>
                <a:gd name="T28" fmla="*/ 8 w 428"/>
                <a:gd name="T29" fmla="*/ 262 h 526"/>
                <a:gd name="T30" fmla="*/ 3 w 428"/>
                <a:gd name="T31" fmla="*/ 260 h 526"/>
                <a:gd name="T32" fmla="*/ 1 w 428"/>
                <a:gd name="T33" fmla="*/ 259 h 526"/>
                <a:gd name="T34" fmla="*/ 0 w 428"/>
                <a:gd name="T35" fmla="*/ 206 h 526"/>
                <a:gd name="T36" fmla="*/ 3 w 428"/>
                <a:gd name="T37" fmla="*/ 153 h 526"/>
                <a:gd name="T38" fmla="*/ 15 w 428"/>
                <a:gd name="T39" fmla="*/ 102 h 526"/>
                <a:gd name="T40" fmla="*/ 38 w 428"/>
                <a:gd name="T41" fmla="*/ 57 h 526"/>
                <a:gd name="T42" fmla="*/ 54 w 428"/>
                <a:gd name="T43" fmla="*/ 47 h 526"/>
                <a:gd name="T44" fmla="*/ 72 w 428"/>
                <a:gd name="T45" fmla="*/ 38 h 526"/>
                <a:gd name="T46" fmla="*/ 90 w 428"/>
                <a:gd name="T47" fmla="*/ 30 h 526"/>
                <a:gd name="T48" fmla="*/ 108 w 428"/>
                <a:gd name="T49" fmla="*/ 24 h 526"/>
                <a:gd name="T50" fmla="*/ 126 w 428"/>
                <a:gd name="T51" fmla="*/ 18 h 526"/>
                <a:gd name="T52" fmla="*/ 146 w 428"/>
                <a:gd name="T53" fmla="*/ 12 h 526"/>
                <a:gd name="T54" fmla="*/ 165 w 428"/>
                <a:gd name="T55" fmla="*/ 8 h 526"/>
                <a:gd name="T56" fmla="*/ 184 w 428"/>
                <a:gd name="T57" fmla="*/ 3 h 526"/>
                <a:gd name="T58" fmla="*/ 191 w 428"/>
                <a:gd name="T59" fmla="*/ 2 h 526"/>
                <a:gd name="T60" fmla="*/ 199 w 428"/>
                <a:gd name="T61" fmla="*/ 1 h 526"/>
                <a:gd name="T62" fmla="*/ 207 w 428"/>
                <a:gd name="T63" fmla="*/ 1 h 526"/>
                <a:gd name="T64" fmla="*/ 214 w 428"/>
                <a:gd name="T65" fmla="*/ 0 h 5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8"/>
                <a:gd name="T100" fmla="*/ 0 h 526"/>
                <a:gd name="T101" fmla="*/ 428 w 428"/>
                <a:gd name="T102" fmla="*/ 526 h 5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8" h="526">
                  <a:moveTo>
                    <a:pt x="428" y="0"/>
                  </a:moveTo>
                  <a:lnTo>
                    <a:pt x="407" y="5"/>
                  </a:lnTo>
                  <a:lnTo>
                    <a:pt x="388" y="11"/>
                  </a:lnTo>
                  <a:lnTo>
                    <a:pt x="368" y="17"/>
                  </a:lnTo>
                  <a:lnTo>
                    <a:pt x="349" y="23"/>
                  </a:lnTo>
                  <a:lnTo>
                    <a:pt x="330" y="28"/>
                  </a:lnTo>
                  <a:lnTo>
                    <a:pt x="312" y="34"/>
                  </a:lnTo>
                  <a:lnTo>
                    <a:pt x="295" y="41"/>
                  </a:lnTo>
                  <a:lnTo>
                    <a:pt x="276" y="47"/>
                  </a:lnTo>
                  <a:lnTo>
                    <a:pt x="259" y="53"/>
                  </a:lnTo>
                  <a:lnTo>
                    <a:pt x="242" y="60"/>
                  </a:lnTo>
                  <a:lnTo>
                    <a:pt x="225" y="65"/>
                  </a:lnTo>
                  <a:lnTo>
                    <a:pt x="208" y="71"/>
                  </a:lnTo>
                  <a:lnTo>
                    <a:pt x="191" y="78"/>
                  </a:lnTo>
                  <a:lnTo>
                    <a:pt x="175" y="84"/>
                  </a:lnTo>
                  <a:lnTo>
                    <a:pt x="157" y="91"/>
                  </a:lnTo>
                  <a:lnTo>
                    <a:pt x="141" y="96"/>
                  </a:lnTo>
                  <a:lnTo>
                    <a:pt x="115" y="116"/>
                  </a:lnTo>
                  <a:lnTo>
                    <a:pt x="94" y="140"/>
                  </a:lnTo>
                  <a:lnTo>
                    <a:pt x="78" y="167"/>
                  </a:lnTo>
                  <a:lnTo>
                    <a:pt x="66" y="197"/>
                  </a:lnTo>
                  <a:lnTo>
                    <a:pt x="57" y="228"/>
                  </a:lnTo>
                  <a:lnTo>
                    <a:pt x="50" y="260"/>
                  </a:lnTo>
                  <a:lnTo>
                    <a:pt x="45" y="292"/>
                  </a:lnTo>
                  <a:lnTo>
                    <a:pt x="39" y="323"/>
                  </a:lnTo>
                  <a:lnTo>
                    <a:pt x="35" y="525"/>
                  </a:lnTo>
                  <a:lnTo>
                    <a:pt x="32" y="526"/>
                  </a:lnTo>
                  <a:lnTo>
                    <a:pt x="27" y="526"/>
                  </a:lnTo>
                  <a:lnTo>
                    <a:pt x="22" y="525"/>
                  </a:lnTo>
                  <a:lnTo>
                    <a:pt x="16" y="524"/>
                  </a:lnTo>
                  <a:lnTo>
                    <a:pt x="10" y="522"/>
                  </a:lnTo>
                  <a:lnTo>
                    <a:pt x="5" y="520"/>
                  </a:lnTo>
                  <a:lnTo>
                    <a:pt x="2" y="518"/>
                  </a:lnTo>
                  <a:lnTo>
                    <a:pt x="1" y="518"/>
                  </a:lnTo>
                  <a:lnTo>
                    <a:pt x="0" y="465"/>
                  </a:lnTo>
                  <a:lnTo>
                    <a:pt x="0" y="412"/>
                  </a:lnTo>
                  <a:lnTo>
                    <a:pt x="2" y="358"/>
                  </a:lnTo>
                  <a:lnTo>
                    <a:pt x="7" y="306"/>
                  </a:lnTo>
                  <a:lnTo>
                    <a:pt x="16" y="254"/>
                  </a:lnTo>
                  <a:lnTo>
                    <a:pt x="30" y="205"/>
                  </a:lnTo>
                  <a:lnTo>
                    <a:pt x="49" y="159"/>
                  </a:lnTo>
                  <a:lnTo>
                    <a:pt x="76" y="115"/>
                  </a:lnTo>
                  <a:lnTo>
                    <a:pt x="92" y="105"/>
                  </a:lnTo>
                  <a:lnTo>
                    <a:pt x="109" y="94"/>
                  </a:lnTo>
                  <a:lnTo>
                    <a:pt x="126" y="85"/>
                  </a:lnTo>
                  <a:lnTo>
                    <a:pt x="144" y="77"/>
                  </a:lnTo>
                  <a:lnTo>
                    <a:pt x="161" y="69"/>
                  </a:lnTo>
                  <a:lnTo>
                    <a:pt x="179" y="61"/>
                  </a:lnTo>
                  <a:lnTo>
                    <a:pt x="198" y="54"/>
                  </a:lnTo>
                  <a:lnTo>
                    <a:pt x="216" y="48"/>
                  </a:lnTo>
                  <a:lnTo>
                    <a:pt x="235" y="41"/>
                  </a:lnTo>
                  <a:lnTo>
                    <a:pt x="253" y="37"/>
                  </a:lnTo>
                  <a:lnTo>
                    <a:pt x="272" y="31"/>
                  </a:lnTo>
                  <a:lnTo>
                    <a:pt x="291" y="25"/>
                  </a:lnTo>
                  <a:lnTo>
                    <a:pt x="310" y="20"/>
                  </a:lnTo>
                  <a:lnTo>
                    <a:pt x="329" y="16"/>
                  </a:lnTo>
                  <a:lnTo>
                    <a:pt x="348" y="11"/>
                  </a:lnTo>
                  <a:lnTo>
                    <a:pt x="367" y="7"/>
                  </a:lnTo>
                  <a:lnTo>
                    <a:pt x="375" y="5"/>
                  </a:lnTo>
                  <a:lnTo>
                    <a:pt x="382" y="4"/>
                  </a:lnTo>
                  <a:lnTo>
                    <a:pt x="390" y="3"/>
                  </a:lnTo>
                  <a:lnTo>
                    <a:pt x="398" y="3"/>
                  </a:lnTo>
                  <a:lnTo>
                    <a:pt x="405" y="2"/>
                  </a:lnTo>
                  <a:lnTo>
                    <a:pt x="413" y="1"/>
                  </a:lnTo>
                  <a:lnTo>
                    <a:pt x="420" y="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50" name="Freeform 72"/>
            <p:cNvSpPr>
              <a:spLocks/>
            </p:cNvSpPr>
            <p:nvPr/>
          </p:nvSpPr>
          <p:spPr bwMode="auto">
            <a:xfrm>
              <a:off x="3293" y="3347"/>
              <a:ext cx="64" cy="331"/>
            </a:xfrm>
            <a:custGeom>
              <a:avLst/>
              <a:gdLst>
                <a:gd name="T0" fmla="*/ 0 w 128"/>
                <a:gd name="T1" fmla="*/ 331 h 661"/>
                <a:gd name="T2" fmla="*/ 37 w 128"/>
                <a:gd name="T3" fmla="*/ 108 h 661"/>
                <a:gd name="T4" fmla="*/ 56 w 128"/>
                <a:gd name="T5" fmla="*/ 3 h 661"/>
                <a:gd name="T6" fmla="*/ 57 w 128"/>
                <a:gd name="T7" fmla="*/ 1 h 661"/>
                <a:gd name="T8" fmla="*/ 59 w 128"/>
                <a:gd name="T9" fmla="*/ 0 h 661"/>
                <a:gd name="T10" fmla="*/ 62 w 128"/>
                <a:gd name="T11" fmla="*/ 0 h 661"/>
                <a:gd name="T12" fmla="*/ 64 w 128"/>
                <a:gd name="T13" fmla="*/ 0 h 661"/>
                <a:gd name="T14" fmla="*/ 46 w 128"/>
                <a:gd name="T15" fmla="*/ 111 h 661"/>
                <a:gd name="T16" fmla="*/ 10 w 128"/>
                <a:gd name="T17" fmla="*/ 331 h 661"/>
                <a:gd name="T18" fmla="*/ 0 w 128"/>
                <a:gd name="T19" fmla="*/ 331 h 6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8"/>
                <a:gd name="T31" fmla="*/ 0 h 661"/>
                <a:gd name="T32" fmla="*/ 128 w 128"/>
                <a:gd name="T33" fmla="*/ 661 h 66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8" h="661">
                  <a:moveTo>
                    <a:pt x="0" y="661"/>
                  </a:moveTo>
                  <a:lnTo>
                    <a:pt x="74" y="215"/>
                  </a:lnTo>
                  <a:lnTo>
                    <a:pt x="113" y="6"/>
                  </a:lnTo>
                  <a:lnTo>
                    <a:pt x="114" y="1"/>
                  </a:lnTo>
                  <a:lnTo>
                    <a:pt x="118" y="0"/>
                  </a:lnTo>
                  <a:lnTo>
                    <a:pt x="124" y="0"/>
                  </a:lnTo>
                  <a:lnTo>
                    <a:pt x="128" y="0"/>
                  </a:lnTo>
                  <a:lnTo>
                    <a:pt x="92" y="222"/>
                  </a:lnTo>
                  <a:lnTo>
                    <a:pt x="20" y="661"/>
                  </a:lnTo>
                  <a:lnTo>
                    <a:pt x="0" y="6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51" name="Freeform 73"/>
            <p:cNvSpPr>
              <a:spLocks/>
            </p:cNvSpPr>
            <p:nvPr/>
          </p:nvSpPr>
          <p:spPr bwMode="auto">
            <a:xfrm>
              <a:off x="2649" y="2775"/>
              <a:ext cx="44" cy="198"/>
            </a:xfrm>
            <a:custGeom>
              <a:avLst/>
              <a:gdLst>
                <a:gd name="T0" fmla="*/ 44 w 88"/>
                <a:gd name="T1" fmla="*/ 197 h 395"/>
                <a:gd name="T2" fmla="*/ 40 w 88"/>
                <a:gd name="T3" fmla="*/ 0 h 395"/>
                <a:gd name="T4" fmla="*/ 0 w 88"/>
                <a:gd name="T5" fmla="*/ 1 h 395"/>
                <a:gd name="T6" fmla="*/ 5 w 88"/>
                <a:gd name="T7" fmla="*/ 198 h 395"/>
                <a:gd name="T8" fmla="*/ 44 w 88"/>
                <a:gd name="T9" fmla="*/ 197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395"/>
                <a:gd name="T17" fmla="*/ 88 w 88"/>
                <a:gd name="T18" fmla="*/ 395 h 3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395">
                  <a:moveTo>
                    <a:pt x="88" y="394"/>
                  </a:moveTo>
                  <a:lnTo>
                    <a:pt x="79" y="0"/>
                  </a:lnTo>
                  <a:lnTo>
                    <a:pt x="0" y="1"/>
                  </a:lnTo>
                  <a:lnTo>
                    <a:pt x="9" y="395"/>
                  </a:lnTo>
                  <a:lnTo>
                    <a:pt x="88" y="394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52" name="Freeform 74"/>
            <p:cNvSpPr>
              <a:spLocks/>
            </p:cNvSpPr>
            <p:nvPr/>
          </p:nvSpPr>
          <p:spPr bwMode="auto">
            <a:xfrm>
              <a:off x="2705" y="2698"/>
              <a:ext cx="45" cy="273"/>
            </a:xfrm>
            <a:custGeom>
              <a:avLst/>
              <a:gdLst>
                <a:gd name="T0" fmla="*/ 45 w 90"/>
                <a:gd name="T1" fmla="*/ 272 h 545"/>
                <a:gd name="T2" fmla="*/ 40 w 90"/>
                <a:gd name="T3" fmla="*/ 0 h 545"/>
                <a:gd name="T4" fmla="*/ 0 w 90"/>
                <a:gd name="T5" fmla="*/ 1 h 545"/>
                <a:gd name="T6" fmla="*/ 5 w 90"/>
                <a:gd name="T7" fmla="*/ 273 h 545"/>
                <a:gd name="T8" fmla="*/ 45 w 90"/>
                <a:gd name="T9" fmla="*/ 272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545"/>
                <a:gd name="T17" fmla="*/ 90 w 90"/>
                <a:gd name="T18" fmla="*/ 545 h 5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545">
                  <a:moveTo>
                    <a:pt x="90" y="543"/>
                  </a:moveTo>
                  <a:lnTo>
                    <a:pt x="80" y="0"/>
                  </a:lnTo>
                  <a:lnTo>
                    <a:pt x="0" y="2"/>
                  </a:lnTo>
                  <a:lnTo>
                    <a:pt x="9" y="545"/>
                  </a:lnTo>
                  <a:lnTo>
                    <a:pt x="90" y="543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53" name="Freeform 75"/>
            <p:cNvSpPr>
              <a:spLocks/>
            </p:cNvSpPr>
            <p:nvPr/>
          </p:nvSpPr>
          <p:spPr bwMode="auto">
            <a:xfrm>
              <a:off x="2760" y="2743"/>
              <a:ext cx="45" cy="225"/>
            </a:xfrm>
            <a:custGeom>
              <a:avLst/>
              <a:gdLst>
                <a:gd name="T0" fmla="*/ 45 w 90"/>
                <a:gd name="T1" fmla="*/ 224 h 450"/>
                <a:gd name="T2" fmla="*/ 40 w 90"/>
                <a:gd name="T3" fmla="*/ 0 h 450"/>
                <a:gd name="T4" fmla="*/ 0 w 90"/>
                <a:gd name="T5" fmla="*/ 2 h 450"/>
                <a:gd name="T6" fmla="*/ 5 w 90"/>
                <a:gd name="T7" fmla="*/ 225 h 450"/>
                <a:gd name="T8" fmla="*/ 45 w 90"/>
                <a:gd name="T9" fmla="*/ 224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450"/>
                <a:gd name="T17" fmla="*/ 90 w 90"/>
                <a:gd name="T18" fmla="*/ 450 h 4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450">
                  <a:moveTo>
                    <a:pt x="90" y="448"/>
                  </a:moveTo>
                  <a:lnTo>
                    <a:pt x="79" y="0"/>
                  </a:lnTo>
                  <a:lnTo>
                    <a:pt x="0" y="3"/>
                  </a:lnTo>
                  <a:lnTo>
                    <a:pt x="9" y="450"/>
                  </a:lnTo>
                  <a:lnTo>
                    <a:pt x="90" y="448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" name="Group 111"/>
          <p:cNvGrpSpPr>
            <a:grpSpLocks/>
          </p:cNvGrpSpPr>
          <p:nvPr/>
        </p:nvGrpSpPr>
        <p:grpSpPr bwMode="auto">
          <a:xfrm flipH="1">
            <a:off x="973138" y="1362075"/>
            <a:ext cx="1201737" cy="1169988"/>
            <a:chOff x="1950" y="2534"/>
            <a:chExt cx="1547" cy="1277"/>
          </a:xfrm>
        </p:grpSpPr>
        <p:sp>
          <p:nvSpPr>
            <p:cNvPr id="9286" name="AutoShape 112"/>
            <p:cNvSpPr>
              <a:spLocks noChangeAspect="1" noChangeArrowheads="1" noTextEdit="1"/>
            </p:cNvSpPr>
            <p:nvPr/>
          </p:nvSpPr>
          <p:spPr bwMode="auto">
            <a:xfrm>
              <a:off x="1950" y="2537"/>
              <a:ext cx="1440" cy="1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7" name="AutoShape 113"/>
            <p:cNvSpPr>
              <a:spLocks noChangeAspect="1" noChangeArrowheads="1" noTextEdit="1"/>
            </p:cNvSpPr>
            <p:nvPr/>
          </p:nvSpPr>
          <p:spPr bwMode="auto">
            <a:xfrm>
              <a:off x="2366" y="2534"/>
              <a:ext cx="1131" cy="1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8" name="Freeform 114"/>
            <p:cNvSpPr>
              <a:spLocks/>
            </p:cNvSpPr>
            <p:nvPr/>
          </p:nvSpPr>
          <p:spPr bwMode="auto">
            <a:xfrm>
              <a:off x="2145" y="3062"/>
              <a:ext cx="921" cy="399"/>
            </a:xfrm>
            <a:custGeom>
              <a:avLst/>
              <a:gdLst>
                <a:gd name="T0" fmla="*/ 0 w 921"/>
                <a:gd name="T1" fmla="*/ 190 h 399"/>
                <a:gd name="T2" fmla="*/ 522 w 921"/>
                <a:gd name="T3" fmla="*/ 399 h 399"/>
                <a:gd name="T4" fmla="*/ 913 w 921"/>
                <a:gd name="T5" fmla="*/ 251 h 399"/>
                <a:gd name="T6" fmla="*/ 921 w 921"/>
                <a:gd name="T7" fmla="*/ 85 h 399"/>
                <a:gd name="T8" fmla="*/ 680 w 921"/>
                <a:gd name="T9" fmla="*/ 0 h 399"/>
                <a:gd name="T10" fmla="*/ 0 w 921"/>
                <a:gd name="T11" fmla="*/ 190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1"/>
                <a:gd name="T19" fmla="*/ 0 h 399"/>
                <a:gd name="T20" fmla="*/ 921 w 92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1" h="399">
                  <a:moveTo>
                    <a:pt x="0" y="190"/>
                  </a:moveTo>
                  <a:lnTo>
                    <a:pt x="522" y="399"/>
                  </a:lnTo>
                  <a:lnTo>
                    <a:pt x="913" y="251"/>
                  </a:lnTo>
                  <a:lnTo>
                    <a:pt x="921" y="85"/>
                  </a:lnTo>
                  <a:lnTo>
                    <a:pt x="680" y="0"/>
                  </a:lnTo>
                  <a:lnTo>
                    <a:pt x="0" y="190"/>
                  </a:lnTo>
                  <a:close/>
                </a:path>
              </a:pathLst>
            </a:custGeom>
            <a:blipFill dpi="0" rotWithShape="1">
              <a:blip r:embed="rId3" cstate="print"/>
              <a:srcRect/>
              <a:tile tx="0" ty="0" sx="100000" sy="100000" flip="none" algn="tl"/>
            </a:blip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9" name="Freeform 115"/>
            <p:cNvSpPr>
              <a:spLocks/>
            </p:cNvSpPr>
            <p:nvPr/>
          </p:nvSpPr>
          <p:spPr bwMode="auto">
            <a:xfrm>
              <a:off x="3002" y="2631"/>
              <a:ext cx="338" cy="438"/>
            </a:xfrm>
            <a:custGeom>
              <a:avLst/>
              <a:gdLst>
                <a:gd name="T0" fmla="*/ 266 w 676"/>
                <a:gd name="T1" fmla="*/ 217 h 876"/>
                <a:gd name="T2" fmla="*/ 271 w 676"/>
                <a:gd name="T3" fmla="*/ 184 h 876"/>
                <a:gd name="T4" fmla="*/ 271 w 676"/>
                <a:gd name="T5" fmla="*/ 150 h 876"/>
                <a:gd name="T6" fmla="*/ 265 w 676"/>
                <a:gd name="T7" fmla="*/ 117 h 876"/>
                <a:gd name="T8" fmla="*/ 255 w 676"/>
                <a:gd name="T9" fmla="*/ 88 h 876"/>
                <a:gd name="T10" fmla="*/ 240 w 676"/>
                <a:gd name="T11" fmla="*/ 61 h 876"/>
                <a:gd name="T12" fmla="*/ 222 w 676"/>
                <a:gd name="T13" fmla="*/ 38 h 876"/>
                <a:gd name="T14" fmla="*/ 200 w 676"/>
                <a:gd name="T15" fmla="*/ 20 h 876"/>
                <a:gd name="T16" fmla="*/ 176 w 676"/>
                <a:gd name="T17" fmla="*/ 7 h 876"/>
                <a:gd name="T18" fmla="*/ 150 w 676"/>
                <a:gd name="T19" fmla="*/ 1 h 876"/>
                <a:gd name="T20" fmla="*/ 122 w 676"/>
                <a:gd name="T21" fmla="*/ 1 h 876"/>
                <a:gd name="T22" fmla="*/ 95 w 676"/>
                <a:gd name="T23" fmla="*/ 7 h 876"/>
                <a:gd name="T24" fmla="*/ 71 w 676"/>
                <a:gd name="T25" fmla="*/ 20 h 876"/>
                <a:gd name="T26" fmla="*/ 49 w 676"/>
                <a:gd name="T27" fmla="*/ 38 h 876"/>
                <a:gd name="T28" fmla="*/ 31 w 676"/>
                <a:gd name="T29" fmla="*/ 61 h 876"/>
                <a:gd name="T30" fmla="*/ 17 w 676"/>
                <a:gd name="T31" fmla="*/ 88 h 876"/>
                <a:gd name="T32" fmla="*/ 6 w 676"/>
                <a:gd name="T33" fmla="*/ 117 h 876"/>
                <a:gd name="T34" fmla="*/ 1 w 676"/>
                <a:gd name="T35" fmla="*/ 150 h 876"/>
                <a:gd name="T36" fmla="*/ 1 w 676"/>
                <a:gd name="T37" fmla="*/ 185 h 876"/>
                <a:gd name="T38" fmla="*/ 5 w 676"/>
                <a:gd name="T39" fmla="*/ 217 h 876"/>
                <a:gd name="T40" fmla="*/ 15 w 676"/>
                <a:gd name="T41" fmla="*/ 247 h 876"/>
                <a:gd name="T42" fmla="*/ 28 w 676"/>
                <a:gd name="T43" fmla="*/ 274 h 876"/>
                <a:gd name="T44" fmla="*/ 45 w 676"/>
                <a:gd name="T45" fmla="*/ 297 h 876"/>
                <a:gd name="T46" fmla="*/ 66 w 676"/>
                <a:gd name="T47" fmla="*/ 315 h 876"/>
                <a:gd name="T48" fmla="*/ 89 w 676"/>
                <a:gd name="T49" fmla="*/ 328 h 876"/>
                <a:gd name="T50" fmla="*/ 115 w 676"/>
                <a:gd name="T51" fmla="*/ 334 h 876"/>
                <a:gd name="T52" fmla="*/ 133 w 676"/>
                <a:gd name="T53" fmla="*/ 335 h 876"/>
                <a:gd name="T54" fmla="*/ 139 w 676"/>
                <a:gd name="T55" fmla="*/ 335 h 876"/>
                <a:gd name="T56" fmla="*/ 145 w 676"/>
                <a:gd name="T57" fmla="*/ 334 h 876"/>
                <a:gd name="T58" fmla="*/ 151 w 676"/>
                <a:gd name="T59" fmla="*/ 332 h 876"/>
                <a:gd name="T60" fmla="*/ 138 w 676"/>
                <a:gd name="T61" fmla="*/ 389 h 876"/>
                <a:gd name="T62" fmla="*/ 143 w 676"/>
                <a:gd name="T63" fmla="*/ 393 h 876"/>
                <a:gd name="T64" fmla="*/ 157 w 676"/>
                <a:gd name="T65" fmla="*/ 404 h 876"/>
                <a:gd name="T66" fmla="*/ 178 w 676"/>
                <a:gd name="T67" fmla="*/ 419 h 876"/>
                <a:gd name="T68" fmla="*/ 205 w 676"/>
                <a:gd name="T69" fmla="*/ 433 h 876"/>
                <a:gd name="T70" fmla="*/ 220 w 676"/>
                <a:gd name="T71" fmla="*/ 438 h 876"/>
                <a:gd name="T72" fmla="*/ 235 w 676"/>
                <a:gd name="T73" fmla="*/ 438 h 876"/>
                <a:gd name="T74" fmla="*/ 251 w 676"/>
                <a:gd name="T75" fmla="*/ 435 h 876"/>
                <a:gd name="T76" fmla="*/ 266 w 676"/>
                <a:gd name="T77" fmla="*/ 430 h 876"/>
                <a:gd name="T78" fmla="*/ 279 w 676"/>
                <a:gd name="T79" fmla="*/ 423 h 876"/>
                <a:gd name="T80" fmla="*/ 291 w 676"/>
                <a:gd name="T81" fmla="*/ 417 h 876"/>
                <a:gd name="T82" fmla="*/ 301 w 676"/>
                <a:gd name="T83" fmla="*/ 412 h 876"/>
                <a:gd name="T84" fmla="*/ 309 w 676"/>
                <a:gd name="T85" fmla="*/ 408 h 876"/>
                <a:gd name="T86" fmla="*/ 320 w 676"/>
                <a:gd name="T87" fmla="*/ 400 h 876"/>
                <a:gd name="T88" fmla="*/ 329 w 676"/>
                <a:gd name="T89" fmla="*/ 385 h 876"/>
                <a:gd name="T90" fmla="*/ 336 w 676"/>
                <a:gd name="T91" fmla="*/ 372 h 876"/>
                <a:gd name="T92" fmla="*/ 338 w 676"/>
                <a:gd name="T93" fmla="*/ 366 h 87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76"/>
                <a:gd name="T142" fmla="*/ 0 h 876"/>
                <a:gd name="T143" fmla="*/ 676 w 676"/>
                <a:gd name="T144" fmla="*/ 876 h 87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76" h="876">
                  <a:moveTo>
                    <a:pt x="521" y="464"/>
                  </a:moveTo>
                  <a:lnTo>
                    <a:pt x="531" y="433"/>
                  </a:lnTo>
                  <a:lnTo>
                    <a:pt x="538" y="402"/>
                  </a:lnTo>
                  <a:lnTo>
                    <a:pt x="541" y="368"/>
                  </a:lnTo>
                  <a:lnTo>
                    <a:pt x="542" y="335"/>
                  </a:lnTo>
                  <a:lnTo>
                    <a:pt x="541" y="300"/>
                  </a:lnTo>
                  <a:lnTo>
                    <a:pt x="536" y="267"/>
                  </a:lnTo>
                  <a:lnTo>
                    <a:pt x="529" y="235"/>
                  </a:lnTo>
                  <a:lnTo>
                    <a:pt x="521" y="205"/>
                  </a:lnTo>
                  <a:lnTo>
                    <a:pt x="510" y="175"/>
                  </a:lnTo>
                  <a:lnTo>
                    <a:pt x="496" y="147"/>
                  </a:lnTo>
                  <a:lnTo>
                    <a:pt x="480" y="122"/>
                  </a:lnTo>
                  <a:lnTo>
                    <a:pt x="463" y="97"/>
                  </a:lnTo>
                  <a:lnTo>
                    <a:pt x="444" y="76"/>
                  </a:lnTo>
                  <a:lnTo>
                    <a:pt x="422" y="57"/>
                  </a:lnTo>
                  <a:lnTo>
                    <a:pt x="400" y="40"/>
                  </a:lnTo>
                  <a:lnTo>
                    <a:pt x="377" y="26"/>
                  </a:lnTo>
                  <a:lnTo>
                    <a:pt x="352" y="15"/>
                  </a:lnTo>
                  <a:lnTo>
                    <a:pt x="326" y="6"/>
                  </a:lnTo>
                  <a:lnTo>
                    <a:pt x="299" y="1"/>
                  </a:lnTo>
                  <a:lnTo>
                    <a:pt x="271" y="0"/>
                  </a:lnTo>
                  <a:lnTo>
                    <a:pt x="244" y="1"/>
                  </a:lnTo>
                  <a:lnTo>
                    <a:pt x="217" y="6"/>
                  </a:lnTo>
                  <a:lnTo>
                    <a:pt x="191" y="15"/>
                  </a:lnTo>
                  <a:lnTo>
                    <a:pt x="166" y="26"/>
                  </a:lnTo>
                  <a:lnTo>
                    <a:pt x="142" y="40"/>
                  </a:lnTo>
                  <a:lnTo>
                    <a:pt x="119" y="57"/>
                  </a:lnTo>
                  <a:lnTo>
                    <a:pt x="99" y="76"/>
                  </a:lnTo>
                  <a:lnTo>
                    <a:pt x="79" y="97"/>
                  </a:lnTo>
                  <a:lnTo>
                    <a:pt x="62" y="122"/>
                  </a:lnTo>
                  <a:lnTo>
                    <a:pt x="46" y="147"/>
                  </a:lnTo>
                  <a:lnTo>
                    <a:pt x="33" y="175"/>
                  </a:lnTo>
                  <a:lnTo>
                    <a:pt x="22" y="205"/>
                  </a:lnTo>
                  <a:lnTo>
                    <a:pt x="12" y="235"/>
                  </a:lnTo>
                  <a:lnTo>
                    <a:pt x="5" y="267"/>
                  </a:lnTo>
                  <a:lnTo>
                    <a:pt x="1" y="300"/>
                  </a:lnTo>
                  <a:lnTo>
                    <a:pt x="0" y="335"/>
                  </a:lnTo>
                  <a:lnTo>
                    <a:pt x="1" y="369"/>
                  </a:lnTo>
                  <a:lnTo>
                    <a:pt x="4" y="402"/>
                  </a:lnTo>
                  <a:lnTo>
                    <a:pt x="11" y="434"/>
                  </a:lnTo>
                  <a:lnTo>
                    <a:pt x="19" y="465"/>
                  </a:lnTo>
                  <a:lnTo>
                    <a:pt x="30" y="494"/>
                  </a:lnTo>
                  <a:lnTo>
                    <a:pt x="42" y="521"/>
                  </a:lnTo>
                  <a:lnTo>
                    <a:pt x="57" y="548"/>
                  </a:lnTo>
                  <a:lnTo>
                    <a:pt x="73" y="571"/>
                  </a:lnTo>
                  <a:lnTo>
                    <a:pt x="91" y="593"/>
                  </a:lnTo>
                  <a:lnTo>
                    <a:pt x="111" y="612"/>
                  </a:lnTo>
                  <a:lnTo>
                    <a:pt x="132" y="630"/>
                  </a:lnTo>
                  <a:lnTo>
                    <a:pt x="155" y="644"/>
                  </a:lnTo>
                  <a:lnTo>
                    <a:pt x="179" y="655"/>
                  </a:lnTo>
                  <a:lnTo>
                    <a:pt x="205" y="663"/>
                  </a:lnTo>
                  <a:lnTo>
                    <a:pt x="231" y="668"/>
                  </a:lnTo>
                  <a:lnTo>
                    <a:pt x="259" y="670"/>
                  </a:lnTo>
                  <a:lnTo>
                    <a:pt x="265" y="670"/>
                  </a:lnTo>
                  <a:lnTo>
                    <a:pt x="270" y="669"/>
                  </a:lnTo>
                  <a:lnTo>
                    <a:pt x="277" y="669"/>
                  </a:lnTo>
                  <a:lnTo>
                    <a:pt x="283" y="668"/>
                  </a:lnTo>
                  <a:lnTo>
                    <a:pt x="290" y="667"/>
                  </a:lnTo>
                  <a:lnTo>
                    <a:pt x="296" y="665"/>
                  </a:lnTo>
                  <a:lnTo>
                    <a:pt x="301" y="664"/>
                  </a:lnTo>
                  <a:lnTo>
                    <a:pt x="307" y="663"/>
                  </a:lnTo>
                  <a:lnTo>
                    <a:pt x="276" y="778"/>
                  </a:lnTo>
                  <a:lnTo>
                    <a:pt x="278" y="781"/>
                  </a:lnTo>
                  <a:lnTo>
                    <a:pt x="285" y="786"/>
                  </a:lnTo>
                  <a:lnTo>
                    <a:pt x="298" y="797"/>
                  </a:lnTo>
                  <a:lnTo>
                    <a:pt x="313" y="808"/>
                  </a:lnTo>
                  <a:lnTo>
                    <a:pt x="333" y="822"/>
                  </a:lnTo>
                  <a:lnTo>
                    <a:pt x="356" y="837"/>
                  </a:lnTo>
                  <a:lnTo>
                    <a:pt x="381" y="852"/>
                  </a:lnTo>
                  <a:lnTo>
                    <a:pt x="410" y="866"/>
                  </a:lnTo>
                  <a:lnTo>
                    <a:pt x="425" y="872"/>
                  </a:lnTo>
                  <a:lnTo>
                    <a:pt x="440" y="875"/>
                  </a:lnTo>
                  <a:lnTo>
                    <a:pt x="456" y="876"/>
                  </a:lnTo>
                  <a:lnTo>
                    <a:pt x="471" y="875"/>
                  </a:lnTo>
                  <a:lnTo>
                    <a:pt x="487" y="873"/>
                  </a:lnTo>
                  <a:lnTo>
                    <a:pt x="502" y="869"/>
                  </a:lnTo>
                  <a:lnTo>
                    <a:pt x="517" y="865"/>
                  </a:lnTo>
                  <a:lnTo>
                    <a:pt x="531" y="859"/>
                  </a:lnTo>
                  <a:lnTo>
                    <a:pt x="544" y="853"/>
                  </a:lnTo>
                  <a:lnTo>
                    <a:pt x="558" y="846"/>
                  </a:lnTo>
                  <a:lnTo>
                    <a:pt x="571" y="839"/>
                  </a:lnTo>
                  <a:lnTo>
                    <a:pt x="582" y="834"/>
                  </a:lnTo>
                  <a:lnTo>
                    <a:pt x="593" y="828"/>
                  </a:lnTo>
                  <a:lnTo>
                    <a:pt x="602" y="823"/>
                  </a:lnTo>
                  <a:lnTo>
                    <a:pt x="610" y="819"/>
                  </a:lnTo>
                  <a:lnTo>
                    <a:pt x="617" y="816"/>
                  </a:lnTo>
                  <a:lnTo>
                    <a:pt x="629" y="809"/>
                  </a:lnTo>
                  <a:lnTo>
                    <a:pt x="640" y="799"/>
                  </a:lnTo>
                  <a:lnTo>
                    <a:pt x="649" y="785"/>
                  </a:lnTo>
                  <a:lnTo>
                    <a:pt x="658" y="770"/>
                  </a:lnTo>
                  <a:lnTo>
                    <a:pt x="665" y="755"/>
                  </a:lnTo>
                  <a:lnTo>
                    <a:pt x="671" y="743"/>
                  </a:lnTo>
                  <a:lnTo>
                    <a:pt x="675" y="735"/>
                  </a:lnTo>
                  <a:lnTo>
                    <a:pt x="676" y="731"/>
                  </a:lnTo>
                  <a:lnTo>
                    <a:pt x="521" y="464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0" name="Freeform 116"/>
            <p:cNvSpPr>
              <a:spLocks/>
            </p:cNvSpPr>
            <p:nvPr/>
          </p:nvSpPr>
          <p:spPr bwMode="auto">
            <a:xfrm>
              <a:off x="3005" y="2536"/>
              <a:ext cx="491" cy="398"/>
            </a:xfrm>
            <a:custGeom>
              <a:avLst/>
              <a:gdLst>
                <a:gd name="T0" fmla="*/ 488 w 983"/>
                <a:gd name="T1" fmla="*/ 180 h 798"/>
                <a:gd name="T2" fmla="*/ 481 w 983"/>
                <a:gd name="T3" fmla="*/ 151 h 798"/>
                <a:gd name="T4" fmla="*/ 470 w 983"/>
                <a:gd name="T5" fmla="*/ 129 h 798"/>
                <a:gd name="T6" fmla="*/ 450 w 983"/>
                <a:gd name="T7" fmla="*/ 100 h 798"/>
                <a:gd name="T8" fmla="*/ 425 w 983"/>
                <a:gd name="T9" fmla="*/ 79 h 798"/>
                <a:gd name="T10" fmla="*/ 391 w 983"/>
                <a:gd name="T11" fmla="*/ 71 h 798"/>
                <a:gd name="T12" fmla="*/ 360 w 983"/>
                <a:gd name="T13" fmla="*/ 75 h 798"/>
                <a:gd name="T14" fmla="*/ 332 w 983"/>
                <a:gd name="T15" fmla="*/ 81 h 798"/>
                <a:gd name="T16" fmla="*/ 311 w 983"/>
                <a:gd name="T17" fmla="*/ 62 h 798"/>
                <a:gd name="T18" fmla="*/ 282 w 983"/>
                <a:gd name="T19" fmla="*/ 35 h 798"/>
                <a:gd name="T20" fmla="*/ 243 w 983"/>
                <a:gd name="T21" fmla="*/ 13 h 798"/>
                <a:gd name="T22" fmla="*/ 216 w 983"/>
                <a:gd name="T23" fmla="*/ 4 h 798"/>
                <a:gd name="T24" fmla="*/ 188 w 983"/>
                <a:gd name="T25" fmla="*/ 0 h 798"/>
                <a:gd name="T26" fmla="*/ 158 w 983"/>
                <a:gd name="T27" fmla="*/ 1 h 798"/>
                <a:gd name="T28" fmla="*/ 132 w 983"/>
                <a:gd name="T29" fmla="*/ 5 h 798"/>
                <a:gd name="T30" fmla="*/ 109 w 983"/>
                <a:gd name="T31" fmla="*/ 8 h 798"/>
                <a:gd name="T32" fmla="*/ 87 w 983"/>
                <a:gd name="T33" fmla="*/ 13 h 798"/>
                <a:gd name="T34" fmla="*/ 69 w 983"/>
                <a:gd name="T35" fmla="*/ 18 h 798"/>
                <a:gd name="T36" fmla="*/ 53 w 983"/>
                <a:gd name="T37" fmla="*/ 25 h 798"/>
                <a:gd name="T38" fmla="*/ 20 w 983"/>
                <a:gd name="T39" fmla="*/ 48 h 798"/>
                <a:gd name="T40" fmla="*/ 3 w 983"/>
                <a:gd name="T41" fmla="*/ 79 h 798"/>
                <a:gd name="T42" fmla="*/ 1 w 983"/>
                <a:gd name="T43" fmla="*/ 115 h 798"/>
                <a:gd name="T44" fmla="*/ 11 w 983"/>
                <a:gd name="T45" fmla="*/ 144 h 798"/>
                <a:gd name="T46" fmla="*/ 34 w 983"/>
                <a:gd name="T47" fmla="*/ 166 h 798"/>
                <a:gd name="T48" fmla="*/ 67 w 983"/>
                <a:gd name="T49" fmla="*/ 182 h 798"/>
                <a:gd name="T50" fmla="*/ 109 w 983"/>
                <a:gd name="T51" fmla="*/ 194 h 798"/>
                <a:gd name="T52" fmla="*/ 159 w 983"/>
                <a:gd name="T53" fmla="*/ 202 h 798"/>
                <a:gd name="T54" fmla="*/ 179 w 983"/>
                <a:gd name="T55" fmla="*/ 209 h 798"/>
                <a:gd name="T56" fmla="*/ 199 w 983"/>
                <a:gd name="T57" fmla="*/ 222 h 798"/>
                <a:gd name="T58" fmla="*/ 210 w 983"/>
                <a:gd name="T59" fmla="*/ 301 h 798"/>
                <a:gd name="T60" fmla="*/ 216 w 983"/>
                <a:gd name="T61" fmla="*/ 316 h 798"/>
                <a:gd name="T62" fmla="*/ 237 w 983"/>
                <a:gd name="T63" fmla="*/ 350 h 798"/>
                <a:gd name="T64" fmla="*/ 269 w 983"/>
                <a:gd name="T65" fmla="*/ 382 h 798"/>
                <a:gd name="T66" fmla="*/ 298 w 983"/>
                <a:gd name="T67" fmla="*/ 398 h 798"/>
                <a:gd name="T68" fmla="*/ 324 w 983"/>
                <a:gd name="T69" fmla="*/ 393 h 798"/>
                <a:gd name="T70" fmla="*/ 344 w 983"/>
                <a:gd name="T71" fmla="*/ 368 h 798"/>
                <a:gd name="T72" fmla="*/ 347 w 983"/>
                <a:gd name="T73" fmla="*/ 341 h 798"/>
                <a:gd name="T74" fmla="*/ 345 w 983"/>
                <a:gd name="T75" fmla="*/ 328 h 798"/>
                <a:gd name="T76" fmla="*/ 355 w 983"/>
                <a:gd name="T77" fmla="*/ 336 h 798"/>
                <a:gd name="T78" fmla="*/ 378 w 983"/>
                <a:gd name="T79" fmla="*/ 347 h 798"/>
                <a:gd name="T80" fmla="*/ 405 w 983"/>
                <a:gd name="T81" fmla="*/ 349 h 798"/>
                <a:gd name="T82" fmla="*/ 443 w 983"/>
                <a:gd name="T83" fmla="*/ 330 h 798"/>
                <a:gd name="T84" fmla="*/ 477 w 983"/>
                <a:gd name="T85" fmla="*/ 291 h 798"/>
                <a:gd name="T86" fmla="*/ 490 w 983"/>
                <a:gd name="T87" fmla="*/ 236 h 79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83"/>
                <a:gd name="T133" fmla="*/ 0 h 798"/>
                <a:gd name="T134" fmla="*/ 983 w 983"/>
                <a:gd name="T135" fmla="*/ 798 h 79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83" h="798">
                  <a:moveTo>
                    <a:pt x="982" y="406"/>
                  </a:moveTo>
                  <a:lnTo>
                    <a:pt x="979" y="383"/>
                  </a:lnTo>
                  <a:lnTo>
                    <a:pt x="977" y="361"/>
                  </a:lnTo>
                  <a:lnTo>
                    <a:pt x="972" y="341"/>
                  </a:lnTo>
                  <a:lnTo>
                    <a:pt x="968" y="322"/>
                  </a:lnTo>
                  <a:lnTo>
                    <a:pt x="962" y="303"/>
                  </a:lnTo>
                  <a:lnTo>
                    <a:pt x="955" y="287"/>
                  </a:lnTo>
                  <a:lnTo>
                    <a:pt x="948" y="272"/>
                  </a:lnTo>
                  <a:lnTo>
                    <a:pt x="940" y="259"/>
                  </a:lnTo>
                  <a:lnTo>
                    <a:pt x="926" y="238"/>
                  </a:lnTo>
                  <a:lnTo>
                    <a:pt x="914" y="218"/>
                  </a:lnTo>
                  <a:lnTo>
                    <a:pt x="900" y="200"/>
                  </a:lnTo>
                  <a:lnTo>
                    <a:pt x="886" y="184"/>
                  </a:lnTo>
                  <a:lnTo>
                    <a:pt x="870" y="171"/>
                  </a:lnTo>
                  <a:lnTo>
                    <a:pt x="850" y="159"/>
                  </a:lnTo>
                  <a:lnTo>
                    <a:pt x="829" y="150"/>
                  </a:lnTo>
                  <a:lnTo>
                    <a:pt x="803" y="144"/>
                  </a:lnTo>
                  <a:lnTo>
                    <a:pt x="782" y="143"/>
                  </a:lnTo>
                  <a:lnTo>
                    <a:pt x="762" y="144"/>
                  </a:lnTo>
                  <a:lnTo>
                    <a:pt x="741" y="147"/>
                  </a:lnTo>
                  <a:lnTo>
                    <a:pt x="720" y="150"/>
                  </a:lnTo>
                  <a:lnTo>
                    <a:pt x="701" y="155"/>
                  </a:lnTo>
                  <a:lnTo>
                    <a:pt x="682" y="158"/>
                  </a:lnTo>
                  <a:lnTo>
                    <a:pt x="665" y="162"/>
                  </a:lnTo>
                  <a:lnTo>
                    <a:pt x="651" y="164"/>
                  </a:lnTo>
                  <a:lnTo>
                    <a:pt x="638" y="144"/>
                  </a:lnTo>
                  <a:lnTo>
                    <a:pt x="622" y="125"/>
                  </a:lnTo>
                  <a:lnTo>
                    <a:pt x="605" y="105"/>
                  </a:lnTo>
                  <a:lnTo>
                    <a:pt x="586" y="87"/>
                  </a:lnTo>
                  <a:lnTo>
                    <a:pt x="564" y="70"/>
                  </a:lnTo>
                  <a:lnTo>
                    <a:pt x="539" y="53"/>
                  </a:lnTo>
                  <a:lnTo>
                    <a:pt x="514" y="38"/>
                  </a:lnTo>
                  <a:lnTo>
                    <a:pt x="486" y="26"/>
                  </a:lnTo>
                  <a:lnTo>
                    <a:pt x="469" y="19"/>
                  </a:lnTo>
                  <a:lnTo>
                    <a:pt x="451" y="13"/>
                  </a:lnTo>
                  <a:lnTo>
                    <a:pt x="432" y="9"/>
                  </a:lnTo>
                  <a:lnTo>
                    <a:pt x="414" y="5"/>
                  </a:lnTo>
                  <a:lnTo>
                    <a:pt x="395" y="2"/>
                  </a:lnTo>
                  <a:lnTo>
                    <a:pt x="376" y="0"/>
                  </a:lnTo>
                  <a:lnTo>
                    <a:pt x="355" y="0"/>
                  </a:lnTo>
                  <a:lnTo>
                    <a:pt x="336" y="2"/>
                  </a:lnTo>
                  <a:lnTo>
                    <a:pt x="317" y="3"/>
                  </a:lnTo>
                  <a:lnTo>
                    <a:pt x="299" y="5"/>
                  </a:lnTo>
                  <a:lnTo>
                    <a:pt x="281" y="7"/>
                  </a:lnTo>
                  <a:lnTo>
                    <a:pt x="265" y="10"/>
                  </a:lnTo>
                  <a:lnTo>
                    <a:pt x="249" y="12"/>
                  </a:lnTo>
                  <a:lnTo>
                    <a:pt x="233" y="14"/>
                  </a:lnTo>
                  <a:lnTo>
                    <a:pt x="218" y="17"/>
                  </a:lnTo>
                  <a:lnTo>
                    <a:pt x="203" y="20"/>
                  </a:lnTo>
                  <a:lnTo>
                    <a:pt x="189" y="23"/>
                  </a:lnTo>
                  <a:lnTo>
                    <a:pt x="175" y="27"/>
                  </a:lnTo>
                  <a:lnTo>
                    <a:pt x="163" y="30"/>
                  </a:lnTo>
                  <a:lnTo>
                    <a:pt x="150" y="34"/>
                  </a:lnTo>
                  <a:lnTo>
                    <a:pt x="139" y="37"/>
                  </a:lnTo>
                  <a:lnTo>
                    <a:pt x="127" y="42"/>
                  </a:lnTo>
                  <a:lnTo>
                    <a:pt x="117" y="47"/>
                  </a:lnTo>
                  <a:lnTo>
                    <a:pt x="106" y="51"/>
                  </a:lnTo>
                  <a:lnTo>
                    <a:pt x="81" y="65"/>
                  </a:lnTo>
                  <a:lnTo>
                    <a:pt x="59" y="80"/>
                  </a:lnTo>
                  <a:lnTo>
                    <a:pt x="41" y="97"/>
                  </a:lnTo>
                  <a:lnTo>
                    <a:pt x="26" y="116"/>
                  </a:lnTo>
                  <a:lnTo>
                    <a:pt x="14" y="136"/>
                  </a:lnTo>
                  <a:lnTo>
                    <a:pt x="6" y="159"/>
                  </a:lnTo>
                  <a:lnTo>
                    <a:pt x="2" y="184"/>
                  </a:lnTo>
                  <a:lnTo>
                    <a:pt x="0" y="209"/>
                  </a:lnTo>
                  <a:lnTo>
                    <a:pt x="2" y="231"/>
                  </a:lnTo>
                  <a:lnTo>
                    <a:pt x="6" y="252"/>
                  </a:lnTo>
                  <a:lnTo>
                    <a:pt x="13" y="271"/>
                  </a:lnTo>
                  <a:lnTo>
                    <a:pt x="23" y="288"/>
                  </a:lnTo>
                  <a:lnTo>
                    <a:pt x="36" y="305"/>
                  </a:lnTo>
                  <a:lnTo>
                    <a:pt x="51" y="320"/>
                  </a:lnTo>
                  <a:lnTo>
                    <a:pt x="68" y="332"/>
                  </a:lnTo>
                  <a:lnTo>
                    <a:pt x="88" y="344"/>
                  </a:lnTo>
                  <a:lnTo>
                    <a:pt x="110" y="355"/>
                  </a:lnTo>
                  <a:lnTo>
                    <a:pt x="134" y="365"/>
                  </a:lnTo>
                  <a:lnTo>
                    <a:pt x="161" y="374"/>
                  </a:lnTo>
                  <a:lnTo>
                    <a:pt x="189" y="382"/>
                  </a:lnTo>
                  <a:lnTo>
                    <a:pt x="219" y="389"/>
                  </a:lnTo>
                  <a:lnTo>
                    <a:pt x="250" y="394"/>
                  </a:lnTo>
                  <a:lnTo>
                    <a:pt x="285" y="400"/>
                  </a:lnTo>
                  <a:lnTo>
                    <a:pt x="319" y="406"/>
                  </a:lnTo>
                  <a:lnTo>
                    <a:pt x="330" y="408"/>
                  </a:lnTo>
                  <a:lnTo>
                    <a:pt x="344" y="413"/>
                  </a:lnTo>
                  <a:lnTo>
                    <a:pt x="359" y="419"/>
                  </a:lnTo>
                  <a:lnTo>
                    <a:pt x="374" y="427"/>
                  </a:lnTo>
                  <a:lnTo>
                    <a:pt x="386" y="436"/>
                  </a:lnTo>
                  <a:lnTo>
                    <a:pt x="398" y="445"/>
                  </a:lnTo>
                  <a:lnTo>
                    <a:pt x="405" y="456"/>
                  </a:lnTo>
                  <a:lnTo>
                    <a:pt x="407" y="467"/>
                  </a:lnTo>
                  <a:lnTo>
                    <a:pt x="421" y="603"/>
                  </a:lnTo>
                  <a:lnTo>
                    <a:pt x="422" y="606"/>
                  </a:lnTo>
                  <a:lnTo>
                    <a:pt x="427" y="618"/>
                  </a:lnTo>
                  <a:lnTo>
                    <a:pt x="433" y="634"/>
                  </a:lnTo>
                  <a:lnTo>
                    <a:pt x="445" y="655"/>
                  </a:lnTo>
                  <a:lnTo>
                    <a:pt x="458" y="678"/>
                  </a:lnTo>
                  <a:lnTo>
                    <a:pt x="474" y="702"/>
                  </a:lnTo>
                  <a:lnTo>
                    <a:pt x="493" y="725"/>
                  </a:lnTo>
                  <a:lnTo>
                    <a:pt x="516" y="747"/>
                  </a:lnTo>
                  <a:lnTo>
                    <a:pt x="539" y="765"/>
                  </a:lnTo>
                  <a:lnTo>
                    <a:pt x="560" y="779"/>
                  </a:lnTo>
                  <a:lnTo>
                    <a:pt x="579" y="790"/>
                  </a:lnTo>
                  <a:lnTo>
                    <a:pt x="597" y="797"/>
                  </a:lnTo>
                  <a:lnTo>
                    <a:pt x="614" y="798"/>
                  </a:lnTo>
                  <a:lnTo>
                    <a:pt x="630" y="794"/>
                  </a:lnTo>
                  <a:lnTo>
                    <a:pt x="648" y="787"/>
                  </a:lnTo>
                  <a:lnTo>
                    <a:pt x="665" y="774"/>
                  </a:lnTo>
                  <a:lnTo>
                    <a:pt x="680" y="756"/>
                  </a:lnTo>
                  <a:lnTo>
                    <a:pt x="689" y="738"/>
                  </a:lnTo>
                  <a:lnTo>
                    <a:pt x="694" y="718"/>
                  </a:lnTo>
                  <a:lnTo>
                    <a:pt x="696" y="700"/>
                  </a:lnTo>
                  <a:lnTo>
                    <a:pt x="695" y="684"/>
                  </a:lnTo>
                  <a:lnTo>
                    <a:pt x="693" y="670"/>
                  </a:lnTo>
                  <a:lnTo>
                    <a:pt x="691" y="662"/>
                  </a:lnTo>
                  <a:lnTo>
                    <a:pt x="690" y="658"/>
                  </a:lnTo>
                  <a:lnTo>
                    <a:pt x="693" y="661"/>
                  </a:lnTo>
                  <a:lnTo>
                    <a:pt x="700" y="665"/>
                  </a:lnTo>
                  <a:lnTo>
                    <a:pt x="710" y="673"/>
                  </a:lnTo>
                  <a:lnTo>
                    <a:pt x="724" y="681"/>
                  </a:lnTo>
                  <a:lnTo>
                    <a:pt x="739" y="689"/>
                  </a:lnTo>
                  <a:lnTo>
                    <a:pt x="756" y="696"/>
                  </a:lnTo>
                  <a:lnTo>
                    <a:pt x="773" y="701"/>
                  </a:lnTo>
                  <a:lnTo>
                    <a:pt x="791" y="702"/>
                  </a:lnTo>
                  <a:lnTo>
                    <a:pt x="810" y="699"/>
                  </a:lnTo>
                  <a:lnTo>
                    <a:pt x="834" y="689"/>
                  </a:lnTo>
                  <a:lnTo>
                    <a:pt x="860" y="677"/>
                  </a:lnTo>
                  <a:lnTo>
                    <a:pt x="886" y="661"/>
                  </a:lnTo>
                  <a:lnTo>
                    <a:pt x="911" y="639"/>
                  </a:lnTo>
                  <a:lnTo>
                    <a:pt x="934" y="613"/>
                  </a:lnTo>
                  <a:lnTo>
                    <a:pt x="954" y="583"/>
                  </a:lnTo>
                  <a:lnTo>
                    <a:pt x="967" y="550"/>
                  </a:lnTo>
                  <a:lnTo>
                    <a:pt x="975" y="512"/>
                  </a:lnTo>
                  <a:lnTo>
                    <a:pt x="981" y="474"/>
                  </a:lnTo>
                  <a:lnTo>
                    <a:pt x="983" y="439"/>
                  </a:lnTo>
                  <a:lnTo>
                    <a:pt x="982" y="406"/>
                  </a:lnTo>
                  <a:close/>
                </a:path>
              </a:pathLst>
            </a:custGeom>
            <a:solidFill>
              <a:srgbClr val="66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1" name="Freeform 117"/>
            <p:cNvSpPr>
              <a:spLocks/>
            </p:cNvSpPr>
            <p:nvPr/>
          </p:nvSpPr>
          <p:spPr bwMode="auto">
            <a:xfrm>
              <a:off x="2615" y="3448"/>
              <a:ext cx="675" cy="230"/>
            </a:xfrm>
            <a:custGeom>
              <a:avLst/>
              <a:gdLst>
                <a:gd name="T0" fmla="*/ 10 w 1349"/>
                <a:gd name="T1" fmla="*/ 230 h 461"/>
                <a:gd name="T2" fmla="*/ 675 w 1349"/>
                <a:gd name="T3" fmla="*/ 230 h 461"/>
                <a:gd name="T4" fmla="*/ 529 w 1349"/>
                <a:gd name="T5" fmla="*/ 41 h 461"/>
                <a:gd name="T6" fmla="*/ 528 w 1349"/>
                <a:gd name="T7" fmla="*/ 41 h 461"/>
                <a:gd name="T8" fmla="*/ 525 w 1349"/>
                <a:gd name="T9" fmla="*/ 41 h 461"/>
                <a:gd name="T10" fmla="*/ 521 w 1349"/>
                <a:gd name="T11" fmla="*/ 40 h 461"/>
                <a:gd name="T12" fmla="*/ 516 w 1349"/>
                <a:gd name="T13" fmla="*/ 39 h 461"/>
                <a:gd name="T14" fmla="*/ 509 w 1349"/>
                <a:gd name="T15" fmla="*/ 37 h 461"/>
                <a:gd name="T16" fmla="*/ 501 w 1349"/>
                <a:gd name="T17" fmla="*/ 36 h 461"/>
                <a:gd name="T18" fmla="*/ 492 w 1349"/>
                <a:gd name="T19" fmla="*/ 34 h 461"/>
                <a:gd name="T20" fmla="*/ 482 w 1349"/>
                <a:gd name="T21" fmla="*/ 32 h 461"/>
                <a:gd name="T22" fmla="*/ 471 w 1349"/>
                <a:gd name="T23" fmla="*/ 30 h 461"/>
                <a:gd name="T24" fmla="*/ 458 w 1349"/>
                <a:gd name="T25" fmla="*/ 28 h 461"/>
                <a:gd name="T26" fmla="*/ 446 w 1349"/>
                <a:gd name="T27" fmla="*/ 26 h 461"/>
                <a:gd name="T28" fmla="*/ 432 w 1349"/>
                <a:gd name="T29" fmla="*/ 23 h 461"/>
                <a:gd name="T30" fmla="*/ 418 w 1349"/>
                <a:gd name="T31" fmla="*/ 21 h 461"/>
                <a:gd name="T32" fmla="*/ 403 w 1349"/>
                <a:gd name="T33" fmla="*/ 19 h 461"/>
                <a:gd name="T34" fmla="*/ 388 w 1349"/>
                <a:gd name="T35" fmla="*/ 17 h 461"/>
                <a:gd name="T36" fmla="*/ 372 w 1349"/>
                <a:gd name="T37" fmla="*/ 14 h 461"/>
                <a:gd name="T38" fmla="*/ 356 w 1349"/>
                <a:gd name="T39" fmla="*/ 12 h 461"/>
                <a:gd name="T40" fmla="*/ 340 w 1349"/>
                <a:gd name="T41" fmla="*/ 10 h 461"/>
                <a:gd name="T42" fmla="*/ 324 w 1349"/>
                <a:gd name="T43" fmla="*/ 8 h 461"/>
                <a:gd name="T44" fmla="*/ 308 w 1349"/>
                <a:gd name="T45" fmla="*/ 6 h 461"/>
                <a:gd name="T46" fmla="*/ 291 w 1349"/>
                <a:gd name="T47" fmla="*/ 4 h 461"/>
                <a:gd name="T48" fmla="*/ 275 w 1349"/>
                <a:gd name="T49" fmla="*/ 3 h 461"/>
                <a:gd name="T50" fmla="*/ 260 w 1349"/>
                <a:gd name="T51" fmla="*/ 2 h 461"/>
                <a:gd name="T52" fmla="*/ 244 w 1349"/>
                <a:gd name="T53" fmla="*/ 1 h 461"/>
                <a:gd name="T54" fmla="*/ 230 w 1349"/>
                <a:gd name="T55" fmla="*/ 0 h 461"/>
                <a:gd name="T56" fmla="*/ 215 w 1349"/>
                <a:gd name="T57" fmla="*/ 0 h 461"/>
                <a:gd name="T58" fmla="*/ 202 w 1349"/>
                <a:gd name="T59" fmla="*/ 0 h 461"/>
                <a:gd name="T60" fmla="*/ 188 w 1349"/>
                <a:gd name="T61" fmla="*/ 0 h 461"/>
                <a:gd name="T62" fmla="*/ 176 w 1349"/>
                <a:gd name="T63" fmla="*/ 2 h 461"/>
                <a:gd name="T64" fmla="*/ 165 w 1349"/>
                <a:gd name="T65" fmla="*/ 3 h 461"/>
                <a:gd name="T66" fmla="*/ 154 w 1349"/>
                <a:gd name="T67" fmla="*/ 4 h 461"/>
                <a:gd name="T68" fmla="*/ 145 w 1349"/>
                <a:gd name="T69" fmla="*/ 7 h 461"/>
                <a:gd name="T70" fmla="*/ 138 w 1349"/>
                <a:gd name="T71" fmla="*/ 9 h 461"/>
                <a:gd name="T72" fmla="*/ 131 w 1349"/>
                <a:gd name="T73" fmla="*/ 11 h 461"/>
                <a:gd name="T74" fmla="*/ 124 w 1349"/>
                <a:gd name="T75" fmla="*/ 14 h 461"/>
                <a:gd name="T76" fmla="*/ 116 w 1349"/>
                <a:gd name="T77" fmla="*/ 17 h 461"/>
                <a:gd name="T78" fmla="*/ 108 w 1349"/>
                <a:gd name="T79" fmla="*/ 21 h 461"/>
                <a:gd name="T80" fmla="*/ 99 w 1349"/>
                <a:gd name="T81" fmla="*/ 25 h 461"/>
                <a:gd name="T82" fmla="*/ 91 w 1349"/>
                <a:gd name="T83" fmla="*/ 30 h 461"/>
                <a:gd name="T84" fmla="*/ 82 w 1349"/>
                <a:gd name="T85" fmla="*/ 34 h 461"/>
                <a:gd name="T86" fmla="*/ 74 w 1349"/>
                <a:gd name="T87" fmla="*/ 40 h 461"/>
                <a:gd name="T88" fmla="*/ 66 w 1349"/>
                <a:gd name="T89" fmla="*/ 45 h 461"/>
                <a:gd name="T90" fmla="*/ 58 w 1349"/>
                <a:gd name="T91" fmla="*/ 51 h 461"/>
                <a:gd name="T92" fmla="*/ 50 w 1349"/>
                <a:gd name="T93" fmla="*/ 57 h 461"/>
                <a:gd name="T94" fmla="*/ 42 w 1349"/>
                <a:gd name="T95" fmla="*/ 64 h 461"/>
                <a:gd name="T96" fmla="*/ 35 w 1349"/>
                <a:gd name="T97" fmla="*/ 71 h 461"/>
                <a:gd name="T98" fmla="*/ 29 w 1349"/>
                <a:gd name="T99" fmla="*/ 79 h 461"/>
                <a:gd name="T100" fmla="*/ 23 w 1349"/>
                <a:gd name="T101" fmla="*/ 87 h 461"/>
                <a:gd name="T102" fmla="*/ 10 w 1349"/>
                <a:gd name="T103" fmla="*/ 111 h 461"/>
                <a:gd name="T104" fmla="*/ 3 w 1349"/>
                <a:gd name="T105" fmla="*/ 135 h 461"/>
                <a:gd name="T106" fmla="*/ 0 w 1349"/>
                <a:gd name="T107" fmla="*/ 159 h 461"/>
                <a:gd name="T108" fmla="*/ 0 w 1349"/>
                <a:gd name="T109" fmla="*/ 182 h 461"/>
                <a:gd name="T110" fmla="*/ 3 w 1349"/>
                <a:gd name="T111" fmla="*/ 202 h 461"/>
                <a:gd name="T112" fmla="*/ 6 w 1349"/>
                <a:gd name="T113" fmla="*/ 216 h 461"/>
                <a:gd name="T114" fmla="*/ 9 w 1349"/>
                <a:gd name="T115" fmla="*/ 227 h 461"/>
                <a:gd name="T116" fmla="*/ 10 w 1349"/>
                <a:gd name="T117" fmla="*/ 230 h 46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49"/>
                <a:gd name="T178" fmla="*/ 0 h 461"/>
                <a:gd name="T179" fmla="*/ 1349 w 1349"/>
                <a:gd name="T180" fmla="*/ 461 h 461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49" h="461">
                  <a:moveTo>
                    <a:pt x="19" y="461"/>
                  </a:moveTo>
                  <a:lnTo>
                    <a:pt x="1349" y="461"/>
                  </a:lnTo>
                  <a:lnTo>
                    <a:pt x="1057" y="83"/>
                  </a:lnTo>
                  <a:lnTo>
                    <a:pt x="1056" y="83"/>
                  </a:lnTo>
                  <a:lnTo>
                    <a:pt x="1050" y="82"/>
                  </a:lnTo>
                  <a:lnTo>
                    <a:pt x="1042" y="80"/>
                  </a:lnTo>
                  <a:lnTo>
                    <a:pt x="1031" y="79"/>
                  </a:lnTo>
                  <a:lnTo>
                    <a:pt x="1018" y="75"/>
                  </a:lnTo>
                  <a:lnTo>
                    <a:pt x="1002" y="73"/>
                  </a:lnTo>
                  <a:lnTo>
                    <a:pt x="984" y="68"/>
                  </a:lnTo>
                  <a:lnTo>
                    <a:pt x="964" y="65"/>
                  </a:lnTo>
                  <a:lnTo>
                    <a:pt x="941" y="61"/>
                  </a:lnTo>
                  <a:lnTo>
                    <a:pt x="916" y="57"/>
                  </a:lnTo>
                  <a:lnTo>
                    <a:pt x="891" y="52"/>
                  </a:lnTo>
                  <a:lnTo>
                    <a:pt x="863" y="47"/>
                  </a:lnTo>
                  <a:lnTo>
                    <a:pt x="835" y="43"/>
                  </a:lnTo>
                  <a:lnTo>
                    <a:pt x="805" y="38"/>
                  </a:lnTo>
                  <a:lnTo>
                    <a:pt x="775" y="34"/>
                  </a:lnTo>
                  <a:lnTo>
                    <a:pt x="744" y="29"/>
                  </a:lnTo>
                  <a:lnTo>
                    <a:pt x="711" y="24"/>
                  </a:lnTo>
                  <a:lnTo>
                    <a:pt x="679" y="20"/>
                  </a:lnTo>
                  <a:lnTo>
                    <a:pt x="647" y="16"/>
                  </a:lnTo>
                  <a:lnTo>
                    <a:pt x="615" y="13"/>
                  </a:lnTo>
                  <a:lnTo>
                    <a:pt x="582" y="9"/>
                  </a:lnTo>
                  <a:lnTo>
                    <a:pt x="550" y="7"/>
                  </a:lnTo>
                  <a:lnTo>
                    <a:pt x="519" y="5"/>
                  </a:lnTo>
                  <a:lnTo>
                    <a:pt x="488" y="3"/>
                  </a:lnTo>
                  <a:lnTo>
                    <a:pt x="459" y="1"/>
                  </a:lnTo>
                  <a:lnTo>
                    <a:pt x="430" y="0"/>
                  </a:lnTo>
                  <a:lnTo>
                    <a:pt x="403" y="1"/>
                  </a:lnTo>
                  <a:lnTo>
                    <a:pt x="376" y="1"/>
                  </a:lnTo>
                  <a:lnTo>
                    <a:pt x="352" y="4"/>
                  </a:lnTo>
                  <a:lnTo>
                    <a:pt x="329" y="6"/>
                  </a:lnTo>
                  <a:lnTo>
                    <a:pt x="308" y="9"/>
                  </a:lnTo>
                  <a:lnTo>
                    <a:pt x="290" y="14"/>
                  </a:lnTo>
                  <a:lnTo>
                    <a:pt x="276" y="19"/>
                  </a:lnTo>
                  <a:lnTo>
                    <a:pt x="262" y="23"/>
                  </a:lnTo>
                  <a:lnTo>
                    <a:pt x="247" y="29"/>
                  </a:lnTo>
                  <a:lnTo>
                    <a:pt x="231" y="35"/>
                  </a:lnTo>
                  <a:lnTo>
                    <a:pt x="215" y="43"/>
                  </a:lnTo>
                  <a:lnTo>
                    <a:pt x="198" y="51"/>
                  </a:lnTo>
                  <a:lnTo>
                    <a:pt x="182" y="60"/>
                  </a:lnTo>
                  <a:lnTo>
                    <a:pt x="164" y="69"/>
                  </a:lnTo>
                  <a:lnTo>
                    <a:pt x="147" y="80"/>
                  </a:lnTo>
                  <a:lnTo>
                    <a:pt x="131" y="91"/>
                  </a:lnTo>
                  <a:lnTo>
                    <a:pt x="115" y="103"/>
                  </a:lnTo>
                  <a:lnTo>
                    <a:pt x="99" y="115"/>
                  </a:lnTo>
                  <a:lnTo>
                    <a:pt x="84" y="129"/>
                  </a:lnTo>
                  <a:lnTo>
                    <a:pt x="70" y="143"/>
                  </a:lnTo>
                  <a:lnTo>
                    <a:pt x="57" y="158"/>
                  </a:lnTo>
                  <a:lnTo>
                    <a:pt x="46" y="174"/>
                  </a:lnTo>
                  <a:lnTo>
                    <a:pt x="19" y="223"/>
                  </a:lnTo>
                  <a:lnTo>
                    <a:pt x="5" y="271"/>
                  </a:lnTo>
                  <a:lnTo>
                    <a:pt x="0" y="319"/>
                  </a:lnTo>
                  <a:lnTo>
                    <a:pt x="0" y="364"/>
                  </a:lnTo>
                  <a:lnTo>
                    <a:pt x="5" y="404"/>
                  </a:lnTo>
                  <a:lnTo>
                    <a:pt x="11" y="433"/>
                  </a:lnTo>
                  <a:lnTo>
                    <a:pt x="17" y="454"/>
                  </a:lnTo>
                  <a:lnTo>
                    <a:pt x="19" y="461"/>
                  </a:lnTo>
                  <a:close/>
                </a:path>
              </a:pathLst>
            </a:custGeom>
            <a:solidFill>
              <a:srgbClr val="0035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2" name="Freeform 118"/>
            <p:cNvSpPr>
              <a:spLocks/>
            </p:cNvSpPr>
            <p:nvPr/>
          </p:nvSpPr>
          <p:spPr bwMode="auto">
            <a:xfrm>
              <a:off x="2759" y="2982"/>
              <a:ext cx="688" cy="680"/>
            </a:xfrm>
            <a:custGeom>
              <a:avLst/>
              <a:gdLst>
                <a:gd name="T0" fmla="*/ 381 w 1375"/>
                <a:gd name="T1" fmla="*/ 22 h 1360"/>
                <a:gd name="T2" fmla="*/ 361 w 1375"/>
                <a:gd name="T3" fmla="*/ 28 h 1360"/>
                <a:gd name="T4" fmla="*/ 330 w 1375"/>
                <a:gd name="T5" fmla="*/ 38 h 1360"/>
                <a:gd name="T6" fmla="*/ 295 w 1375"/>
                <a:gd name="T7" fmla="*/ 55 h 1360"/>
                <a:gd name="T8" fmla="*/ 263 w 1375"/>
                <a:gd name="T9" fmla="*/ 81 h 1360"/>
                <a:gd name="T10" fmla="*/ 236 w 1375"/>
                <a:gd name="T11" fmla="*/ 120 h 1360"/>
                <a:gd name="T12" fmla="*/ 217 w 1375"/>
                <a:gd name="T13" fmla="*/ 169 h 1360"/>
                <a:gd name="T14" fmla="*/ 204 w 1375"/>
                <a:gd name="T15" fmla="*/ 230 h 1360"/>
                <a:gd name="T16" fmla="*/ 195 w 1375"/>
                <a:gd name="T17" fmla="*/ 313 h 1360"/>
                <a:gd name="T18" fmla="*/ 185 w 1375"/>
                <a:gd name="T19" fmla="*/ 380 h 1360"/>
                <a:gd name="T20" fmla="*/ 158 w 1375"/>
                <a:gd name="T21" fmla="*/ 411 h 1360"/>
                <a:gd name="T22" fmla="*/ 116 w 1375"/>
                <a:gd name="T23" fmla="*/ 388 h 1360"/>
                <a:gd name="T24" fmla="*/ 91 w 1375"/>
                <a:gd name="T25" fmla="*/ 342 h 1360"/>
                <a:gd name="T26" fmla="*/ 0 w 1375"/>
                <a:gd name="T27" fmla="*/ 373 h 1360"/>
                <a:gd name="T28" fmla="*/ 4 w 1375"/>
                <a:gd name="T29" fmla="*/ 388 h 1360"/>
                <a:gd name="T30" fmla="*/ 16 w 1375"/>
                <a:gd name="T31" fmla="*/ 426 h 1360"/>
                <a:gd name="T32" fmla="*/ 32 w 1375"/>
                <a:gd name="T33" fmla="*/ 468 h 1360"/>
                <a:gd name="T34" fmla="*/ 49 w 1375"/>
                <a:gd name="T35" fmla="*/ 496 h 1360"/>
                <a:gd name="T36" fmla="*/ 71 w 1375"/>
                <a:gd name="T37" fmla="*/ 523 h 1360"/>
                <a:gd name="T38" fmla="*/ 97 w 1375"/>
                <a:gd name="T39" fmla="*/ 547 h 1360"/>
                <a:gd name="T40" fmla="*/ 121 w 1375"/>
                <a:gd name="T41" fmla="*/ 563 h 1360"/>
                <a:gd name="T42" fmla="*/ 142 w 1375"/>
                <a:gd name="T43" fmla="*/ 571 h 1360"/>
                <a:gd name="T44" fmla="*/ 164 w 1375"/>
                <a:gd name="T45" fmla="*/ 574 h 1360"/>
                <a:gd name="T46" fmla="*/ 180 w 1375"/>
                <a:gd name="T47" fmla="*/ 571 h 1360"/>
                <a:gd name="T48" fmla="*/ 209 w 1375"/>
                <a:gd name="T49" fmla="*/ 566 h 1360"/>
                <a:gd name="T50" fmla="*/ 219 w 1375"/>
                <a:gd name="T51" fmla="*/ 572 h 1360"/>
                <a:gd name="T52" fmla="*/ 227 w 1375"/>
                <a:gd name="T53" fmla="*/ 587 h 1360"/>
                <a:gd name="T54" fmla="*/ 238 w 1375"/>
                <a:gd name="T55" fmla="*/ 609 h 1360"/>
                <a:gd name="T56" fmla="*/ 261 w 1375"/>
                <a:gd name="T57" fmla="*/ 633 h 1360"/>
                <a:gd name="T58" fmla="*/ 302 w 1375"/>
                <a:gd name="T59" fmla="*/ 657 h 1360"/>
                <a:gd name="T60" fmla="*/ 367 w 1375"/>
                <a:gd name="T61" fmla="*/ 676 h 1360"/>
                <a:gd name="T62" fmla="*/ 427 w 1375"/>
                <a:gd name="T63" fmla="*/ 680 h 1360"/>
                <a:gd name="T64" fmla="*/ 478 w 1375"/>
                <a:gd name="T65" fmla="*/ 675 h 1360"/>
                <a:gd name="T66" fmla="*/ 515 w 1375"/>
                <a:gd name="T67" fmla="*/ 666 h 1360"/>
                <a:gd name="T68" fmla="*/ 536 w 1375"/>
                <a:gd name="T69" fmla="*/ 658 h 1360"/>
                <a:gd name="T70" fmla="*/ 547 w 1375"/>
                <a:gd name="T71" fmla="*/ 638 h 1360"/>
                <a:gd name="T72" fmla="*/ 576 w 1375"/>
                <a:gd name="T73" fmla="*/ 563 h 1360"/>
                <a:gd name="T74" fmla="*/ 615 w 1375"/>
                <a:gd name="T75" fmla="*/ 455 h 1360"/>
                <a:gd name="T76" fmla="*/ 654 w 1375"/>
                <a:gd name="T77" fmla="*/ 343 h 1360"/>
                <a:gd name="T78" fmla="*/ 681 w 1375"/>
                <a:gd name="T79" fmla="*/ 255 h 1360"/>
                <a:gd name="T80" fmla="*/ 688 w 1375"/>
                <a:gd name="T81" fmla="*/ 204 h 1360"/>
                <a:gd name="T82" fmla="*/ 682 w 1375"/>
                <a:gd name="T83" fmla="*/ 146 h 1360"/>
                <a:gd name="T84" fmla="*/ 667 w 1375"/>
                <a:gd name="T85" fmla="*/ 94 h 1360"/>
                <a:gd name="T86" fmla="*/ 644 w 1375"/>
                <a:gd name="T87" fmla="*/ 59 h 1360"/>
                <a:gd name="T88" fmla="*/ 601 w 1375"/>
                <a:gd name="T89" fmla="*/ 15 h 1360"/>
                <a:gd name="T90" fmla="*/ 572 w 1375"/>
                <a:gd name="T91" fmla="*/ 1 h 1360"/>
                <a:gd name="T92" fmla="*/ 527 w 1375"/>
                <a:gd name="T93" fmla="*/ 48 h 1360"/>
                <a:gd name="T94" fmla="*/ 480 w 1375"/>
                <a:gd name="T95" fmla="*/ 62 h 1360"/>
                <a:gd name="T96" fmla="*/ 437 w 1375"/>
                <a:gd name="T97" fmla="*/ 53 h 1360"/>
                <a:gd name="T98" fmla="*/ 404 w 1375"/>
                <a:gd name="T99" fmla="*/ 36 h 1360"/>
                <a:gd name="T100" fmla="*/ 387 w 1375"/>
                <a:gd name="T101" fmla="*/ 23 h 13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375"/>
                <a:gd name="T154" fmla="*/ 0 h 1360"/>
                <a:gd name="T155" fmla="*/ 1375 w 1375"/>
                <a:gd name="T156" fmla="*/ 1360 h 13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375" h="1360">
                  <a:moveTo>
                    <a:pt x="771" y="44"/>
                  </a:moveTo>
                  <a:lnTo>
                    <a:pt x="769" y="44"/>
                  </a:lnTo>
                  <a:lnTo>
                    <a:pt x="762" y="45"/>
                  </a:lnTo>
                  <a:lnTo>
                    <a:pt x="752" y="48"/>
                  </a:lnTo>
                  <a:lnTo>
                    <a:pt x="738" y="51"/>
                  </a:lnTo>
                  <a:lnTo>
                    <a:pt x="722" y="56"/>
                  </a:lnTo>
                  <a:lnTo>
                    <a:pt x="702" y="61"/>
                  </a:lnTo>
                  <a:lnTo>
                    <a:pt x="681" y="68"/>
                  </a:lnTo>
                  <a:lnTo>
                    <a:pt x="660" y="76"/>
                  </a:lnTo>
                  <a:lnTo>
                    <a:pt x="635" y="87"/>
                  </a:lnTo>
                  <a:lnTo>
                    <a:pt x="612" y="98"/>
                  </a:lnTo>
                  <a:lnTo>
                    <a:pt x="589" y="111"/>
                  </a:lnTo>
                  <a:lnTo>
                    <a:pt x="566" y="126"/>
                  </a:lnTo>
                  <a:lnTo>
                    <a:pt x="544" y="143"/>
                  </a:lnTo>
                  <a:lnTo>
                    <a:pt x="525" y="162"/>
                  </a:lnTo>
                  <a:lnTo>
                    <a:pt x="506" y="182"/>
                  </a:lnTo>
                  <a:lnTo>
                    <a:pt x="491" y="205"/>
                  </a:lnTo>
                  <a:lnTo>
                    <a:pt x="472" y="240"/>
                  </a:lnTo>
                  <a:lnTo>
                    <a:pt x="456" y="272"/>
                  </a:lnTo>
                  <a:lnTo>
                    <a:pt x="443" y="305"/>
                  </a:lnTo>
                  <a:lnTo>
                    <a:pt x="433" y="338"/>
                  </a:lnTo>
                  <a:lnTo>
                    <a:pt x="423" y="374"/>
                  </a:lnTo>
                  <a:lnTo>
                    <a:pt x="415" y="414"/>
                  </a:lnTo>
                  <a:lnTo>
                    <a:pt x="408" y="460"/>
                  </a:lnTo>
                  <a:lnTo>
                    <a:pt x="400" y="514"/>
                  </a:lnTo>
                  <a:lnTo>
                    <a:pt x="394" y="571"/>
                  </a:lnTo>
                  <a:lnTo>
                    <a:pt x="389" y="626"/>
                  </a:lnTo>
                  <a:lnTo>
                    <a:pt x="384" y="677"/>
                  </a:lnTo>
                  <a:lnTo>
                    <a:pt x="379" y="722"/>
                  </a:lnTo>
                  <a:lnTo>
                    <a:pt x="369" y="760"/>
                  </a:lnTo>
                  <a:lnTo>
                    <a:pt x="357" y="791"/>
                  </a:lnTo>
                  <a:lnTo>
                    <a:pt x="339" y="813"/>
                  </a:lnTo>
                  <a:lnTo>
                    <a:pt x="315" y="823"/>
                  </a:lnTo>
                  <a:lnTo>
                    <a:pt x="285" y="821"/>
                  </a:lnTo>
                  <a:lnTo>
                    <a:pt x="258" y="803"/>
                  </a:lnTo>
                  <a:lnTo>
                    <a:pt x="232" y="777"/>
                  </a:lnTo>
                  <a:lnTo>
                    <a:pt x="212" y="746"/>
                  </a:lnTo>
                  <a:lnTo>
                    <a:pt x="194" y="714"/>
                  </a:lnTo>
                  <a:lnTo>
                    <a:pt x="182" y="685"/>
                  </a:lnTo>
                  <a:lnTo>
                    <a:pt x="174" y="665"/>
                  </a:lnTo>
                  <a:lnTo>
                    <a:pt x="171" y="657"/>
                  </a:lnTo>
                  <a:lnTo>
                    <a:pt x="0" y="747"/>
                  </a:lnTo>
                  <a:lnTo>
                    <a:pt x="1" y="750"/>
                  </a:lnTo>
                  <a:lnTo>
                    <a:pt x="3" y="761"/>
                  </a:lnTo>
                  <a:lnTo>
                    <a:pt x="7" y="776"/>
                  </a:lnTo>
                  <a:lnTo>
                    <a:pt x="13" y="796"/>
                  </a:lnTo>
                  <a:lnTo>
                    <a:pt x="20" y="822"/>
                  </a:lnTo>
                  <a:lnTo>
                    <a:pt x="31" y="852"/>
                  </a:lnTo>
                  <a:lnTo>
                    <a:pt x="41" y="884"/>
                  </a:lnTo>
                  <a:lnTo>
                    <a:pt x="55" y="919"/>
                  </a:lnTo>
                  <a:lnTo>
                    <a:pt x="63" y="937"/>
                  </a:lnTo>
                  <a:lnTo>
                    <a:pt x="72" y="955"/>
                  </a:lnTo>
                  <a:lnTo>
                    <a:pt x="84" y="974"/>
                  </a:lnTo>
                  <a:lnTo>
                    <a:pt x="98" y="992"/>
                  </a:lnTo>
                  <a:lnTo>
                    <a:pt x="111" y="1011"/>
                  </a:lnTo>
                  <a:lnTo>
                    <a:pt x="126" y="1028"/>
                  </a:lnTo>
                  <a:lnTo>
                    <a:pt x="142" y="1045"/>
                  </a:lnTo>
                  <a:lnTo>
                    <a:pt x="159" y="1063"/>
                  </a:lnTo>
                  <a:lnTo>
                    <a:pt x="176" y="1078"/>
                  </a:lnTo>
                  <a:lnTo>
                    <a:pt x="193" y="1093"/>
                  </a:lnTo>
                  <a:lnTo>
                    <a:pt x="209" y="1105"/>
                  </a:lnTo>
                  <a:lnTo>
                    <a:pt x="225" y="1117"/>
                  </a:lnTo>
                  <a:lnTo>
                    <a:pt x="241" y="1126"/>
                  </a:lnTo>
                  <a:lnTo>
                    <a:pt x="256" y="1133"/>
                  </a:lnTo>
                  <a:lnTo>
                    <a:pt x="270" y="1139"/>
                  </a:lnTo>
                  <a:lnTo>
                    <a:pt x="283" y="1142"/>
                  </a:lnTo>
                  <a:lnTo>
                    <a:pt x="304" y="1146"/>
                  </a:lnTo>
                  <a:lnTo>
                    <a:pt x="318" y="1147"/>
                  </a:lnTo>
                  <a:lnTo>
                    <a:pt x="328" y="1148"/>
                  </a:lnTo>
                  <a:lnTo>
                    <a:pt x="337" y="1147"/>
                  </a:lnTo>
                  <a:lnTo>
                    <a:pt x="346" y="1144"/>
                  </a:lnTo>
                  <a:lnTo>
                    <a:pt x="360" y="1142"/>
                  </a:lnTo>
                  <a:lnTo>
                    <a:pt x="379" y="1137"/>
                  </a:lnTo>
                  <a:lnTo>
                    <a:pt x="406" y="1132"/>
                  </a:lnTo>
                  <a:lnTo>
                    <a:pt x="418" y="1131"/>
                  </a:lnTo>
                  <a:lnTo>
                    <a:pt x="426" y="1133"/>
                  </a:lnTo>
                  <a:lnTo>
                    <a:pt x="433" y="1137"/>
                  </a:lnTo>
                  <a:lnTo>
                    <a:pt x="438" y="1143"/>
                  </a:lnTo>
                  <a:lnTo>
                    <a:pt x="443" y="1152"/>
                  </a:lnTo>
                  <a:lnTo>
                    <a:pt x="448" y="1163"/>
                  </a:lnTo>
                  <a:lnTo>
                    <a:pt x="453" y="1174"/>
                  </a:lnTo>
                  <a:lnTo>
                    <a:pt x="459" y="1188"/>
                  </a:lnTo>
                  <a:lnTo>
                    <a:pt x="467" y="1202"/>
                  </a:lnTo>
                  <a:lnTo>
                    <a:pt x="476" y="1218"/>
                  </a:lnTo>
                  <a:lnTo>
                    <a:pt x="488" y="1233"/>
                  </a:lnTo>
                  <a:lnTo>
                    <a:pt x="503" y="1249"/>
                  </a:lnTo>
                  <a:lnTo>
                    <a:pt x="521" y="1265"/>
                  </a:lnTo>
                  <a:lnTo>
                    <a:pt x="543" y="1282"/>
                  </a:lnTo>
                  <a:lnTo>
                    <a:pt x="571" y="1298"/>
                  </a:lnTo>
                  <a:lnTo>
                    <a:pt x="603" y="1313"/>
                  </a:lnTo>
                  <a:lnTo>
                    <a:pt x="648" y="1330"/>
                  </a:lnTo>
                  <a:lnTo>
                    <a:pt x="692" y="1343"/>
                  </a:lnTo>
                  <a:lnTo>
                    <a:pt x="734" y="1351"/>
                  </a:lnTo>
                  <a:lnTo>
                    <a:pt x="776" y="1356"/>
                  </a:lnTo>
                  <a:lnTo>
                    <a:pt x="816" y="1360"/>
                  </a:lnTo>
                  <a:lnTo>
                    <a:pt x="854" y="1360"/>
                  </a:lnTo>
                  <a:lnTo>
                    <a:pt x="890" y="1358"/>
                  </a:lnTo>
                  <a:lnTo>
                    <a:pt x="924" y="1354"/>
                  </a:lnTo>
                  <a:lnTo>
                    <a:pt x="956" y="1349"/>
                  </a:lnTo>
                  <a:lnTo>
                    <a:pt x="983" y="1344"/>
                  </a:lnTo>
                  <a:lnTo>
                    <a:pt x="1009" y="1338"/>
                  </a:lnTo>
                  <a:lnTo>
                    <a:pt x="1029" y="1331"/>
                  </a:lnTo>
                  <a:lnTo>
                    <a:pt x="1048" y="1325"/>
                  </a:lnTo>
                  <a:lnTo>
                    <a:pt x="1062" y="1320"/>
                  </a:lnTo>
                  <a:lnTo>
                    <a:pt x="1071" y="1315"/>
                  </a:lnTo>
                  <a:lnTo>
                    <a:pt x="1077" y="1313"/>
                  </a:lnTo>
                  <a:lnTo>
                    <a:pt x="1082" y="1302"/>
                  </a:lnTo>
                  <a:lnTo>
                    <a:pt x="1094" y="1276"/>
                  </a:lnTo>
                  <a:lnTo>
                    <a:pt x="1110" y="1237"/>
                  </a:lnTo>
                  <a:lnTo>
                    <a:pt x="1129" y="1186"/>
                  </a:lnTo>
                  <a:lnTo>
                    <a:pt x="1151" y="1126"/>
                  </a:lnTo>
                  <a:lnTo>
                    <a:pt x="1177" y="1059"/>
                  </a:lnTo>
                  <a:lnTo>
                    <a:pt x="1203" y="987"/>
                  </a:lnTo>
                  <a:lnTo>
                    <a:pt x="1230" y="911"/>
                  </a:lnTo>
                  <a:lnTo>
                    <a:pt x="1256" y="834"/>
                  </a:lnTo>
                  <a:lnTo>
                    <a:pt x="1283" y="758"/>
                  </a:lnTo>
                  <a:lnTo>
                    <a:pt x="1307" y="687"/>
                  </a:lnTo>
                  <a:lnTo>
                    <a:pt x="1328" y="619"/>
                  </a:lnTo>
                  <a:lnTo>
                    <a:pt x="1346" y="560"/>
                  </a:lnTo>
                  <a:lnTo>
                    <a:pt x="1361" y="510"/>
                  </a:lnTo>
                  <a:lnTo>
                    <a:pt x="1370" y="470"/>
                  </a:lnTo>
                  <a:lnTo>
                    <a:pt x="1375" y="445"/>
                  </a:lnTo>
                  <a:lnTo>
                    <a:pt x="1375" y="408"/>
                  </a:lnTo>
                  <a:lnTo>
                    <a:pt x="1374" y="369"/>
                  </a:lnTo>
                  <a:lnTo>
                    <a:pt x="1370" y="330"/>
                  </a:lnTo>
                  <a:lnTo>
                    <a:pt x="1364" y="292"/>
                  </a:lnTo>
                  <a:lnTo>
                    <a:pt x="1356" y="255"/>
                  </a:lnTo>
                  <a:lnTo>
                    <a:pt x="1346" y="220"/>
                  </a:lnTo>
                  <a:lnTo>
                    <a:pt x="1334" y="189"/>
                  </a:lnTo>
                  <a:lnTo>
                    <a:pt x="1322" y="163"/>
                  </a:lnTo>
                  <a:lnTo>
                    <a:pt x="1308" y="144"/>
                  </a:lnTo>
                  <a:lnTo>
                    <a:pt x="1287" y="118"/>
                  </a:lnTo>
                  <a:lnTo>
                    <a:pt x="1260" y="88"/>
                  </a:lnTo>
                  <a:lnTo>
                    <a:pt x="1231" y="58"/>
                  </a:lnTo>
                  <a:lnTo>
                    <a:pt x="1201" y="31"/>
                  </a:lnTo>
                  <a:lnTo>
                    <a:pt x="1174" y="11"/>
                  </a:lnTo>
                  <a:lnTo>
                    <a:pt x="1155" y="0"/>
                  </a:lnTo>
                  <a:lnTo>
                    <a:pt x="1143" y="3"/>
                  </a:lnTo>
                  <a:lnTo>
                    <a:pt x="1115" y="43"/>
                  </a:lnTo>
                  <a:lnTo>
                    <a:pt x="1085" y="74"/>
                  </a:lnTo>
                  <a:lnTo>
                    <a:pt x="1053" y="97"/>
                  </a:lnTo>
                  <a:lnTo>
                    <a:pt x="1022" y="112"/>
                  </a:lnTo>
                  <a:lnTo>
                    <a:pt x="990" y="120"/>
                  </a:lnTo>
                  <a:lnTo>
                    <a:pt x="960" y="124"/>
                  </a:lnTo>
                  <a:lnTo>
                    <a:pt x="930" y="121"/>
                  </a:lnTo>
                  <a:lnTo>
                    <a:pt x="901" y="114"/>
                  </a:lnTo>
                  <a:lnTo>
                    <a:pt x="874" y="106"/>
                  </a:lnTo>
                  <a:lnTo>
                    <a:pt x="850" y="96"/>
                  </a:lnTo>
                  <a:lnTo>
                    <a:pt x="828" y="83"/>
                  </a:lnTo>
                  <a:lnTo>
                    <a:pt x="808" y="72"/>
                  </a:lnTo>
                  <a:lnTo>
                    <a:pt x="793" y="61"/>
                  </a:lnTo>
                  <a:lnTo>
                    <a:pt x="782" y="52"/>
                  </a:lnTo>
                  <a:lnTo>
                    <a:pt x="774" y="46"/>
                  </a:lnTo>
                  <a:lnTo>
                    <a:pt x="771" y="44"/>
                  </a:lnTo>
                  <a:close/>
                </a:path>
              </a:pathLst>
            </a:custGeom>
            <a:solidFill>
              <a:srgbClr val="FF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3" name="Freeform 119"/>
            <p:cNvSpPr>
              <a:spLocks/>
            </p:cNvSpPr>
            <p:nvPr/>
          </p:nvSpPr>
          <p:spPr bwMode="auto">
            <a:xfrm>
              <a:off x="2430" y="2576"/>
              <a:ext cx="541" cy="663"/>
            </a:xfrm>
            <a:custGeom>
              <a:avLst/>
              <a:gdLst>
                <a:gd name="T0" fmla="*/ 11 w 1081"/>
                <a:gd name="T1" fmla="*/ 93 h 1326"/>
                <a:gd name="T2" fmla="*/ 35 w 1081"/>
                <a:gd name="T3" fmla="*/ 530 h 1326"/>
                <a:gd name="T4" fmla="*/ 165 w 1081"/>
                <a:gd name="T5" fmla="*/ 533 h 1326"/>
                <a:gd name="T6" fmla="*/ 165 w 1081"/>
                <a:gd name="T7" fmla="*/ 546 h 1326"/>
                <a:gd name="T8" fmla="*/ 0 w 1081"/>
                <a:gd name="T9" fmla="*/ 562 h 1326"/>
                <a:gd name="T10" fmla="*/ 0 w 1081"/>
                <a:gd name="T11" fmla="*/ 610 h 1326"/>
                <a:gd name="T12" fmla="*/ 136 w 1081"/>
                <a:gd name="T13" fmla="*/ 663 h 1326"/>
                <a:gd name="T14" fmla="*/ 509 w 1081"/>
                <a:gd name="T15" fmla="*/ 583 h 1326"/>
                <a:gd name="T16" fmla="*/ 509 w 1081"/>
                <a:gd name="T17" fmla="*/ 554 h 1326"/>
                <a:gd name="T18" fmla="*/ 392 w 1081"/>
                <a:gd name="T19" fmla="*/ 533 h 1326"/>
                <a:gd name="T20" fmla="*/ 392 w 1081"/>
                <a:gd name="T21" fmla="*/ 508 h 1326"/>
                <a:gd name="T22" fmla="*/ 527 w 1081"/>
                <a:gd name="T23" fmla="*/ 460 h 1326"/>
                <a:gd name="T24" fmla="*/ 541 w 1081"/>
                <a:gd name="T25" fmla="*/ 10 h 1326"/>
                <a:gd name="T26" fmla="*/ 96 w 1081"/>
                <a:gd name="T27" fmla="*/ 0 h 1326"/>
                <a:gd name="T28" fmla="*/ 11 w 1081"/>
                <a:gd name="T29" fmla="*/ 93 h 13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81"/>
                <a:gd name="T46" fmla="*/ 0 h 1326"/>
                <a:gd name="T47" fmla="*/ 1081 w 1081"/>
                <a:gd name="T48" fmla="*/ 1326 h 132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81" h="1326">
                  <a:moveTo>
                    <a:pt x="22" y="187"/>
                  </a:moveTo>
                  <a:lnTo>
                    <a:pt x="69" y="1060"/>
                  </a:lnTo>
                  <a:lnTo>
                    <a:pt x="330" y="1065"/>
                  </a:lnTo>
                  <a:lnTo>
                    <a:pt x="330" y="1091"/>
                  </a:lnTo>
                  <a:lnTo>
                    <a:pt x="0" y="1123"/>
                  </a:lnTo>
                  <a:lnTo>
                    <a:pt x="0" y="1219"/>
                  </a:lnTo>
                  <a:lnTo>
                    <a:pt x="272" y="1326"/>
                  </a:lnTo>
                  <a:lnTo>
                    <a:pt x="1017" y="1166"/>
                  </a:lnTo>
                  <a:lnTo>
                    <a:pt x="1017" y="1107"/>
                  </a:lnTo>
                  <a:lnTo>
                    <a:pt x="783" y="1065"/>
                  </a:lnTo>
                  <a:lnTo>
                    <a:pt x="783" y="1017"/>
                  </a:lnTo>
                  <a:lnTo>
                    <a:pt x="1054" y="921"/>
                  </a:lnTo>
                  <a:lnTo>
                    <a:pt x="1081" y="21"/>
                  </a:lnTo>
                  <a:lnTo>
                    <a:pt x="192" y="0"/>
                  </a:lnTo>
                  <a:lnTo>
                    <a:pt x="22" y="187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4" name="Freeform 120"/>
            <p:cNvSpPr>
              <a:spLocks/>
            </p:cNvSpPr>
            <p:nvPr/>
          </p:nvSpPr>
          <p:spPr bwMode="auto">
            <a:xfrm>
              <a:off x="2513" y="3149"/>
              <a:ext cx="476" cy="189"/>
            </a:xfrm>
            <a:custGeom>
              <a:avLst/>
              <a:gdLst>
                <a:gd name="T0" fmla="*/ 2 w 952"/>
                <a:gd name="T1" fmla="*/ 75 h 378"/>
                <a:gd name="T2" fmla="*/ 0 w 952"/>
                <a:gd name="T3" fmla="*/ 112 h 378"/>
                <a:gd name="T4" fmla="*/ 184 w 952"/>
                <a:gd name="T5" fmla="*/ 189 h 378"/>
                <a:gd name="T6" fmla="*/ 465 w 952"/>
                <a:gd name="T7" fmla="*/ 106 h 378"/>
                <a:gd name="T8" fmla="*/ 476 w 952"/>
                <a:gd name="T9" fmla="*/ 22 h 378"/>
                <a:gd name="T10" fmla="*/ 412 w 952"/>
                <a:gd name="T11" fmla="*/ 0 h 378"/>
                <a:gd name="T12" fmla="*/ 2 w 952"/>
                <a:gd name="T13" fmla="*/ 75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2"/>
                <a:gd name="T22" fmla="*/ 0 h 378"/>
                <a:gd name="T23" fmla="*/ 952 w 952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2" h="378">
                  <a:moveTo>
                    <a:pt x="4" y="149"/>
                  </a:moveTo>
                  <a:lnTo>
                    <a:pt x="0" y="224"/>
                  </a:lnTo>
                  <a:lnTo>
                    <a:pt x="367" y="378"/>
                  </a:lnTo>
                  <a:lnTo>
                    <a:pt x="930" y="212"/>
                  </a:lnTo>
                  <a:lnTo>
                    <a:pt x="952" y="43"/>
                  </a:lnTo>
                  <a:lnTo>
                    <a:pt x="824" y="0"/>
                  </a:lnTo>
                  <a:lnTo>
                    <a:pt x="4" y="149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5" name="Freeform 121"/>
            <p:cNvSpPr>
              <a:spLocks/>
            </p:cNvSpPr>
            <p:nvPr/>
          </p:nvSpPr>
          <p:spPr bwMode="auto">
            <a:xfrm>
              <a:off x="2897" y="3162"/>
              <a:ext cx="92" cy="125"/>
            </a:xfrm>
            <a:custGeom>
              <a:avLst/>
              <a:gdLst>
                <a:gd name="T0" fmla="*/ 3 w 184"/>
                <a:gd name="T1" fmla="*/ 35 h 250"/>
                <a:gd name="T2" fmla="*/ 3 w 184"/>
                <a:gd name="T3" fmla="*/ 38 h 250"/>
                <a:gd name="T4" fmla="*/ 3 w 184"/>
                <a:gd name="T5" fmla="*/ 42 h 250"/>
                <a:gd name="T6" fmla="*/ 1 w 184"/>
                <a:gd name="T7" fmla="*/ 47 h 250"/>
                <a:gd name="T8" fmla="*/ 3 w 184"/>
                <a:gd name="T9" fmla="*/ 51 h 250"/>
                <a:gd name="T10" fmla="*/ 9 w 184"/>
                <a:gd name="T11" fmla="*/ 58 h 250"/>
                <a:gd name="T12" fmla="*/ 15 w 184"/>
                <a:gd name="T13" fmla="*/ 63 h 250"/>
                <a:gd name="T14" fmla="*/ 22 w 184"/>
                <a:gd name="T15" fmla="*/ 69 h 250"/>
                <a:gd name="T16" fmla="*/ 28 w 184"/>
                <a:gd name="T17" fmla="*/ 74 h 250"/>
                <a:gd name="T18" fmla="*/ 35 w 184"/>
                <a:gd name="T19" fmla="*/ 79 h 250"/>
                <a:gd name="T20" fmla="*/ 39 w 184"/>
                <a:gd name="T21" fmla="*/ 83 h 250"/>
                <a:gd name="T22" fmla="*/ 43 w 184"/>
                <a:gd name="T23" fmla="*/ 85 h 250"/>
                <a:gd name="T24" fmla="*/ 44 w 184"/>
                <a:gd name="T25" fmla="*/ 85 h 250"/>
                <a:gd name="T26" fmla="*/ 71 w 184"/>
                <a:gd name="T27" fmla="*/ 125 h 250"/>
                <a:gd name="T28" fmla="*/ 92 w 184"/>
                <a:gd name="T29" fmla="*/ 21 h 250"/>
                <a:gd name="T30" fmla="*/ 36 w 184"/>
                <a:gd name="T31" fmla="*/ 0 h 250"/>
                <a:gd name="T32" fmla="*/ 34 w 184"/>
                <a:gd name="T33" fmla="*/ 1 h 250"/>
                <a:gd name="T34" fmla="*/ 28 w 184"/>
                <a:gd name="T35" fmla="*/ 2 h 250"/>
                <a:gd name="T36" fmla="*/ 22 w 184"/>
                <a:gd name="T37" fmla="*/ 6 h 250"/>
                <a:gd name="T38" fmla="*/ 14 w 184"/>
                <a:gd name="T39" fmla="*/ 10 h 250"/>
                <a:gd name="T40" fmla="*/ 7 w 184"/>
                <a:gd name="T41" fmla="*/ 15 h 250"/>
                <a:gd name="T42" fmla="*/ 3 w 184"/>
                <a:gd name="T43" fmla="*/ 21 h 250"/>
                <a:gd name="T44" fmla="*/ 0 w 184"/>
                <a:gd name="T45" fmla="*/ 28 h 250"/>
                <a:gd name="T46" fmla="*/ 3 w 184"/>
                <a:gd name="T47" fmla="*/ 35 h 2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84"/>
                <a:gd name="T73" fmla="*/ 0 h 250"/>
                <a:gd name="T74" fmla="*/ 184 w 184"/>
                <a:gd name="T75" fmla="*/ 250 h 25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84" h="250">
                  <a:moveTo>
                    <a:pt x="6" y="70"/>
                  </a:moveTo>
                  <a:lnTo>
                    <a:pt x="7" y="76"/>
                  </a:lnTo>
                  <a:lnTo>
                    <a:pt x="5" y="84"/>
                  </a:lnTo>
                  <a:lnTo>
                    <a:pt x="3" y="93"/>
                  </a:lnTo>
                  <a:lnTo>
                    <a:pt x="7" y="102"/>
                  </a:lnTo>
                  <a:lnTo>
                    <a:pt x="18" y="115"/>
                  </a:lnTo>
                  <a:lnTo>
                    <a:pt x="31" y="127"/>
                  </a:lnTo>
                  <a:lnTo>
                    <a:pt x="44" y="138"/>
                  </a:lnTo>
                  <a:lnTo>
                    <a:pt x="57" y="148"/>
                  </a:lnTo>
                  <a:lnTo>
                    <a:pt x="69" y="158"/>
                  </a:lnTo>
                  <a:lnTo>
                    <a:pt x="78" y="165"/>
                  </a:lnTo>
                  <a:lnTo>
                    <a:pt x="85" y="169"/>
                  </a:lnTo>
                  <a:lnTo>
                    <a:pt x="87" y="170"/>
                  </a:lnTo>
                  <a:lnTo>
                    <a:pt x="142" y="250"/>
                  </a:lnTo>
                  <a:lnTo>
                    <a:pt x="184" y="42"/>
                  </a:lnTo>
                  <a:lnTo>
                    <a:pt x="72" y="0"/>
                  </a:lnTo>
                  <a:lnTo>
                    <a:pt x="68" y="1"/>
                  </a:lnTo>
                  <a:lnTo>
                    <a:pt x="57" y="4"/>
                  </a:lnTo>
                  <a:lnTo>
                    <a:pt x="44" y="11"/>
                  </a:lnTo>
                  <a:lnTo>
                    <a:pt x="29" y="19"/>
                  </a:lnTo>
                  <a:lnTo>
                    <a:pt x="14" y="30"/>
                  </a:lnTo>
                  <a:lnTo>
                    <a:pt x="5" y="41"/>
                  </a:lnTo>
                  <a:lnTo>
                    <a:pt x="0" y="55"/>
                  </a:lnTo>
                  <a:lnTo>
                    <a:pt x="6" y="70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6" name="Freeform 122"/>
            <p:cNvSpPr>
              <a:spLocks/>
            </p:cNvSpPr>
            <p:nvPr/>
          </p:nvSpPr>
          <p:spPr bwMode="auto">
            <a:xfrm>
              <a:off x="2728" y="3190"/>
              <a:ext cx="144" cy="160"/>
            </a:xfrm>
            <a:custGeom>
              <a:avLst/>
              <a:gdLst>
                <a:gd name="T0" fmla="*/ 6 w 288"/>
                <a:gd name="T1" fmla="*/ 38 h 322"/>
                <a:gd name="T2" fmla="*/ 14 w 288"/>
                <a:gd name="T3" fmla="*/ 61 h 322"/>
                <a:gd name="T4" fmla="*/ 16 w 288"/>
                <a:gd name="T5" fmla="*/ 85 h 322"/>
                <a:gd name="T6" fmla="*/ 15 w 288"/>
                <a:gd name="T7" fmla="*/ 107 h 322"/>
                <a:gd name="T8" fmla="*/ 17 w 288"/>
                <a:gd name="T9" fmla="*/ 131 h 322"/>
                <a:gd name="T10" fmla="*/ 24 w 288"/>
                <a:gd name="T11" fmla="*/ 151 h 322"/>
                <a:gd name="T12" fmla="*/ 42 w 288"/>
                <a:gd name="T13" fmla="*/ 160 h 322"/>
                <a:gd name="T14" fmla="*/ 69 w 288"/>
                <a:gd name="T15" fmla="*/ 151 h 322"/>
                <a:gd name="T16" fmla="*/ 95 w 288"/>
                <a:gd name="T17" fmla="*/ 134 h 322"/>
                <a:gd name="T18" fmla="*/ 112 w 288"/>
                <a:gd name="T19" fmla="*/ 120 h 322"/>
                <a:gd name="T20" fmla="*/ 116 w 288"/>
                <a:gd name="T21" fmla="*/ 116 h 322"/>
                <a:gd name="T22" fmla="*/ 124 w 288"/>
                <a:gd name="T23" fmla="*/ 104 h 322"/>
                <a:gd name="T24" fmla="*/ 135 w 288"/>
                <a:gd name="T25" fmla="*/ 85 h 322"/>
                <a:gd name="T26" fmla="*/ 143 w 288"/>
                <a:gd name="T27" fmla="*/ 70 h 322"/>
                <a:gd name="T28" fmla="*/ 144 w 288"/>
                <a:gd name="T29" fmla="*/ 52 h 322"/>
                <a:gd name="T30" fmla="*/ 138 w 288"/>
                <a:gd name="T31" fmla="*/ 11 h 322"/>
                <a:gd name="T32" fmla="*/ 123 w 288"/>
                <a:gd name="T33" fmla="*/ 2 h 322"/>
                <a:gd name="T34" fmla="*/ 115 w 288"/>
                <a:gd name="T35" fmla="*/ 10 h 322"/>
                <a:gd name="T36" fmla="*/ 111 w 288"/>
                <a:gd name="T37" fmla="*/ 22 h 322"/>
                <a:gd name="T38" fmla="*/ 109 w 288"/>
                <a:gd name="T39" fmla="*/ 31 h 322"/>
                <a:gd name="T40" fmla="*/ 108 w 288"/>
                <a:gd name="T41" fmla="*/ 32 h 322"/>
                <a:gd name="T42" fmla="*/ 104 w 288"/>
                <a:gd name="T43" fmla="*/ 25 h 322"/>
                <a:gd name="T44" fmla="*/ 98 w 288"/>
                <a:gd name="T45" fmla="*/ 14 h 322"/>
                <a:gd name="T46" fmla="*/ 93 w 288"/>
                <a:gd name="T47" fmla="*/ 4 h 322"/>
                <a:gd name="T48" fmla="*/ 89 w 288"/>
                <a:gd name="T49" fmla="*/ 0 h 322"/>
                <a:gd name="T50" fmla="*/ 79 w 288"/>
                <a:gd name="T51" fmla="*/ 0 h 322"/>
                <a:gd name="T52" fmla="*/ 66 w 288"/>
                <a:gd name="T53" fmla="*/ 2 h 322"/>
                <a:gd name="T54" fmla="*/ 49 w 288"/>
                <a:gd name="T55" fmla="*/ 6 h 322"/>
                <a:gd name="T56" fmla="*/ 33 w 288"/>
                <a:gd name="T57" fmla="*/ 10 h 322"/>
                <a:gd name="T58" fmla="*/ 17 w 288"/>
                <a:gd name="T59" fmla="*/ 15 h 322"/>
                <a:gd name="T60" fmla="*/ 5 w 288"/>
                <a:gd name="T61" fmla="*/ 20 h 322"/>
                <a:gd name="T62" fmla="*/ 0 w 288"/>
                <a:gd name="T63" fmla="*/ 26 h 3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88"/>
                <a:gd name="T97" fmla="*/ 0 h 322"/>
                <a:gd name="T98" fmla="*/ 288 w 288"/>
                <a:gd name="T99" fmla="*/ 322 h 32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88" h="322">
                  <a:moveTo>
                    <a:pt x="0" y="57"/>
                  </a:moveTo>
                  <a:lnTo>
                    <a:pt x="12" y="76"/>
                  </a:lnTo>
                  <a:lnTo>
                    <a:pt x="22" y="98"/>
                  </a:lnTo>
                  <a:lnTo>
                    <a:pt x="29" y="123"/>
                  </a:lnTo>
                  <a:lnTo>
                    <a:pt x="33" y="152"/>
                  </a:lnTo>
                  <a:lnTo>
                    <a:pt x="32" y="171"/>
                  </a:lnTo>
                  <a:lnTo>
                    <a:pt x="30" y="193"/>
                  </a:lnTo>
                  <a:lnTo>
                    <a:pt x="30" y="216"/>
                  </a:lnTo>
                  <a:lnTo>
                    <a:pt x="30" y="241"/>
                  </a:lnTo>
                  <a:lnTo>
                    <a:pt x="33" y="264"/>
                  </a:lnTo>
                  <a:lnTo>
                    <a:pt x="38" y="286"/>
                  </a:lnTo>
                  <a:lnTo>
                    <a:pt x="49" y="304"/>
                  </a:lnTo>
                  <a:lnTo>
                    <a:pt x="64" y="317"/>
                  </a:lnTo>
                  <a:lnTo>
                    <a:pt x="85" y="322"/>
                  </a:lnTo>
                  <a:lnTo>
                    <a:pt x="110" y="316"/>
                  </a:lnTo>
                  <a:lnTo>
                    <a:pt x="137" y="303"/>
                  </a:lnTo>
                  <a:lnTo>
                    <a:pt x="165" y="287"/>
                  </a:lnTo>
                  <a:lnTo>
                    <a:pt x="190" y="270"/>
                  </a:lnTo>
                  <a:lnTo>
                    <a:pt x="210" y="254"/>
                  </a:lnTo>
                  <a:lnTo>
                    <a:pt x="225" y="242"/>
                  </a:lnTo>
                  <a:lnTo>
                    <a:pt x="230" y="237"/>
                  </a:lnTo>
                  <a:lnTo>
                    <a:pt x="232" y="234"/>
                  </a:lnTo>
                  <a:lnTo>
                    <a:pt x="239" y="224"/>
                  </a:lnTo>
                  <a:lnTo>
                    <a:pt x="248" y="209"/>
                  </a:lnTo>
                  <a:lnTo>
                    <a:pt x="258" y="190"/>
                  </a:lnTo>
                  <a:lnTo>
                    <a:pt x="269" y="172"/>
                  </a:lnTo>
                  <a:lnTo>
                    <a:pt x="279" y="154"/>
                  </a:lnTo>
                  <a:lnTo>
                    <a:pt x="286" y="140"/>
                  </a:lnTo>
                  <a:lnTo>
                    <a:pt x="288" y="130"/>
                  </a:lnTo>
                  <a:lnTo>
                    <a:pt x="288" y="104"/>
                  </a:lnTo>
                  <a:lnTo>
                    <a:pt x="285" y="62"/>
                  </a:lnTo>
                  <a:lnTo>
                    <a:pt x="275" y="22"/>
                  </a:lnTo>
                  <a:lnTo>
                    <a:pt x="256" y="2"/>
                  </a:lnTo>
                  <a:lnTo>
                    <a:pt x="246" y="4"/>
                  </a:lnTo>
                  <a:lnTo>
                    <a:pt x="237" y="10"/>
                  </a:lnTo>
                  <a:lnTo>
                    <a:pt x="231" y="21"/>
                  </a:lnTo>
                  <a:lnTo>
                    <a:pt x="225" y="32"/>
                  </a:lnTo>
                  <a:lnTo>
                    <a:pt x="222" y="45"/>
                  </a:lnTo>
                  <a:lnTo>
                    <a:pt x="219" y="57"/>
                  </a:lnTo>
                  <a:lnTo>
                    <a:pt x="218" y="63"/>
                  </a:lnTo>
                  <a:lnTo>
                    <a:pt x="218" y="67"/>
                  </a:lnTo>
                  <a:lnTo>
                    <a:pt x="217" y="65"/>
                  </a:lnTo>
                  <a:lnTo>
                    <a:pt x="214" y="59"/>
                  </a:lnTo>
                  <a:lnTo>
                    <a:pt x="209" y="50"/>
                  </a:lnTo>
                  <a:lnTo>
                    <a:pt x="203" y="39"/>
                  </a:lnTo>
                  <a:lnTo>
                    <a:pt x="197" y="28"/>
                  </a:lnTo>
                  <a:lnTo>
                    <a:pt x="192" y="17"/>
                  </a:lnTo>
                  <a:lnTo>
                    <a:pt x="186" y="8"/>
                  </a:lnTo>
                  <a:lnTo>
                    <a:pt x="181" y="2"/>
                  </a:lnTo>
                  <a:lnTo>
                    <a:pt x="178" y="1"/>
                  </a:lnTo>
                  <a:lnTo>
                    <a:pt x="170" y="0"/>
                  </a:lnTo>
                  <a:lnTo>
                    <a:pt x="159" y="1"/>
                  </a:lnTo>
                  <a:lnTo>
                    <a:pt x="147" y="2"/>
                  </a:lnTo>
                  <a:lnTo>
                    <a:pt x="132" y="5"/>
                  </a:lnTo>
                  <a:lnTo>
                    <a:pt x="116" y="8"/>
                  </a:lnTo>
                  <a:lnTo>
                    <a:pt x="99" y="12"/>
                  </a:lnTo>
                  <a:lnTo>
                    <a:pt x="82" y="15"/>
                  </a:lnTo>
                  <a:lnTo>
                    <a:pt x="65" y="20"/>
                  </a:lnTo>
                  <a:lnTo>
                    <a:pt x="49" y="25"/>
                  </a:lnTo>
                  <a:lnTo>
                    <a:pt x="34" y="30"/>
                  </a:lnTo>
                  <a:lnTo>
                    <a:pt x="21" y="36"/>
                  </a:lnTo>
                  <a:lnTo>
                    <a:pt x="11" y="40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7" name="Freeform 123"/>
            <p:cNvSpPr>
              <a:spLocks/>
            </p:cNvSpPr>
            <p:nvPr/>
          </p:nvSpPr>
          <p:spPr bwMode="auto">
            <a:xfrm>
              <a:off x="3089" y="3216"/>
              <a:ext cx="394" cy="380"/>
            </a:xfrm>
            <a:custGeom>
              <a:avLst/>
              <a:gdLst>
                <a:gd name="T0" fmla="*/ 58 w 787"/>
                <a:gd name="T1" fmla="*/ 52 h 759"/>
                <a:gd name="T2" fmla="*/ 40 w 787"/>
                <a:gd name="T3" fmla="*/ 73 h 759"/>
                <a:gd name="T4" fmla="*/ 25 w 787"/>
                <a:gd name="T5" fmla="*/ 102 h 759"/>
                <a:gd name="T6" fmla="*/ 16 w 787"/>
                <a:gd name="T7" fmla="*/ 130 h 759"/>
                <a:gd name="T8" fmla="*/ 8 w 787"/>
                <a:gd name="T9" fmla="*/ 191 h 759"/>
                <a:gd name="T10" fmla="*/ 1 w 787"/>
                <a:gd name="T11" fmla="*/ 275 h 759"/>
                <a:gd name="T12" fmla="*/ 1 w 787"/>
                <a:gd name="T13" fmla="*/ 292 h 759"/>
                <a:gd name="T14" fmla="*/ 6 w 787"/>
                <a:gd name="T15" fmla="*/ 310 h 759"/>
                <a:gd name="T16" fmla="*/ 18 w 787"/>
                <a:gd name="T17" fmla="*/ 336 h 759"/>
                <a:gd name="T18" fmla="*/ 43 w 787"/>
                <a:gd name="T19" fmla="*/ 360 h 759"/>
                <a:gd name="T20" fmla="*/ 73 w 787"/>
                <a:gd name="T21" fmla="*/ 373 h 759"/>
                <a:gd name="T22" fmla="*/ 99 w 787"/>
                <a:gd name="T23" fmla="*/ 378 h 759"/>
                <a:gd name="T24" fmla="*/ 122 w 787"/>
                <a:gd name="T25" fmla="*/ 380 h 759"/>
                <a:gd name="T26" fmla="*/ 143 w 787"/>
                <a:gd name="T27" fmla="*/ 379 h 759"/>
                <a:gd name="T28" fmla="*/ 160 w 787"/>
                <a:gd name="T29" fmla="*/ 376 h 759"/>
                <a:gd name="T30" fmla="*/ 175 w 787"/>
                <a:gd name="T31" fmla="*/ 372 h 759"/>
                <a:gd name="T32" fmla="*/ 184 w 787"/>
                <a:gd name="T33" fmla="*/ 369 h 759"/>
                <a:gd name="T34" fmla="*/ 189 w 787"/>
                <a:gd name="T35" fmla="*/ 367 h 759"/>
                <a:gd name="T36" fmla="*/ 192 w 787"/>
                <a:gd name="T37" fmla="*/ 366 h 759"/>
                <a:gd name="T38" fmla="*/ 206 w 787"/>
                <a:gd name="T39" fmla="*/ 361 h 759"/>
                <a:gd name="T40" fmla="*/ 229 w 787"/>
                <a:gd name="T41" fmla="*/ 353 h 759"/>
                <a:gd name="T42" fmla="*/ 259 w 787"/>
                <a:gd name="T43" fmla="*/ 343 h 759"/>
                <a:gd name="T44" fmla="*/ 290 w 787"/>
                <a:gd name="T45" fmla="*/ 332 h 759"/>
                <a:gd name="T46" fmla="*/ 321 w 787"/>
                <a:gd name="T47" fmla="*/ 319 h 759"/>
                <a:gd name="T48" fmla="*/ 346 w 787"/>
                <a:gd name="T49" fmla="*/ 308 h 759"/>
                <a:gd name="T50" fmla="*/ 362 w 787"/>
                <a:gd name="T51" fmla="*/ 299 h 759"/>
                <a:gd name="T52" fmla="*/ 375 w 787"/>
                <a:gd name="T53" fmla="*/ 271 h 759"/>
                <a:gd name="T54" fmla="*/ 389 w 787"/>
                <a:gd name="T55" fmla="*/ 203 h 759"/>
                <a:gd name="T56" fmla="*/ 394 w 787"/>
                <a:gd name="T57" fmla="*/ 124 h 759"/>
                <a:gd name="T58" fmla="*/ 387 w 787"/>
                <a:gd name="T59" fmla="*/ 59 h 759"/>
                <a:gd name="T60" fmla="*/ 366 w 787"/>
                <a:gd name="T61" fmla="*/ 26 h 759"/>
                <a:gd name="T62" fmla="*/ 344 w 787"/>
                <a:gd name="T63" fmla="*/ 10 h 759"/>
                <a:gd name="T64" fmla="*/ 326 w 787"/>
                <a:gd name="T65" fmla="*/ 2 h 759"/>
                <a:gd name="T66" fmla="*/ 316 w 787"/>
                <a:gd name="T67" fmla="*/ 0 h 759"/>
                <a:gd name="T68" fmla="*/ 313 w 787"/>
                <a:gd name="T69" fmla="*/ 0 h 759"/>
                <a:gd name="T70" fmla="*/ 306 w 787"/>
                <a:gd name="T71" fmla="*/ 0 h 759"/>
                <a:gd name="T72" fmla="*/ 291 w 787"/>
                <a:gd name="T73" fmla="*/ 1 h 759"/>
                <a:gd name="T74" fmla="*/ 272 w 787"/>
                <a:gd name="T75" fmla="*/ 1 h 759"/>
                <a:gd name="T76" fmla="*/ 249 w 787"/>
                <a:gd name="T77" fmla="*/ 3 h 759"/>
                <a:gd name="T78" fmla="*/ 223 w 787"/>
                <a:gd name="T79" fmla="*/ 5 h 759"/>
                <a:gd name="T80" fmla="*/ 196 w 787"/>
                <a:gd name="T81" fmla="*/ 9 h 759"/>
                <a:gd name="T82" fmla="*/ 169 w 787"/>
                <a:gd name="T83" fmla="*/ 14 h 759"/>
                <a:gd name="T84" fmla="*/ 139 w 787"/>
                <a:gd name="T85" fmla="*/ 22 h 759"/>
                <a:gd name="T86" fmla="*/ 111 w 787"/>
                <a:gd name="T87" fmla="*/ 30 h 759"/>
                <a:gd name="T88" fmla="*/ 90 w 787"/>
                <a:gd name="T89" fmla="*/ 37 h 759"/>
                <a:gd name="T90" fmla="*/ 74 w 787"/>
                <a:gd name="T91" fmla="*/ 43 h 75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87"/>
                <a:gd name="T139" fmla="*/ 0 h 759"/>
                <a:gd name="T140" fmla="*/ 787 w 787"/>
                <a:gd name="T141" fmla="*/ 759 h 75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87" h="759">
                  <a:moveTo>
                    <a:pt x="132" y="91"/>
                  </a:moveTo>
                  <a:lnTo>
                    <a:pt x="115" y="103"/>
                  </a:lnTo>
                  <a:lnTo>
                    <a:pt x="97" y="121"/>
                  </a:lnTo>
                  <a:lnTo>
                    <a:pt x="80" y="146"/>
                  </a:lnTo>
                  <a:lnTo>
                    <a:pt x="64" y="174"/>
                  </a:lnTo>
                  <a:lnTo>
                    <a:pt x="50" y="204"/>
                  </a:lnTo>
                  <a:lnTo>
                    <a:pt x="39" y="234"/>
                  </a:lnTo>
                  <a:lnTo>
                    <a:pt x="31" y="260"/>
                  </a:lnTo>
                  <a:lnTo>
                    <a:pt x="26" y="282"/>
                  </a:lnTo>
                  <a:lnTo>
                    <a:pt x="16" y="381"/>
                  </a:lnTo>
                  <a:lnTo>
                    <a:pt x="8" y="477"/>
                  </a:lnTo>
                  <a:lnTo>
                    <a:pt x="2" y="549"/>
                  </a:lnTo>
                  <a:lnTo>
                    <a:pt x="0" y="577"/>
                  </a:lnTo>
                  <a:lnTo>
                    <a:pt x="1" y="583"/>
                  </a:lnTo>
                  <a:lnTo>
                    <a:pt x="4" y="597"/>
                  </a:lnTo>
                  <a:lnTo>
                    <a:pt x="11" y="619"/>
                  </a:lnTo>
                  <a:lnTo>
                    <a:pt x="21" y="644"/>
                  </a:lnTo>
                  <a:lnTo>
                    <a:pt x="36" y="672"/>
                  </a:lnTo>
                  <a:lnTo>
                    <a:pt x="57" y="698"/>
                  </a:lnTo>
                  <a:lnTo>
                    <a:pt x="85" y="720"/>
                  </a:lnTo>
                  <a:lnTo>
                    <a:pt x="118" y="737"/>
                  </a:lnTo>
                  <a:lnTo>
                    <a:pt x="145" y="746"/>
                  </a:lnTo>
                  <a:lnTo>
                    <a:pt x="171" y="752"/>
                  </a:lnTo>
                  <a:lnTo>
                    <a:pt x="197" y="756"/>
                  </a:lnTo>
                  <a:lnTo>
                    <a:pt x="221" y="758"/>
                  </a:lnTo>
                  <a:lnTo>
                    <a:pt x="243" y="759"/>
                  </a:lnTo>
                  <a:lnTo>
                    <a:pt x="264" y="759"/>
                  </a:lnTo>
                  <a:lnTo>
                    <a:pt x="285" y="757"/>
                  </a:lnTo>
                  <a:lnTo>
                    <a:pt x="304" y="755"/>
                  </a:lnTo>
                  <a:lnTo>
                    <a:pt x="320" y="751"/>
                  </a:lnTo>
                  <a:lnTo>
                    <a:pt x="335" y="748"/>
                  </a:lnTo>
                  <a:lnTo>
                    <a:pt x="349" y="744"/>
                  </a:lnTo>
                  <a:lnTo>
                    <a:pt x="359" y="741"/>
                  </a:lnTo>
                  <a:lnTo>
                    <a:pt x="368" y="737"/>
                  </a:lnTo>
                  <a:lnTo>
                    <a:pt x="374" y="735"/>
                  </a:lnTo>
                  <a:lnTo>
                    <a:pt x="378" y="734"/>
                  </a:lnTo>
                  <a:lnTo>
                    <a:pt x="380" y="733"/>
                  </a:lnTo>
                  <a:lnTo>
                    <a:pt x="383" y="732"/>
                  </a:lnTo>
                  <a:lnTo>
                    <a:pt x="393" y="728"/>
                  </a:lnTo>
                  <a:lnTo>
                    <a:pt x="411" y="722"/>
                  </a:lnTo>
                  <a:lnTo>
                    <a:pt x="431" y="716"/>
                  </a:lnTo>
                  <a:lnTo>
                    <a:pt x="457" y="706"/>
                  </a:lnTo>
                  <a:lnTo>
                    <a:pt x="486" y="697"/>
                  </a:lnTo>
                  <a:lnTo>
                    <a:pt x="517" y="686"/>
                  </a:lnTo>
                  <a:lnTo>
                    <a:pt x="548" y="674"/>
                  </a:lnTo>
                  <a:lnTo>
                    <a:pt x="580" y="663"/>
                  </a:lnTo>
                  <a:lnTo>
                    <a:pt x="611" y="650"/>
                  </a:lnTo>
                  <a:lnTo>
                    <a:pt x="641" y="638"/>
                  </a:lnTo>
                  <a:lnTo>
                    <a:pt x="668" y="627"/>
                  </a:lnTo>
                  <a:lnTo>
                    <a:pt x="692" y="615"/>
                  </a:lnTo>
                  <a:lnTo>
                    <a:pt x="710" y="605"/>
                  </a:lnTo>
                  <a:lnTo>
                    <a:pt x="724" y="597"/>
                  </a:lnTo>
                  <a:lnTo>
                    <a:pt x="731" y="589"/>
                  </a:lnTo>
                  <a:lnTo>
                    <a:pt x="749" y="542"/>
                  </a:lnTo>
                  <a:lnTo>
                    <a:pt x="764" y="478"/>
                  </a:lnTo>
                  <a:lnTo>
                    <a:pt x="777" y="405"/>
                  </a:lnTo>
                  <a:lnTo>
                    <a:pt x="785" y="325"/>
                  </a:lnTo>
                  <a:lnTo>
                    <a:pt x="787" y="247"/>
                  </a:lnTo>
                  <a:lnTo>
                    <a:pt x="784" y="175"/>
                  </a:lnTo>
                  <a:lnTo>
                    <a:pt x="774" y="118"/>
                  </a:lnTo>
                  <a:lnTo>
                    <a:pt x="756" y="78"/>
                  </a:lnTo>
                  <a:lnTo>
                    <a:pt x="732" y="52"/>
                  </a:lnTo>
                  <a:lnTo>
                    <a:pt x="709" y="32"/>
                  </a:lnTo>
                  <a:lnTo>
                    <a:pt x="687" y="19"/>
                  </a:lnTo>
                  <a:lnTo>
                    <a:pt x="669" y="9"/>
                  </a:lnTo>
                  <a:lnTo>
                    <a:pt x="651" y="4"/>
                  </a:lnTo>
                  <a:lnTo>
                    <a:pt x="639" y="1"/>
                  </a:lnTo>
                  <a:lnTo>
                    <a:pt x="631" y="0"/>
                  </a:lnTo>
                  <a:lnTo>
                    <a:pt x="628" y="0"/>
                  </a:lnTo>
                  <a:lnTo>
                    <a:pt x="626" y="0"/>
                  </a:lnTo>
                  <a:lnTo>
                    <a:pt x="620" y="0"/>
                  </a:lnTo>
                  <a:lnTo>
                    <a:pt x="611" y="0"/>
                  </a:lnTo>
                  <a:lnTo>
                    <a:pt x="598" y="0"/>
                  </a:lnTo>
                  <a:lnTo>
                    <a:pt x="582" y="1"/>
                  </a:lnTo>
                  <a:lnTo>
                    <a:pt x="564" y="1"/>
                  </a:lnTo>
                  <a:lnTo>
                    <a:pt x="544" y="2"/>
                  </a:lnTo>
                  <a:lnTo>
                    <a:pt x="521" y="4"/>
                  </a:lnTo>
                  <a:lnTo>
                    <a:pt x="497" y="6"/>
                  </a:lnTo>
                  <a:lnTo>
                    <a:pt x="472" y="7"/>
                  </a:lnTo>
                  <a:lnTo>
                    <a:pt x="445" y="10"/>
                  </a:lnTo>
                  <a:lnTo>
                    <a:pt x="419" y="14"/>
                  </a:lnTo>
                  <a:lnTo>
                    <a:pt x="391" y="17"/>
                  </a:lnTo>
                  <a:lnTo>
                    <a:pt x="364" y="23"/>
                  </a:lnTo>
                  <a:lnTo>
                    <a:pt x="337" y="28"/>
                  </a:lnTo>
                  <a:lnTo>
                    <a:pt x="311" y="35"/>
                  </a:lnTo>
                  <a:lnTo>
                    <a:pt x="277" y="44"/>
                  </a:lnTo>
                  <a:lnTo>
                    <a:pt x="247" y="52"/>
                  </a:lnTo>
                  <a:lnTo>
                    <a:pt x="222" y="60"/>
                  </a:lnTo>
                  <a:lnTo>
                    <a:pt x="199" y="67"/>
                  </a:lnTo>
                  <a:lnTo>
                    <a:pt x="179" y="73"/>
                  </a:lnTo>
                  <a:lnTo>
                    <a:pt x="162" y="80"/>
                  </a:lnTo>
                  <a:lnTo>
                    <a:pt x="147" y="85"/>
                  </a:lnTo>
                  <a:lnTo>
                    <a:pt x="132" y="91"/>
                  </a:lnTo>
                  <a:close/>
                </a:path>
              </a:pathLst>
            </a:custGeom>
            <a:solidFill>
              <a:srgbClr val="59A3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8" name="Freeform 124"/>
            <p:cNvSpPr>
              <a:spLocks/>
            </p:cNvSpPr>
            <p:nvPr/>
          </p:nvSpPr>
          <p:spPr bwMode="auto">
            <a:xfrm>
              <a:off x="3255" y="3312"/>
              <a:ext cx="168" cy="366"/>
            </a:xfrm>
            <a:custGeom>
              <a:avLst/>
              <a:gdLst>
                <a:gd name="T0" fmla="*/ 49 w 336"/>
                <a:gd name="T1" fmla="*/ 24 h 733"/>
                <a:gd name="T2" fmla="*/ 0 w 336"/>
                <a:gd name="T3" fmla="*/ 366 h 733"/>
                <a:gd name="T4" fmla="*/ 114 w 336"/>
                <a:gd name="T5" fmla="*/ 366 h 733"/>
                <a:gd name="T6" fmla="*/ 168 w 336"/>
                <a:gd name="T7" fmla="*/ 15 h 733"/>
                <a:gd name="T8" fmla="*/ 168 w 336"/>
                <a:gd name="T9" fmla="*/ 14 h 733"/>
                <a:gd name="T10" fmla="*/ 168 w 336"/>
                <a:gd name="T11" fmla="*/ 13 h 733"/>
                <a:gd name="T12" fmla="*/ 168 w 336"/>
                <a:gd name="T13" fmla="*/ 11 h 733"/>
                <a:gd name="T14" fmla="*/ 166 w 336"/>
                <a:gd name="T15" fmla="*/ 8 h 733"/>
                <a:gd name="T16" fmla="*/ 161 w 336"/>
                <a:gd name="T17" fmla="*/ 6 h 733"/>
                <a:gd name="T18" fmla="*/ 155 w 336"/>
                <a:gd name="T19" fmla="*/ 3 h 733"/>
                <a:gd name="T20" fmla="*/ 144 w 336"/>
                <a:gd name="T21" fmla="*/ 1 h 733"/>
                <a:gd name="T22" fmla="*/ 130 w 336"/>
                <a:gd name="T23" fmla="*/ 0 h 733"/>
                <a:gd name="T24" fmla="*/ 114 w 336"/>
                <a:gd name="T25" fmla="*/ 1 h 733"/>
                <a:gd name="T26" fmla="*/ 99 w 336"/>
                <a:gd name="T27" fmla="*/ 3 h 733"/>
                <a:gd name="T28" fmla="*/ 86 w 336"/>
                <a:gd name="T29" fmla="*/ 7 h 733"/>
                <a:gd name="T30" fmla="*/ 74 w 336"/>
                <a:gd name="T31" fmla="*/ 11 h 733"/>
                <a:gd name="T32" fmla="*/ 64 w 336"/>
                <a:gd name="T33" fmla="*/ 16 h 733"/>
                <a:gd name="T34" fmla="*/ 56 w 336"/>
                <a:gd name="T35" fmla="*/ 20 h 733"/>
                <a:gd name="T36" fmla="*/ 51 w 336"/>
                <a:gd name="T37" fmla="*/ 23 h 733"/>
                <a:gd name="T38" fmla="*/ 49 w 336"/>
                <a:gd name="T39" fmla="*/ 24 h 73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733"/>
                <a:gd name="T62" fmla="*/ 336 w 336"/>
                <a:gd name="T63" fmla="*/ 733 h 73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733">
                  <a:moveTo>
                    <a:pt x="99" y="49"/>
                  </a:moveTo>
                  <a:lnTo>
                    <a:pt x="0" y="733"/>
                  </a:lnTo>
                  <a:lnTo>
                    <a:pt x="229" y="733"/>
                  </a:lnTo>
                  <a:lnTo>
                    <a:pt x="336" y="30"/>
                  </a:lnTo>
                  <a:lnTo>
                    <a:pt x="336" y="29"/>
                  </a:lnTo>
                  <a:lnTo>
                    <a:pt x="336" y="26"/>
                  </a:lnTo>
                  <a:lnTo>
                    <a:pt x="335" y="22"/>
                  </a:lnTo>
                  <a:lnTo>
                    <a:pt x="331" y="16"/>
                  </a:lnTo>
                  <a:lnTo>
                    <a:pt x="321" y="12"/>
                  </a:lnTo>
                  <a:lnTo>
                    <a:pt x="309" y="6"/>
                  </a:lnTo>
                  <a:lnTo>
                    <a:pt x="288" y="3"/>
                  </a:lnTo>
                  <a:lnTo>
                    <a:pt x="260" y="0"/>
                  </a:lnTo>
                  <a:lnTo>
                    <a:pt x="228" y="2"/>
                  </a:lnTo>
                  <a:lnTo>
                    <a:pt x="198" y="6"/>
                  </a:lnTo>
                  <a:lnTo>
                    <a:pt x="172" y="14"/>
                  </a:lnTo>
                  <a:lnTo>
                    <a:pt x="148" y="22"/>
                  </a:lnTo>
                  <a:lnTo>
                    <a:pt x="128" y="33"/>
                  </a:lnTo>
                  <a:lnTo>
                    <a:pt x="112" y="41"/>
                  </a:lnTo>
                  <a:lnTo>
                    <a:pt x="103" y="46"/>
                  </a:lnTo>
                  <a:lnTo>
                    <a:pt x="99" y="49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99" name="Freeform 125"/>
            <p:cNvSpPr>
              <a:spLocks/>
            </p:cNvSpPr>
            <p:nvPr/>
          </p:nvSpPr>
          <p:spPr bwMode="auto">
            <a:xfrm>
              <a:off x="2437" y="2926"/>
              <a:ext cx="989" cy="499"/>
            </a:xfrm>
            <a:custGeom>
              <a:avLst/>
              <a:gdLst>
                <a:gd name="T0" fmla="*/ 501 w 1977"/>
                <a:gd name="T1" fmla="*/ 463 h 999"/>
                <a:gd name="T2" fmla="*/ 444 w 1977"/>
                <a:gd name="T3" fmla="*/ 456 h 999"/>
                <a:gd name="T4" fmla="*/ 419 w 1977"/>
                <a:gd name="T5" fmla="*/ 411 h 999"/>
                <a:gd name="T6" fmla="*/ 468 w 1977"/>
                <a:gd name="T7" fmla="*/ 387 h 999"/>
                <a:gd name="T8" fmla="*/ 396 w 1977"/>
                <a:gd name="T9" fmla="*/ 378 h 999"/>
                <a:gd name="T10" fmla="*/ 423 w 1977"/>
                <a:gd name="T11" fmla="*/ 459 h 999"/>
                <a:gd name="T12" fmla="*/ 495 w 1977"/>
                <a:gd name="T13" fmla="*/ 498 h 999"/>
                <a:gd name="T14" fmla="*/ 532 w 1977"/>
                <a:gd name="T15" fmla="*/ 454 h 999"/>
                <a:gd name="T16" fmla="*/ 564 w 1977"/>
                <a:gd name="T17" fmla="*/ 242 h 999"/>
                <a:gd name="T18" fmla="*/ 613 w 1977"/>
                <a:gd name="T19" fmla="*/ 158 h 999"/>
                <a:gd name="T20" fmla="*/ 699 w 1977"/>
                <a:gd name="T21" fmla="*/ 107 h 999"/>
                <a:gd name="T22" fmla="*/ 767 w 1977"/>
                <a:gd name="T23" fmla="*/ 147 h 999"/>
                <a:gd name="T24" fmla="*/ 834 w 1977"/>
                <a:gd name="T25" fmla="*/ 150 h 999"/>
                <a:gd name="T26" fmla="*/ 885 w 1977"/>
                <a:gd name="T27" fmla="*/ 119 h 999"/>
                <a:gd name="T28" fmla="*/ 972 w 1977"/>
                <a:gd name="T29" fmla="*/ 228 h 999"/>
                <a:gd name="T30" fmla="*/ 988 w 1977"/>
                <a:gd name="T31" fmla="*/ 215 h 999"/>
                <a:gd name="T32" fmla="*/ 955 w 1977"/>
                <a:gd name="T33" fmla="*/ 132 h 999"/>
                <a:gd name="T34" fmla="*/ 898 w 1977"/>
                <a:gd name="T35" fmla="*/ 85 h 999"/>
                <a:gd name="T36" fmla="*/ 877 w 1977"/>
                <a:gd name="T37" fmla="*/ 92 h 999"/>
                <a:gd name="T38" fmla="*/ 832 w 1977"/>
                <a:gd name="T39" fmla="*/ 125 h 999"/>
                <a:gd name="T40" fmla="*/ 785 w 1977"/>
                <a:gd name="T41" fmla="*/ 127 h 999"/>
                <a:gd name="T42" fmla="*/ 741 w 1977"/>
                <a:gd name="T43" fmla="*/ 108 h 999"/>
                <a:gd name="T44" fmla="*/ 749 w 1977"/>
                <a:gd name="T45" fmla="*/ 58 h 999"/>
                <a:gd name="T46" fmla="*/ 729 w 1977"/>
                <a:gd name="T47" fmla="*/ 25 h 999"/>
                <a:gd name="T48" fmla="*/ 674 w 1977"/>
                <a:gd name="T49" fmla="*/ 92 h 999"/>
                <a:gd name="T50" fmla="*/ 597 w 1977"/>
                <a:gd name="T51" fmla="*/ 134 h 999"/>
                <a:gd name="T52" fmla="*/ 550 w 1977"/>
                <a:gd name="T53" fmla="*/ 205 h 999"/>
                <a:gd name="T54" fmla="*/ 520 w 1977"/>
                <a:gd name="T55" fmla="*/ 245 h 999"/>
                <a:gd name="T56" fmla="*/ 441 w 1977"/>
                <a:gd name="T57" fmla="*/ 235 h 999"/>
                <a:gd name="T58" fmla="*/ 208 w 1977"/>
                <a:gd name="T59" fmla="*/ 274 h 999"/>
                <a:gd name="T60" fmla="*/ 109 w 1977"/>
                <a:gd name="T61" fmla="*/ 279 h 999"/>
                <a:gd name="T62" fmla="*/ 46 w 1977"/>
                <a:gd name="T63" fmla="*/ 257 h 999"/>
                <a:gd name="T64" fmla="*/ 5 w 1977"/>
                <a:gd name="T65" fmla="*/ 254 h 999"/>
                <a:gd name="T66" fmla="*/ 75 w 1977"/>
                <a:gd name="T67" fmla="*/ 281 h 999"/>
                <a:gd name="T68" fmla="*/ 107 w 1977"/>
                <a:gd name="T69" fmla="*/ 294 h 999"/>
                <a:gd name="T70" fmla="*/ 249 w 1977"/>
                <a:gd name="T71" fmla="*/ 372 h 999"/>
                <a:gd name="T72" fmla="*/ 193 w 1977"/>
                <a:gd name="T73" fmla="*/ 291 h 999"/>
                <a:gd name="T74" fmla="*/ 433 w 1977"/>
                <a:gd name="T75" fmla="*/ 247 h 999"/>
                <a:gd name="T76" fmla="*/ 512 w 1977"/>
                <a:gd name="T77" fmla="*/ 252 h 999"/>
                <a:gd name="T78" fmla="*/ 528 w 1977"/>
                <a:gd name="T79" fmla="*/ 325 h 999"/>
                <a:gd name="T80" fmla="*/ 494 w 1977"/>
                <a:gd name="T81" fmla="*/ 291 h 999"/>
                <a:gd name="T82" fmla="*/ 526 w 1977"/>
                <a:gd name="T83" fmla="*/ 300 h 999"/>
                <a:gd name="T84" fmla="*/ 478 w 1977"/>
                <a:gd name="T85" fmla="*/ 258 h 999"/>
                <a:gd name="T86" fmla="*/ 514 w 1977"/>
                <a:gd name="T87" fmla="*/ 268 h 999"/>
                <a:gd name="T88" fmla="*/ 532 w 1977"/>
                <a:gd name="T89" fmla="*/ 275 h 999"/>
                <a:gd name="T90" fmla="*/ 490 w 1977"/>
                <a:gd name="T91" fmla="*/ 251 h 999"/>
                <a:gd name="T92" fmla="*/ 478 w 1977"/>
                <a:gd name="T93" fmla="*/ 257 h 999"/>
                <a:gd name="T94" fmla="*/ 484 w 1977"/>
                <a:gd name="T95" fmla="*/ 271 h 999"/>
                <a:gd name="T96" fmla="*/ 486 w 1977"/>
                <a:gd name="T97" fmla="*/ 280 h 999"/>
                <a:gd name="T98" fmla="*/ 485 w 1977"/>
                <a:gd name="T99" fmla="*/ 301 h 999"/>
                <a:gd name="T100" fmla="*/ 465 w 1977"/>
                <a:gd name="T101" fmla="*/ 331 h 999"/>
                <a:gd name="T102" fmla="*/ 427 w 1977"/>
                <a:gd name="T103" fmla="*/ 286 h 999"/>
                <a:gd name="T104" fmla="*/ 399 w 1977"/>
                <a:gd name="T105" fmla="*/ 306 h 999"/>
                <a:gd name="T106" fmla="*/ 389 w 1977"/>
                <a:gd name="T107" fmla="*/ 310 h 999"/>
                <a:gd name="T108" fmla="*/ 412 w 1977"/>
                <a:gd name="T109" fmla="*/ 317 h 999"/>
                <a:gd name="T110" fmla="*/ 410 w 1977"/>
                <a:gd name="T111" fmla="*/ 344 h 999"/>
                <a:gd name="T112" fmla="*/ 423 w 1977"/>
                <a:gd name="T113" fmla="*/ 361 h 999"/>
                <a:gd name="T114" fmla="*/ 501 w 1977"/>
                <a:gd name="T115" fmla="*/ 336 h 999"/>
                <a:gd name="T116" fmla="*/ 476 w 1977"/>
                <a:gd name="T117" fmla="*/ 384 h 999"/>
                <a:gd name="T118" fmla="*/ 518 w 1977"/>
                <a:gd name="T119" fmla="*/ 395 h 9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977"/>
                <a:gd name="T181" fmla="*/ 0 h 999"/>
                <a:gd name="T182" fmla="*/ 1977 w 1977"/>
                <a:gd name="T183" fmla="*/ 999 h 99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977" h="999">
                  <a:moveTo>
                    <a:pt x="949" y="853"/>
                  </a:moveTo>
                  <a:lnTo>
                    <a:pt x="1027" y="827"/>
                  </a:lnTo>
                  <a:lnTo>
                    <a:pt x="1026" y="843"/>
                  </a:lnTo>
                  <a:lnTo>
                    <a:pt x="1024" y="860"/>
                  </a:lnTo>
                  <a:lnTo>
                    <a:pt x="1021" y="877"/>
                  </a:lnTo>
                  <a:lnTo>
                    <a:pt x="1017" y="894"/>
                  </a:lnTo>
                  <a:lnTo>
                    <a:pt x="1010" y="912"/>
                  </a:lnTo>
                  <a:lnTo>
                    <a:pt x="1001" y="927"/>
                  </a:lnTo>
                  <a:lnTo>
                    <a:pt x="989" y="941"/>
                  </a:lnTo>
                  <a:lnTo>
                    <a:pt x="974" y="952"/>
                  </a:lnTo>
                  <a:lnTo>
                    <a:pt x="959" y="954"/>
                  </a:lnTo>
                  <a:lnTo>
                    <a:pt x="944" y="952"/>
                  </a:lnTo>
                  <a:lnTo>
                    <a:pt x="929" y="946"/>
                  </a:lnTo>
                  <a:lnTo>
                    <a:pt x="914" y="937"/>
                  </a:lnTo>
                  <a:lnTo>
                    <a:pt x="900" y="926"/>
                  </a:lnTo>
                  <a:lnTo>
                    <a:pt x="888" y="913"/>
                  </a:lnTo>
                  <a:lnTo>
                    <a:pt x="876" y="897"/>
                  </a:lnTo>
                  <a:lnTo>
                    <a:pt x="867" y="881"/>
                  </a:lnTo>
                  <a:lnTo>
                    <a:pt x="949" y="853"/>
                  </a:lnTo>
                  <a:lnTo>
                    <a:pt x="942" y="822"/>
                  </a:lnTo>
                  <a:lnTo>
                    <a:pt x="857" y="852"/>
                  </a:lnTo>
                  <a:lnTo>
                    <a:pt x="848" y="845"/>
                  </a:lnTo>
                  <a:lnTo>
                    <a:pt x="842" y="835"/>
                  </a:lnTo>
                  <a:lnTo>
                    <a:pt x="837" y="823"/>
                  </a:lnTo>
                  <a:lnTo>
                    <a:pt x="830" y="812"/>
                  </a:lnTo>
                  <a:lnTo>
                    <a:pt x="843" y="806"/>
                  </a:lnTo>
                  <a:lnTo>
                    <a:pt x="858" y="801"/>
                  </a:lnTo>
                  <a:lnTo>
                    <a:pt x="873" y="795"/>
                  </a:lnTo>
                  <a:lnTo>
                    <a:pt x="889" y="790"/>
                  </a:lnTo>
                  <a:lnTo>
                    <a:pt x="905" y="784"/>
                  </a:lnTo>
                  <a:lnTo>
                    <a:pt x="921" y="779"/>
                  </a:lnTo>
                  <a:lnTo>
                    <a:pt x="935" y="775"/>
                  </a:lnTo>
                  <a:lnTo>
                    <a:pt x="949" y="770"/>
                  </a:lnTo>
                  <a:lnTo>
                    <a:pt x="941" y="740"/>
                  </a:lnTo>
                  <a:lnTo>
                    <a:pt x="836" y="775"/>
                  </a:lnTo>
                  <a:lnTo>
                    <a:pt x="835" y="772"/>
                  </a:lnTo>
                  <a:lnTo>
                    <a:pt x="835" y="769"/>
                  </a:lnTo>
                  <a:lnTo>
                    <a:pt x="835" y="765"/>
                  </a:lnTo>
                  <a:lnTo>
                    <a:pt x="835" y="761"/>
                  </a:lnTo>
                  <a:lnTo>
                    <a:pt x="792" y="757"/>
                  </a:lnTo>
                  <a:lnTo>
                    <a:pt x="792" y="779"/>
                  </a:lnTo>
                  <a:lnTo>
                    <a:pt x="794" y="800"/>
                  </a:lnTo>
                  <a:lnTo>
                    <a:pt x="799" y="822"/>
                  </a:lnTo>
                  <a:lnTo>
                    <a:pt x="806" y="841"/>
                  </a:lnTo>
                  <a:lnTo>
                    <a:pt x="814" y="862"/>
                  </a:lnTo>
                  <a:lnTo>
                    <a:pt x="823" y="882"/>
                  </a:lnTo>
                  <a:lnTo>
                    <a:pt x="835" y="900"/>
                  </a:lnTo>
                  <a:lnTo>
                    <a:pt x="846" y="919"/>
                  </a:lnTo>
                  <a:lnTo>
                    <a:pt x="860" y="936"/>
                  </a:lnTo>
                  <a:lnTo>
                    <a:pt x="875" y="953"/>
                  </a:lnTo>
                  <a:lnTo>
                    <a:pt x="891" y="968"/>
                  </a:lnTo>
                  <a:lnTo>
                    <a:pt x="908" y="980"/>
                  </a:lnTo>
                  <a:lnTo>
                    <a:pt x="927" y="990"/>
                  </a:lnTo>
                  <a:lnTo>
                    <a:pt x="946" y="996"/>
                  </a:lnTo>
                  <a:lnTo>
                    <a:pt x="967" y="999"/>
                  </a:lnTo>
                  <a:lnTo>
                    <a:pt x="989" y="997"/>
                  </a:lnTo>
                  <a:lnTo>
                    <a:pt x="1005" y="992"/>
                  </a:lnTo>
                  <a:lnTo>
                    <a:pt x="1019" y="986"/>
                  </a:lnTo>
                  <a:lnTo>
                    <a:pt x="1030" y="976"/>
                  </a:lnTo>
                  <a:lnTo>
                    <a:pt x="1041" y="965"/>
                  </a:lnTo>
                  <a:lnTo>
                    <a:pt x="1048" y="952"/>
                  </a:lnTo>
                  <a:lnTo>
                    <a:pt x="1055" y="938"/>
                  </a:lnTo>
                  <a:lnTo>
                    <a:pt x="1060" y="923"/>
                  </a:lnTo>
                  <a:lnTo>
                    <a:pt x="1064" y="908"/>
                  </a:lnTo>
                  <a:lnTo>
                    <a:pt x="1098" y="629"/>
                  </a:lnTo>
                  <a:lnTo>
                    <a:pt x="1101" y="609"/>
                  </a:lnTo>
                  <a:lnTo>
                    <a:pt x="1104" y="587"/>
                  </a:lnTo>
                  <a:lnTo>
                    <a:pt x="1108" y="566"/>
                  </a:lnTo>
                  <a:lnTo>
                    <a:pt x="1112" y="545"/>
                  </a:lnTo>
                  <a:lnTo>
                    <a:pt x="1117" y="525"/>
                  </a:lnTo>
                  <a:lnTo>
                    <a:pt x="1121" y="505"/>
                  </a:lnTo>
                  <a:lnTo>
                    <a:pt x="1128" y="485"/>
                  </a:lnTo>
                  <a:lnTo>
                    <a:pt x="1135" y="466"/>
                  </a:lnTo>
                  <a:lnTo>
                    <a:pt x="1143" y="443"/>
                  </a:lnTo>
                  <a:lnTo>
                    <a:pt x="1154" y="420"/>
                  </a:lnTo>
                  <a:lnTo>
                    <a:pt x="1165" y="398"/>
                  </a:lnTo>
                  <a:lnTo>
                    <a:pt x="1179" y="376"/>
                  </a:lnTo>
                  <a:lnTo>
                    <a:pt x="1194" y="355"/>
                  </a:lnTo>
                  <a:lnTo>
                    <a:pt x="1209" y="335"/>
                  </a:lnTo>
                  <a:lnTo>
                    <a:pt x="1226" y="316"/>
                  </a:lnTo>
                  <a:lnTo>
                    <a:pt x="1245" y="298"/>
                  </a:lnTo>
                  <a:lnTo>
                    <a:pt x="1264" y="282"/>
                  </a:lnTo>
                  <a:lnTo>
                    <a:pt x="1284" y="265"/>
                  </a:lnTo>
                  <a:lnTo>
                    <a:pt x="1306" y="252"/>
                  </a:lnTo>
                  <a:lnTo>
                    <a:pt x="1328" y="240"/>
                  </a:lnTo>
                  <a:lnTo>
                    <a:pt x="1351" y="230"/>
                  </a:lnTo>
                  <a:lnTo>
                    <a:pt x="1374" y="220"/>
                  </a:lnTo>
                  <a:lnTo>
                    <a:pt x="1398" y="215"/>
                  </a:lnTo>
                  <a:lnTo>
                    <a:pt x="1423" y="210"/>
                  </a:lnTo>
                  <a:lnTo>
                    <a:pt x="1437" y="226"/>
                  </a:lnTo>
                  <a:lnTo>
                    <a:pt x="1450" y="240"/>
                  </a:lnTo>
                  <a:lnTo>
                    <a:pt x="1462" y="254"/>
                  </a:lnTo>
                  <a:lnTo>
                    <a:pt x="1476" y="265"/>
                  </a:lnTo>
                  <a:lnTo>
                    <a:pt x="1492" y="276"/>
                  </a:lnTo>
                  <a:lnTo>
                    <a:pt x="1511" y="285"/>
                  </a:lnTo>
                  <a:lnTo>
                    <a:pt x="1534" y="294"/>
                  </a:lnTo>
                  <a:lnTo>
                    <a:pt x="1561" y="302"/>
                  </a:lnTo>
                  <a:lnTo>
                    <a:pt x="1578" y="306"/>
                  </a:lnTo>
                  <a:lnTo>
                    <a:pt x="1593" y="307"/>
                  </a:lnTo>
                  <a:lnTo>
                    <a:pt x="1609" y="308"/>
                  </a:lnTo>
                  <a:lnTo>
                    <a:pt x="1624" y="308"/>
                  </a:lnTo>
                  <a:lnTo>
                    <a:pt x="1639" y="306"/>
                  </a:lnTo>
                  <a:lnTo>
                    <a:pt x="1652" y="303"/>
                  </a:lnTo>
                  <a:lnTo>
                    <a:pt x="1667" y="300"/>
                  </a:lnTo>
                  <a:lnTo>
                    <a:pt x="1681" y="294"/>
                  </a:lnTo>
                  <a:lnTo>
                    <a:pt x="1695" y="290"/>
                  </a:lnTo>
                  <a:lnTo>
                    <a:pt x="1708" y="283"/>
                  </a:lnTo>
                  <a:lnTo>
                    <a:pt x="1722" y="276"/>
                  </a:lnTo>
                  <a:lnTo>
                    <a:pt x="1734" y="268"/>
                  </a:lnTo>
                  <a:lnTo>
                    <a:pt x="1746" y="259"/>
                  </a:lnTo>
                  <a:lnTo>
                    <a:pt x="1758" y="249"/>
                  </a:lnTo>
                  <a:lnTo>
                    <a:pt x="1770" y="239"/>
                  </a:lnTo>
                  <a:lnTo>
                    <a:pt x="1781" y="229"/>
                  </a:lnTo>
                  <a:lnTo>
                    <a:pt x="1818" y="249"/>
                  </a:lnTo>
                  <a:lnTo>
                    <a:pt x="1850" y="275"/>
                  </a:lnTo>
                  <a:lnTo>
                    <a:pt x="1878" y="305"/>
                  </a:lnTo>
                  <a:lnTo>
                    <a:pt x="1902" y="339"/>
                  </a:lnTo>
                  <a:lnTo>
                    <a:pt x="1921" y="376"/>
                  </a:lnTo>
                  <a:lnTo>
                    <a:pt x="1936" y="416"/>
                  </a:lnTo>
                  <a:lnTo>
                    <a:pt x="1944" y="457"/>
                  </a:lnTo>
                  <a:lnTo>
                    <a:pt x="1947" y="499"/>
                  </a:lnTo>
                  <a:lnTo>
                    <a:pt x="1950" y="528"/>
                  </a:lnTo>
                  <a:lnTo>
                    <a:pt x="1953" y="560"/>
                  </a:lnTo>
                  <a:lnTo>
                    <a:pt x="1956" y="585"/>
                  </a:lnTo>
                  <a:lnTo>
                    <a:pt x="1960" y="591"/>
                  </a:lnTo>
                  <a:lnTo>
                    <a:pt x="1973" y="540"/>
                  </a:lnTo>
                  <a:lnTo>
                    <a:pt x="1977" y="485"/>
                  </a:lnTo>
                  <a:lnTo>
                    <a:pt x="1976" y="430"/>
                  </a:lnTo>
                  <a:lnTo>
                    <a:pt x="1967" y="378"/>
                  </a:lnTo>
                  <a:lnTo>
                    <a:pt x="1962" y="361"/>
                  </a:lnTo>
                  <a:lnTo>
                    <a:pt x="1956" y="344"/>
                  </a:lnTo>
                  <a:lnTo>
                    <a:pt x="1950" y="326"/>
                  </a:lnTo>
                  <a:lnTo>
                    <a:pt x="1940" y="310"/>
                  </a:lnTo>
                  <a:lnTo>
                    <a:pt x="1931" y="295"/>
                  </a:lnTo>
                  <a:lnTo>
                    <a:pt x="1921" y="280"/>
                  </a:lnTo>
                  <a:lnTo>
                    <a:pt x="1909" y="265"/>
                  </a:lnTo>
                  <a:lnTo>
                    <a:pt x="1897" y="252"/>
                  </a:lnTo>
                  <a:lnTo>
                    <a:pt x="1884" y="239"/>
                  </a:lnTo>
                  <a:lnTo>
                    <a:pt x="1870" y="226"/>
                  </a:lnTo>
                  <a:lnTo>
                    <a:pt x="1856" y="214"/>
                  </a:lnTo>
                  <a:lnTo>
                    <a:pt x="1841" y="202"/>
                  </a:lnTo>
                  <a:lnTo>
                    <a:pt x="1826" y="191"/>
                  </a:lnTo>
                  <a:lnTo>
                    <a:pt x="1810" y="180"/>
                  </a:lnTo>
                  <a:lnTo>
                    <a:pt x="1795" y="171"/>
                  </a:lnTo>
                  <a:lnTo>
                    <a:pt x="1779" y="162"/>
                  </a:lnTo>
                  <a:lnTo>
                    <a:pt x="1776" y="163"/>
                  </a:lnTo>
                  <a:lnTo>
                    <a:pt x="1773" y="164"/>
                  </a:lnTo>
                  <a:lnTo>
                    <a:pt x="1771" y="165"/>
                  </a:lnTo>
                  <a:lnTo>
                    <a:pt x="1769" y="167"/>
                  </a:lnTo>
                  <a:lnTo>
                    <a:pt x="1765" y="171"/>
                  </a:lnTo>
                  <a:lnTo>
                    <a:pt x="1761" y="177"/>
                  </a:lnTo>
                  <a:lnTo>
                    <a:pt x="1753" y="185"/>
                  </a:lnTo>
                  <a:lnTo>
                    <a:pt x="1743" y="195"/>
                  </a:lnTo>
                  <a:lnTo>
                    <a:pt x="1730" y="208"/>
                  </a:lnTo>
                  <a:lnTo>
                    <a:pt x="1717" y="218"/>
                  </a:lnTo>
                  <a:lnTo>
                    <a:pt x="1705" y="227"/>
                  </a:lnTo>
                  <a:lnTo>
                    <a:pt x="1694" y="235"/>
                  </a:lnTo>
                  <a:lnTo>
                    <a:pt x="1683" y="241"/>
                  </a:lnTo>
                  <a:lnTo>
                    <a:pt x="1673" y="247"/>
                  </a:lnTo>
                  <a:lnTo>
                    <a:pt x="1664" y="250"/>
                  </a:lnTo>
                  <a:lnTo>
                    <a:pt x="1654" y="254"/>
                  </a:lnTo>
                  <a:lnTo>
                    <a:pt x="1643" y="255"/>
                  </a:lnTo>
                  <a:lnTo>
                    <a:pt x="1633" y="256"/>
                  </a:lnTo>
                  <a:lnTo>
                    <a:pt x="1622" y="257"/>
                  </a:lnTo>
                  <a:lnTo>
                    <a:pt x="1611" y="257"/>
                  </a:lnTo>
                  <a:lnTo>
                    <a:pt x="1598" y="256"/>
                  </a:lnTo>
                  <a:lnTo>
                    <a:pt x="1584" y="256"/>
                  </a:lnTo>
                  <a:lnTo>
                    <a:pt x="1569" y="255"/>
                  </a:lnTo>
                  <a:lnTo>
                    <a:pt x="1553" y="254"/>
                  </a:lnTo>
                  <a:lnTo>
                    <a:pt x="1543" y="249"/>
                  </a:lnTo>
                  <a:lnTo>
                    <a:pt x="1531" y="246"/>
                  </a:lnTo>
                  <a:lnTo>
                    <a:pt x="1521" y="241"/>
                  </a:lnTo>
                  <a:lnTo>
                    <a:pt x="1510" y="237"/>
                  </a:lnTo>
                  <a:lnTo>
                    <a:pt x="1499" y="232"/>
                  </a:lnTo>
                  <a:lnTo>
                    <a:pt x="1489" y="225"/>
                  </a:lnTo>
                  <a:lnTo>
                    <a:pt x="1481" y="217"/>
                  </a:lnTo>
                  <a:lnTo>
                    <a:pt x="1473" y="208"/>
                  </a:lnTo>
                  <a:lnTo>
                    <a:pt x="1476" y="204"/>
                  </a:lnTo>
                  <a:lnTo>
                    <a:pt x="1480" y="200"/>
                  </a:lnTo>
                  <a:lnTo>
                    <a:pt x="1482" y="195"/>
                  </a:lnTo>
                  <a:lnTo>
                    <a:pt x="1485" y="191"/>
                  </a:lnTo>
                  <a:lnTo>
                    <a:pt x="1493" y="166"/>
                  </a:lnTo>
                  <a:lnTo>
                    <a:pt x="1497" y="141"/>
                  </a:lnTo>
                  <a:lnTo>
                    <a:pt x="1497" y="116"/>
                  </a:lnTo>
                  <a:lnTo>
                    <a:pt x="1495" y="91"/>
                  </a:lnTo>
                  <a:lnTo>
                    <a:pt x="1489" y="66"/>
                  </a:lnTo>
                  <a:lnTo>
                    <a:pt x="1480" y="43"/>
                  </a:lnTo>
                  <a:lnTo>
                    <a:pt x="1468" y="21"/>
                  </a:lnTo>
                  <a:lnTo>
                    <a:pt x="1454" y="0"/>
                  </a:lnTo>
                  <a:lnTo>
                    <a:pt x="1453" y="6"/>
                  </a:lnTo>
                  <a:lnTo>
                    <a:pt x="1454" y="25"/>
                  </a:lnTo>
                  <a:lnTo>
                    <a:pt x="1457" y="50"/>
                  </a:lnTo>
                  <a:lnTo>
                    <a:pt x="1458" y="80"/>
                  </a:lnTo>
                  <a:lnTo>
                    <a:pt x="1455" y="112"/>
                  </a:lnTo>
                  <a:lnTo>
                    <a:pt x="1450" y="141"/>
                  </a:lnTo>
                  <a:lnTo>
                    <a:pt x="1437" y="164"/>
                  </a:lnTo>
                  <a:lnTo>
                    <a:pt x="1416" y="178"/>
                  </a:lnTo>
                  <a:lnTo>
                    <a:pt x="1393" y="178"/>
                  </a:lnTo>
                  <a:lnTo>
                    <a:pt x="1370" y="180"/>
                  </a:lnTo>
                  <a:lnTo>
                    <a:pt x="1348" y="185"/>
                  </a:lnTo>
                  <a:lnTo>
                    <a:pt x="1326" y="191"/>
                  </a:lnTo>
                  <a:lnTo>
                    <a:pt x="1306" y="197"/>
                  </a:lnTo>
                  <a:lnTo>
                    <a:pt x="1285" y="207"/>
                  </a:lnTo>
                  <a:lnTo>
                    <a:pt x="1265" y="216"/>
                  </a:lnTo>
                  <a:lnTo>
                    <a:pt x="1246" y="227"/>
                  </a:lnTo>
                  <a:lnTo>
                    <a:pt x="1227" y="240"/>
                  </a:lnTo>
                  <a:lnTo>
                    <a:pt x="1209" y="254"/>
                  </a:lnTo>
                  <a:lnTo>
                    <a:pt x="1193" y="269"/>
                  </a:lnTo>
                  <a:lnTo>
                    <a:pt x="1177" y="285"/>
                  </a:lnTo>
                  <a:lnTo>
                    <a:pt x="1162" y="301"/>
                  </a:lnTo>
                  <a:lnTo>
                    <a:pt x="1148" y="320"/>
                  </a:lnTo>
                  <a:lnTo>
                    <a:pt x="1134" y="338"/>
                  </a:lnTo>
                  <a:lnTo>
                    <a:pt x="1123" y="356"/>
                  </a:lnTo>
                  <a:lnTo>
                    <a:pt x="1113" y="374"/>
                  </a:lnTo>
                  <a:lnTo>
                    <a:pt x="1105" y="392"/>
                  </a:lnTo>
                  <a:lnTo>
                    <a:pt x="1100" y="411"/>
                  </a:lnTo>
                  <a:lnTo>
                    <a:pt x="1095" y="429"/>
                  </a:lnTo>
                  <a:lnTo>
                    <a:pt x="1090" y="447"/>
                  </a:lnTo>
                  <a:lnTo>
                    <a:pt x="1086" y="467"/>
                  </a:lnTo>
                  <a:lnTo>
                    <a:pt x="1081" y="485"/>
                  </a:lnTo>
                  <a:lnTo>
                    <a:pt x="1077" y="504"/>
                  </a:lnTo>
                  <a:lnTo>
                    <a:pt x="1067" y="499"/>
                  </a:lnTo>
                  <a:lnTo>
                    <a:pt x="1055" y="495"/>
                  </a:lnTo>
                  <a:lnTo>
                    <a:pt x="1039" y="490"/>
                  </a:lnTo>
                  <a:lnTo>
                    <a:pt x="1022" y="484"/>
                  </a:lnTo>
                  <a:lnTo>
                    <a:pt x="1006" y="477"/>
                  </a:lnTo>
                  <a:lnTo>
                    <a:pt x="991" y="471"/>
                  </a:lnTo>
                  <a:lnTo>
                    <a:pt x="981" y="464"/>
                  </a:lnTo>
                  <a:lnTo>
                    <a:pt x="976" y="456"/>
                  </a:lnTo>
                  <a:lnTo>
                    <a:pt x="956" y="459"/>
                  </a:lnTo>
                  <a:lnTo>
                    <a:pt x="923" y="465"/>
                  </a:lnTo>
                  <a:lnTo>
                    <a:pt x="882" y="471"/>
                  </a:lnTo>
                  <a:lnTo>
                    <a:pt x="832" y="480"/>
                  </a:lnTo>
                  <a:lnTo>
                    <a:pt x="777" y="489"/>
                  </a:lnTo>
                  <a:lnTo>
                    <a:pt x="717" y="498"/>
                  </a:lnTo>
                  <a:lnTo>
                    <a:pt x="655" y="509"/>
                  </a:lnTo>
                  <a:lnTo>
                    <a:pt x="592" y="519"/>
                  </a:lnTo>
                  <a:lnTo>
                    <a:pt x="529" y="529"/>
                  </a:lnTo>
                  <a:lnTo>
                    <a:pt x="471" y="540"/>
                  </a:lnTo>
                  <a:lnTo>
                    <a:pt x="415" y="549"/>
                  </a:lnTo>
                  <a:lnTo>
                    <a:pt x="366" y="557"/>
                  </a:lnTo>
                  <a:lnTo>
                    <a:pt x="324" y="564"/>
                  </a:lnTo>
                  <a:lnTo>
                    <a:pt x="293" y="568"/>
                  </a:lnTo>
                  <a:lnTo>
                    <a:pt x="273" y="572"/>
                  </a:lnTo>
                  <a:lnTo>
                    <a:pt x="266" y="573"/>
                  </a:lnTo>
                  <a:lnTo>
                    <a:pt x="250" y="568"/>
                  </a:lnTo>
                  <a:lnTo>
                    <a:pt x="233" y="563"/>
                  </a:lnTo>
                  <a:lnTo>
                    <a:pt x="218" y="558"/>
                  </a:lnTo>
                  <a:lnTo>
                    <a:pt x="202" y="552"/>
                  </a:lnTo>
                  <a:lnTo>
                    <a:pt x="186" y="547"/>
                  </a:lnTo>
                  <a:lnTo>
                    <a:pt x="170" y="541"/>
                  </a:lnTo>
                  <a:lnTo>
                    <a:pt x="155" y="536"/>
                  </a:lnTo>
                  <a:lnTo>
                    <a:pt x="139" y="530"/>
                  </a:lnTo>
                  <a:lnTo>
                    <a:pt x="123" y="525"/>
                  </a:lnTo>
                  <a:lnTo>
                    <a:pt x="107" y="520"/>
                  </a:lnTo>
                  <a:lnTo>
                    <a:pt x="92" y="514"/>
                  </a:lnTo>
                  <a:lnTo>
                    <a:pt x="76" y="510"/>
                  </a:lnTo>
                  <a:lnTo>
                    <a:pt x="60" y="505"/>
                  </a:lnTo>
                  <a:lnTo>
                    <a:pt x="43" y="500"/>
                  </a:lnTo>
                  <a:lnTo>
                    <a:pt x="27" y="496"/>
                  </a:lnTo>
                  <a:lnTo>
                    <a:pt x="11" y="491"/>
                  </a:lnTo>
                  <a:lnTo>
                    <a:pt x="0" y="503"/>
                  </a:lnTo>
                  <a:lnTo>
                    <a:pt x="3" y="505"/>
                  </a:lnTo>
                  <a:lnTo>
                    <a:pt x="10" y="509"/>
                  </a:lnTo>
                  <a:lnTo>
                    <a:pt x="22" y="513"/>
                  </a:lnTo>
                  <a:lnTo>
                    <a:pt x="35" y="519"/>
                  </a:lnTo>
                  <a:lnTo>
                    <a:pt x="53" y="525"/>
                  </a:lnTo>
                  <a:lnTo>
                    <a:pt x="71" y="532"/>
                  </a:lnTo>
                  <a:lnTo>
                    <a:pt x="91" y="540"/>
                  </a:lnTo>
                  <a:lnTo>
                    <a:pt x="110" y="547"/>
                  </a:lnTo>
                  <a:lnTo>
                    <a:pt x="130" y="555"/>
                  </a:lnTo>
                  <a:lnTo>
                    <a:pt x="149" y="562"/>
                  </a:lnTo>
                  <a:lnTo>
                    <a:pt x="168" y="568"/>
                  </a:lnTo>
                  <a:lnTo>
                    <a:pt x="184" y="574"/>
                  </a:lnTo>
                  <a:lnTo>
                    <a:pt x="198" y="580"/>
                  </a:lnTo>
                  <a:lnTo>
                    <a:pt x="208" y="583"/>
                  </a:lnTo>
                  <a:lnTo>
                    <a:pt x="215" y="586"/>
                  </a:lnTo>
                  <a:lnTo>
                    <a:pt x="217" y="587"/>
                  </a:lnTo>
                  <a:lnTo>
                    <a:pt x="216" y="587"/>
                  </a:lnTo>
                  <a:lnTo>
                    <a:pt x="213" y="588"/>
                  </a:lnTo>
                  <a:lnTo>
                    <a:pt x="208" y="590"/>
                  </a:lnTo>
                  <a:lnTo>
                    <a:pt x="202" y="593"/>
                  </a:lnTo>
                  <a:lnTo>
                    <a:pt x="195" y="595"/>
                  </a:lnTo>
                  <a:lnTo>
                    <a:pt x="190" y="598"/>
                  </a:lnTo>
                  <a:lnTo>
                    <a:pt x="184" y="601"/>
                  </a:lnTo>
                  <a:lnTo>
                    <a:pt x="179" y="604"/>
                  </a:lnTo>
                  <a:lnTo>
                    <a:pt x="491" y="741"/>
                  </a:lnTo>
                  <a:lnTo>
                    <a:pt x="497" y="744"/>
                  </a:lnTo>
                  <a:lnTo>
                    <a:pt x="503" y="745"/>
                  </a:lnTo>
                  <a:lnTo>
                    <a:pt x="509" y="745"/>
                  </a:lnTo>
                  <a:lnTo>
                    <a:pt x="514" y="740"/>
                  </a:lnTo>
                  <a:lnTo>
                    <a:pt x="246" y="612"/>
                  </a:lnTo>
                  <a:lnTo>
                    <a:pt x="265" y="608"/>
                  </a:lnTo>
                  <a:lnTo>
                    <a:pt x="296" y="602"/>
                  </a:lnTo>
                  <a:lnTo>
                    <a:pt x="336" y="593"/>
                  </a:lnTo>
                  <a:lnTo>
                    <a:pt x="385" y="583"/>
                  </a:lnTo>
                  <a:lnTo>
                    <a:pt x="442" y="573"/>
                  </a:lnTo>
                  <a:lnTo>
                    <a:pt x="503" y="562"/>
                  </a:lnTo>
                  <a:lnTo>
                    <a:pt x="567" y="549"/>
                  </a:lnTo>
                  <a:lnTo>
                    <a:pt x="632" y="537"/>
                  </a:lnTo>
                  <a:lnTo>
                    <a:pt x="696" y="526"/>
                  </a:lnTo>
                  <a:lnTo>
                    <a:pt x="758" y="514"/>
                  </a:lnTo>
                  <a:lnTo>
                    <a:pt x="815" y="504"/>
                  </a:lnTo>
                  <a:lnTo>
                    <a:pt x="866" y="494"/>
                  </a:lnTo>
                  <a:lnTo>
                    <a:pt x="910" y="487"/>
                  </a:lnTo>
                  <a:lnTo>
                    <a:pt x="942" y="480"/>
                  </a:lnTo>
                  <a:lnTo>
                    <a:pt x="964" y="476"/>
                  </a:lnTo>
                  <a:lnTo>
                    <a:pt x="971" y="475"/>
                  </a:lnTo>
                  <a:lnTo>
                    <a:pt x="983" y="482"/>
                  </a:lnTo>
                  <a:lnTo>
                    <a:pt x="996" y="489"/>
                  </a:lnTo>
                  <a:lnTo>
                    <a:pt x="1010" y="496"/>
                  </a:lnTo>
                  <a:lnTo>
                    <a:pt x="1024" y="504"/>
                  </a:lnTo>
                  <a:lnTo>
                    <a:pt x="1036" y="512"/>
                  </a:lnTo>
                  <a:lnTo>
                    <a:pt x="1049" y="520"/>
                  </a:lnTo>
                  <a:lnTo>
                    <a:pt x="1062" y="528"/>
                  </a:lnTo>
                  <a:lnTo>
                    <a:pt x="1073" y="537"/>
                  </a:lnTo>
                  <a:lnTo>
                    <a:pt x="1072" y="567"/>
                  </a:lnTo>
                  <a:lnTo>
                    <a:pt x="1067" y="595"/>
                  </a:lnTo>
                  <a:lnTo>
                    <a:pt x="1062" y="624"/>
                  </a:lnTo>
                  <a:lnTo>
                    <a:pt x="1055" y="650"/>
                  </a:lnTo>
                  <a:lnTo>
                    <a:pt x="1047" y="641"/>
                  </a:lnTo>
                  <a:lnTo>
                    <a:pt x="1039" y="632"/>
                  </a:lnTo>
                  <a:lnTo>
                    <a:pt x="1030" y="623"/>
                  </a:lnTo>
                  <a:lnTo>
                    <a:pt x="1022" y="615"/>
                  </a:lnTo>
                  <a:lnTo>
                    <a:pt x="1014" y="606"/>
                  </a:lnTo>
                  <a:lnTo>
                    <a:pt x="1006" y="598"/>
                  </a:lnTo>
                  <a:lnTo>
                    <a:pt x="997" y="590"/>
                  </a:lnTo>
                  <a:lnTo>
                    <a:pt x="987" y="583"/>
                  </a:lnTo>
                  <a:lnTo>
                    <a:pt x="995" y="583"/>
                  </a:lnTo>
                  <a:lnTo>
                    <a:pt x="1003" y="586"/>
                  </a:lnTo>
                  <a:lnTo>
                    <a:pt x="1011" y="591"/>
                  </a:lnTo>
                  <a:lnTo>
                    <a:pt x="1018" y="597"/>
                  </a:lnTo>
                  <a:lnTo>
                    <a:pt x="1026" y="603"/>
                  </a:lnTo>
                  <a:lnTo>
                    <a:pt x="1034" y="605"/>
                  </a:lnTo>
                  <a:lnTo>
                    <a:pt x="1042" y="605"/>
                  </a:lnTo>
                  <a:lnTo>
                    <a:pt x="1051" y="601"/>
                  </a:lnTo>
                  <a:lnTo>
                    <a:pt x="1043" y="587"/>
                  </a:lnTo>
                  <a:lnTo>
                    <a:pt x="1033" y="574"/>
                  </a:lnTo>
                  <a:lnTo>
                    <a:pt x="1022" y="563"/>
                  </a:lnTo>
                  <a:lnTo>
                    <a:pt x="1010" y="551"/>
                  </a:lnTo>
                  <a:lnTo>
                    <a:pt x="997" y="541"/>
                  </a:lnTo>
                  <a:lnTo>
                    <a:pt x="983" y="532"/>
                  </a:lnTo>
                  <a:lnTo>
                    <a:pt x="969" y="524"/>
                  </a:lnTo>
                  <a:lnTo>
                    <a:pt x="956" y="517"/>
                  </a:lnTo>
                  <a:lnTo>
                    <a:pt x="965" y="518"/>
                  </a:lnTo>
                  <a:lnTo>
                    <a:pt x="974" y="519"/>
                  </a:lnTo>
                  <a:lnTo>
                    <a:pt x="983" y="521"/>
                  </a:lnTo>
                  <a:lnTo>
                    <a:pt x="992" y="524"/>
                  </a:lnTo>
                  <a:lnTo>
                    <a:pt x="1002" y="526"/>
                  </a:lnTo>
                  <a:lnTo>
                    <a:pt x="1011" y="529"/>
                  </a:lnTo>
                  <a:lnTo>
                    <a:pt x="1019" y="533"/>
                  </a:lnTo>
                  <a:lnTo>
                    <a:pt x="1027" y="537"/>
                  </a:lnTo>
                  <a:lnTo>
                    <a:pt x="1032" y="538"/>
                  </a:lnTo>
                  <a:lnTo>
                    <a:pt x="1036" y="542"/>
                  </a:lnTo>
                  <a:lnTo>
                    <a:pt x="1041" y="547"/>
                  </a:lnTo>
                  <a:lnTo>
                    <a:pt x="1044" y="550"/>
                  </a:lnTo>
                  <a:lnTo>
                    <a:pt x="1049" y="555"/>
                  </a:lnTo>
                  <a:lnTo>
                    <a:pt x="1053" y="556"/>
                  </a:lnTo>
                  <a:lnTo>
                    <a:pt x="1058" y="555"/>
                  </a:lnTo>
                  <a:lnTo>
                    <a:pt x="1064" y="550"/>
                  </a:lnTo>
                  <a:lnTo>
                    <a:pt x="1056" y="540"/>
                  </a:lnTo>
                  <a:lnTo>
                    <a:pt x="1047" y="532"/>
                  </a:lnTo>
                  <a:lnTo>
                    <a:pt x="1036" y="525"/>
                  </a:lnTo>
                  <a:lnTo>
                    <a:pt x="1026" y="519"/>
                  </a:lnTo>
                  <a:lnTo>
                    <a:pt x="1014" y="514"/>
                  </a:lnTo>
                  <a:lnTo>
                    <a:pt x="1003" y="511"/>
                  </a:lnTo>
                  <a:lnTo>
                    <a:pt x="990" y="506"/>
                  </a:lnTo>
                  <a:lnTo>
                    <a:pt x="979" y="503"/>
                  </a:lnTo>
                  <a:lnTo>
                    <a:pt x="972" y="500"/>
                  </a:lnTo>
                  <a:lnTo>
                    <a:pt x="964" y="499"/>
                  </a:lnTo>
                  <a:lnTo>
                    <a:pt x="957" y="499"/>
                  </a:lnTo>
                  <a:lnTo>
                    <a:pt x="951" y="504"/>
                  </a:lnTo>
                  <a:lnTo>
                    <a:pt x="951" y="507"/>
                  </a:lnTo>
                  <a:lnTo>
                    <a:pt x="952" y="511"/>
                  </a:lnTo>
                  <a:lnTo>
                    <a:pt x="953" y="513"/>
                  </a:lnTo>
                  <a:lnTo>
                    <a:pt x="956" y="515"/>
                  </a:lnTo>
                  <a:lnTo>
                    <a:pt x="948" y="518"/>
                  </a:lnTo>
                  <a:lnTo>
                    <a:pt x="938" y="519"/>
                  </a:lnTo>
                  <a:lnTo>
                    <a:pt x="931" y="521"/>
                  </a:lnTo>
                  <a:lnTo>
                    <a:pt x="930" y="530"/>
                  </a:lnTo>
                  <a:lnTo>
                    <a:pt x="939" y="534"/>
                  </a:lnTo>
                  <a:lnTo>
                    <a:pt x="949" y="537"/>
                  </a:lnTo>
                  <a:lnTo>
                    <a:pt x="958" y="541"/>
                  </a:lnTo>
                  <a:lnTo>
                    <a:pt x="968" y="543"/>
                  </a:lnTo>
                  <a:lnTo>
                    <a:pt x="976" y="547"/>
                  </a:lnTo>
                  <a:lnTo>
                    <a:pt x="986" y="551"/>
                  </a:lnTo>
                  <a:lnTo>
                    <a:pt x="994" y="557"/>
                  </a:lnTo>
                  <a:lnTo>
                    <a:pt x="1002" y="563"/>
                  </a:lnTo>
                  <a:lnTo>
                    <a:pt x="995" y="564"/>
                  </a:lnTo>
                  <a:lnTo>
                    <a:pt x="987" y="564"/>
                  </a:lnTo>
                  <a:lnTo>
                    <a:pt x="980" y="563"/>
                  </a:lnTo>
                  <a:lnTo>
                    <a:pt x="972" y="560"/>
                  </a:lnTo>
                  <a:lnTo>
                    <a:pt x="964" y="558"/>
                  </a:lnTo>
                  <a:lnTo>
                    <a:pt x="956" y="557"/>
                  </a:lnTo>
                  <a:lnTo>
                    <a:pt x="949" y="559"/>
                  </a:lnTo>
                  <a:lnTo>
                    <a:pt x="941" y="563"/>
                  </a:lnTo>
                  <a:lnTo>
                    <a:pt x="944" y="575"/>
                  </a:lnTo>
                  <a:lnTo>
                    <a:pt x="951" y="586"/>
                  </a:lnTo>
                  <a:lnTo>
                    <a:pt x="959" y="594"/>
                  </a:lnTo>
                  <a:lnTo>
                    <a:pt x="969" y="602"/>
                  </a:lnTo>
                  <a:lnTo>
                    <a:pt x="979" y="610"/>
                  </a:lnTo>
                  <a:lnTo>
                    <a:pt x="989" y="619"/>
                  </a:lnTo>
                  <a:lnTo>
                    <a:pt x="997" y="631"/>
                  </a:lnTo>
                  <a:lnTo>
                    <a:pt x="1004" y="643"/>
                  </a:lnTo>
                  <a:lnTo>
                    <a:pt x="986" y="647"/>
                  </a:lnTo>
                  <a:lnTo>
                    <a:pt x="966" y="651"/>
                  </a:lnTo>
                  <a:lnTo>
                    <a:pt x="948" y="657"/>
                  </a:lnTo>
                  <a:lnTo>
                    <a:pt x="929" y="663"/>
                  </a:lnTo>
                  <a:lnTo>
                    <a:pt x="911" y="669"/>
                  </a:lnTo>
                  <a:lnTo>
                    <a:pt x="892" y="673"/>
                  </a:lnTo>
                  <a:lnTo>
                    <a:pt x="873" y="677"/>
                  </a:lnTo>
                  <a:lnTo>
                    <a:pt x="854" y="678"/>
                  </a:lnTo>
                  <a:lnTo>
                    <a:pt x="858" y="653"/>
                  </a:lnTo>
                  <a:lnTo>
                    <a:pt x="860" y="625"/>
                  </a:lnTo>
                  <a:lnTo>
                    <a:pt x="858" y="598"/>
                  </a:lnTo>
                  <a:lnTo>
                    <a:pt x="854" y="573"/>
                  </a:lnTo>
                  <a:lnTo>
                    <a:pt x="848" y="565"/>
                  </a:lnTo>
                  <a:lnTo>
                    <a:pt x="844" y="556"/>
                  </a:lnTo>
                  <a:lnTo>
                    <a:pt x="838" y="548"/>
                  </a:lnTo>
                  <a:lnTo>
                    <a:pt x="829" y="545"/>
                  </a:lnTo>
                  <a:lnTo>
                    <a:pt x="820" y="562"/>
                  </a:lnTo>
                  <a:lnTo>
                    <a:pt x="814" y="579"/>
                  </a:lnTo>
                  <a:lnTo>
                    <a:pt x="808" y="596"/>
                  </a:lnTo>
                  <a:lnTo>
                    <a:pt x="798" y="612"/>
                  </a:lnTo>
                  <a:lnTo>
                    <a:pt x="758" y="545"/>
                  </a:lnTo>
                  <a:lnTo>
                    <a:pt x="746" y="545"/>
                  </a:lnTo>
                  <a:lnTo>
                    <a:pt x="746" y="556"/>
                  </a:lnTo>
                  <a:lnTo>
                    <a:pt x="754" y="568"/>
                  </a:lnTo>
                  <a:lnTo>
                    <a:pt x="761" y="581"/>
                  </a:lnTo>
                  <a:lnTo>
                    <a:pt x="767" y="594"/>
                  </a:lnTo>
                  <a:lnTo>
                    <a:pt x="772" y="608"/>
                  </a:lnTo>
                  <a:lnTo>
                    <a:pt x="778" y="620"/>
                  </a:lnTo>
                  <a:lnTo>
                    <a:pt x="783" y="634"/>
                  </a:lnTo>
                  <a:lnTo>
                    <a:pt x="786" y="649"/>
                  </a:lnTo>
                  <a:lnTo>
                    <a:pt x="790" y="663"/>
                  </a:lnTo>
                  <a:lnTo>
                    <a:pt x="799" y="661"/>
                  </a:lnTo>
                  <a:lnTo>
                    <a:pt x="807" y="655"/>
                  </a:lnTo>
                  <a:lnTo>
                    <a:pt x="813" y="649"/>
                  </a:lnTo>
                  <a:lnTo>
                    <a:pt x="819" y="642"/>
                  </a:lnTo>
                  <a:lnTo>
                    <a:pt x="823" y="634"/>
                  </a:lnTo>
                  <a:lnTo>
                    <a:pt x="827" y="625"/>
                  </a:lnTo>
                  <a:lnTo>
                    <a:pt x="830" y="617"/>
                  </a:lnTo>
                  <a:lnTo>
                    <a:pt x="834" y="609"/>
                  </a:lnTo>
                  <a:lnTo>
                    <a:pt x="838" y="617"/>
                  </a:lnTo>
                  <a:lnTo>
                    <a:pt x="836" y="635"/>
                  </a:lnTo>
                  <a:lnTo>
                    <a:pt x="831" y="654"/>
                  </a:lnTo>
                  <a:lnTo>
                    <a:pt x="827" y="671"/>
                  </a:lnTo>
                  <a:lnTo>
                    <a:pt x="820" y="689"/>
                  </a:lnTo>
                  <a:lnTo>
                    <a:pt x="813" y="707"/>
                  </a:lnTo>
                  <a:lnTo>
                    <a:pt x="806" y="724"/>
                  </a:lnTo>
                  <a:lnTo>
                    <a:pt x="799" y="741"/>
                  </a:lnTo>
                  <a:lnTo>
                    <a:pt x="792" y="757"/>
                  </a:lnTo>
                  <a:lnTo>
                    <a:pt x="835" y="761"/>
                  </a:lnTo>
                  <a:lnTo>
                    <a:pt x="838" y="750"/>
                  </a:lnTo>
                  <a:lnTo>
                    <a:pt x="842" y="735"/>
                  </a:lnTo>
                  <a:lnTo>
                    <a:pt x="845" y="722"/>
                  </a:lnTo>
                  <a:lnTo>
                    <a:pt x="848" y="711"/>
                  </a:lnTo>
                  <a:lnTo>
                    <a:pt x="870" y="708"/>
                  </a:lnTo>
                  <a:lnTo>
                    <a:pt x="892" y="702"/>
                  </a:lnTo>
                  <a:lnTo>
                    <a:pt x="914" y="696"/>
                  </a:lnTo>
                  <a:lnTo>
                    <a:pt x="936" y="691"/>
                  </a:lnTo>
                  <a:lnTo>
                    <a:pt x="958" y="685"/>
                  </a:lnTo>
                  <a:lnTo>
                    <a:pt x="979" y="679"/>
                  </a:lnTo>
                  <a:lnTo>
                    <a:pt x="1001" y="673"/>
                  </a:lnTo>
                  <a:lnTo>
                    <a:pt x="1022" y="669"/>
                  </a:lnTo>
                  <a:lnTo>
                    <a:pt x="1029" y="678"/>
                  </a:lnTo>
                  <a:lnTo>
                    <a:pt x="1036" y="687"/>
                  </a:lnTo>
                  <a:lnTo>
                    <a:pt x="1041" y="696"/>
                  </a:lnTo>
                  <a:lnTo>
                    <a:pt x="1045" y="707"/>
                  </a:lnTo>
                  <a:lnTo>
                    <a:pt x="941" y="74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9" y="767"/>
                  </a:lnTo>
                  <a:lnTo>
                    <a:pt x="969" y="763"/>
                  </a:lnTo>
                  <a:lnTo>
                    <a:pt x="983" y="759"/>
                  </a:lnTo>
                  <a:lnTo>
                    <a:pt x="998" y="753"/>
                  </a:lnTo>
                  <a:lnTo>
                    <a:pt x="1013" y="747"/>
                  </a:lnTo>
                  <a:lnTo>
                    <a:pt x="1027" y="741"/>
                  </a:lnTo>
                  <a:lnTo>
                    <a:pt x="1040" y="737"/>
                  </a:lnTo>
                  <a:lnTo>
                    <a:pt x="1035" y="791"/>
                  </a:lnTo>
                  <a:lnTo>
                    <a:pt x="942" y="822"/>
                  </a:lnTo>
                  <a:lnTo>
                    <a:pt x="949" y="8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0" name="Freeform 126"/>
            <p:cNvSpPr>
              <a:spLocks/>
            </p:cNvSpPr>
            <p:nvPr/>
          </p:nvSpPr>
          <p:spPr bwMode="auto">
            <a:xfrm>
              <a:off x="3078" y="2549"/>
              <a:ext cx="256" cy="77"/>
            </a:xfrm>
            <a:custGeom>
              <a:avLst/>
              <a:gdLst>
                <a:gd name="T0" fmla="*/ 256 w 511"/>
                <a:gd name="T1" fmla="*/ 77 h 154"/>
                <a:gd name="T2" fmla="*/ 252 w 511"/>
                <a:gd name="T3" fmla="*/ 77 h 154"/>
                <a:gd name="T4" fmla="*/ 248 w 511"/>
                <a:gd name="T5" fmla="*/ 76 h 154"/>
                <a:gd name="T6" fmla="*/ 245 w 511"/>
                <a:gd name="T7" fmla="*/ 73 h 154"/>
                <a:gd name="T8" fmla="*/ 242 w 511"/>
                <a:gd name="T9" fmla="*/ 71 h 154"/>
                <a:gd name="T10" fmla="*/ 230 w 511"/>
                <a:gd name="T11" fmla="*/ 60 h 154"/>
                <a:gd name="T12" fmla="*/ 217 w 511"/>
                <a:gd name="T13" fmla="*/ 50 h 154"/>
                <a:gd name="T14" fmla="*/ 204 w 511"/>
                <a:gd name="T15" fmla="*/ 43 h 154"/>
                <a:gd name="T16" fmla="*/ 190 w 511"/>
                <a:gd name="T17" fmla="*/ 37 h 154"/>
                <a:gd name="T18" fmla="*/ 175 w 511"/>
                <a:gd name="T19" fmla="*/ 32 h 154"/>
                <a:gd name="T20" fmla="*/ 160 w 511"/>
                <a:gd name="T21" fmla="*/ 28 h 154"/>
                <a:gd name="T22" fmla="*/ 144 w 511"/>
                <a:gd name="T23" fmla="*/ 25 h 154"/>
                <a:gd name="T24" fmla="*/ 128 w 511"/>
                <a:gd name="T25" fmla="*/ 24 h 154"/>
                <a:gd name="T26" fmla="*/ 112 w 511"/>
                <a:gd name="T27" fmla="*/ 23 h 154"/>
                <a:gd name="T28" fmla="*/ 96 w 511"/>
                <a:gd name="T29" fmla="*/ 23 h 154"/>
                <a:gd name="T30" fmla="*/ 80 w 511"/>
                <a:gd name="T31" fmla="*/ 25 h 154"/>
                <a:gd name="T32" fmla="*/ 65 w 511"/>
                <a:gd name="T33" fmla="*/ 27 h 154"/>
                <a:gd name="T34" fmla="*/ 49 w 511"/>
                <a:gd name="T35" fmla="*/ 30 h 154"/>
                <a:gd name="T36" fmla="*/ 34 w 511"/>
                <a:gd name="T37" fmla="*/ 34 h 154"/>
                <a:gd name="T38" fmla="*/ 19 w 511"/>
                <a:gd name="T39" fmla="*/ 39 h 154"/>
                <a:gd name="T40" fmla="*/ 5 w 511"/>
                <a:gd name="T41" fmla="*/ 44 h 154"/>
                <a:gd name="T42" fmla="*/ 3 w 511"/>
                <a:gd name="T43" fmla="*/ 41 h 154"/>
                <a:gd name="T44" fmla="*/ 1 w 511"/>
                <a:gd name="T45" fmla="*/ 39 h 154"/>
                <a:gd name="T46" fmla="*/ 0 w 511"/>
                <a:gd name="T47" fmla="*/ 36 h 154"/>
                <a:gd name="T48" fmla="*/ 0 w 511"/>
                <a:gd name="T49" fmla="*/ 31 h 154"/>
                <a:gd name="T50" fmla="*/ 8 w 511"/>
                <a:gd name="T51" fmla="*/ 26 h 154"/>
                <a:gd name="T52" fmla="*/ 16 w 511"/>
                <a:gd name="T53" fmla="*/ 20 h 154"/>
                <a:gd name="T54" fmla="*/ 24 w 511"/>
                <a:gd name="T55" fmla="*/ 16 h 154"/>
                <a:gd name="T56" fmla="*/ 32 w 511"/>
                <a:gd name="T57" fmla="*/ 12 h 154"/>
                <a:gd name="T58" fmla="*/ 41 w 511"/>
                <a:gd name="T59" fmla="*/ 9 h 154"/>
                <a:gd name="T60" fmla="*/ 50 w 511"/>
                <a:gd name="T61" fmla="*/ 5 h 154"/>
                <a:gd name="T62" fmla="*/ 59 w 511"/>
                <a:gd name="T63" fmla="*/ 4 h 154"/>
                <a:gd name="T64" fmla="*/ 69 w 511"/>
                <a:gd name="T65" fmla="*/ 2 h 154"/>
                <a:gd name="T66" fmla="*/ 78 w 511"/>
                <a:gd name="T67" fmla="*/ 1 h 154"/>
                <a:gd name="T68" fmla="*/ 88 w 511"/>
                <a:gd name="T69" fmla="*/ 1 h 154"/>
                <a:gd name="T70" fmla="*/ 97 w 511"/>
                <a:gd name="T71" fmla="*/ 0 h 154"/>
                <a:gd name="T72" fmla="*/ 107 w 511"/>
                <a:gd name="T73" fmla="*/ 1 h 154"/>
                <a:gd name="T74" fmla="*/ 117 w 511"/>
                <a:gd name="T75" fmla="*/ 1 h 154"/>
                <a:gd name="T76" fmla="*/ 127 w 511"/>
                <a:gd name="T77" fmla="*/ 2 h 154"/>
                <a:gd name="T78" fmla="*/ 137 w 511"/>
                <a:gd name="T79" fmla="*/ 3 h 154"/>
                <a:gd name="T80" fmla="*/ 146 w 511"/>
                <a:gd name="T81" fmla="*/ 5 h 154"/>
                <a:gd name="T82" fmla="*/ 154 w 511"/>
                <a:gd name="T83" fmla="*/ 7 h 154"/>
                <a:gd name="T84" fmla="*/ 162 w 511"/>
                <a:gd name="T85" fmla="*/ 9 h 154"/>
                <a:gd name="T86" fmla="*/ 170 w 511"/>
                <a:gd name="T87" fmla="*/ 11 h 154"/>
                <a:gd name="T88" fmla="*/ 178 w 511"/>
                <a:gd name="T89" fmla="*/ 14 h 154"/>
                <a:gd name="T90" fmla="*/ 186 w 511"/>
                <a:gd name="T91" fmla="*/ 17 h 154"/>
                <a:gd name="T92" fmla="*/ 194 w 511"/>
                <a:gd name="T93" fmla="*/ 20 h 154"/>
                <a:gd name="T94" fmla="*/ 202 w 511"/>
                <a:gd name="T95" fmla="*/ 24 h 154"/>
                <a:gd name="T96" fmla="*/ 209 w 511"/>
                <a:gd name="T97" fmla="*/ 29 h 154"/>
                <a:gd name="T98" fmla="*/ 216 w 511"/>
                <a:gd name="T99" fmla="*/ 34 h 154"/>
                <a:gd name="T100" fmla="*/ 223 w 511"/>
                <a:gd name="T101" fmla="*/ 38 h 154"/>
                <a:gd name="T102" fmla="*/ 229 w 511"/>
                <a:gd name="T103" fmla="*/ 44 h 154"/>
                <a:gd name="T104" fmla="*/ 236 w 511"/>
                <a:gd name="T105" fmla="*/ 49 h 154"/>
                <a:gd name="T106" fmla="*/ 241 w 511"/>
                <a:gd name="T107" fmla="*/ 56 h 154"/>
                <a:gd name="T108" fmla="*/ 247 w 511"/>
                <a:gd name="T109" fmla="*/ 62 h 154"/>
                <a:gd name="T110" fmla="*/ 251 w 511"/>
                <a:gd name="T111" fmla="*/ 69 h 154"/>
                <a:gd name="T112" fmla="*/ 256 w 511"/>
                <a:gd name="T113" fmla="*/ 77 h 1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11"/>
                <a:gd name="T172" fmla="*/ 0 h 154"/>
                <a:gd name="T173" fmla="*/ 511 w 511"/>
                <a:gd name="T174" fmla="*/ 154 h 15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11" h="154">
                  <a:moveTo>
                    <a:pt x="511" y="153"/>
                  </a:moveTo>
                  <a:lnTo>
                    <a:pt x="503" y="154"/>
                  </a:lnTo>
                  <a:lnTo>
                    <a:pt x="496" y="151"/>
                  </a:lnTo>
                  <a:lnTo>
                    <a:pt x="489" y="145"/>
                  </a:lnTo>
                  <a:lnTo>
                    <a:pt x="483" y="141"/>
                  </a:lnTo>
                  <a:lnTo>
                    <a:pt x="459" y="120"/>
                  </a:lnTo>
                  <a:lnTo>
                    <a:pt x="434" y="101"/>
                  </a:lnTo>
                  <a:lnTo>
                    <a:pt x="407" y="86"/>
                  </a:lnTo>
                  <a:lnTo>
                    <a:pt x="379" y="74"/>
                  </a:lnTo>
                  <a:lnTo>
                    <a:pt x="350" y="64"/>
                  </a:lnTo>
                  <a:lnTo>
                    <a:pt x="319" y="56"/>
                  </a:lnTo>
                  <a:lnTo>
                    <a:pt x="288" y="51"/>
                  </a:lnTo>
                  <a:lnTo>
                    <a:pt x="255" y="48"/>
                  </a:lnTo>
                  <a:lnTo>
                    <a:pt x="224" y="47"/>
                  </a:lnTo>
                  <a:lnTo>
                    <a:pt x="192" y="47"/>
                  </a:lnTo>
                  <a:lnTo>
                    <a:pt x="160" y="51"/>
                  </a:lnTo>
                  <a:lnTo>
                    <a:pt x="129" y="55"/>
                  </a:lnTo>
                  <a:lnTo>
                    <a:pt x="98" y="61"/>
                  </a:lnTo>
                  <a:lnTo>
                    <a:pt x="68" y="68"/>
                  </a:lnTo>
                  <a:lnTo>
                    <a:pt x="38" y="77"/>
                  </a:lnTo>
                  <a:lnTo>
                    <a:pt x="10" y="88"/>
                  </a:lnTo>
                  <a:lnTo>
                    <a:pt x="5" y="83"/>
                  </a:lnTo>
                  <a:lnTo>
                    <a:pt x="2" y="78"/>
                  </a:lnTo>
                  <a:lnTo>
                    <a:pt x="0" y="71"/>
                  </a:lnTo>
                  <a:lnTo>
                    <a:pt x="0" y="63"/>
                  </a:lnTo>
                  <a:lnTo>
                    <a:pt x="15" y="52"/>
                  </a:lnTo>
                  <a:lnTo>
                    <a:pt x="31" y="41"/>
                  </a:lnTo>
                  <a:lnTo>
                    <a:pt x="47" y="32"/>
                  </a:lnTo>
                  <a:lnTo>
                    <a:pt x="64" y="24"/>
                  </a:lnTo>
                  <a:lnTo>
                    <a:pt x="81" y="17"/>
                  </a:lnTo>
                  <a:lnTo>
                    <a:pt x="100" y="11"/>
                  </a:lnTo>
                  <a:lnTo>
                    <a:pt x="118" y="8"/>
                  </a:lnTo>
                  <a:lnTo>
                    <a:pt x="137" y="5"/>
                  </a:lnTo>
                  <a:lnTo>
                    <a:pt x="156" y="2"/>
                  </a:lnTo>
                  <a:lnTo>
                    <a:pt x="175" y="1"/>
                  </a:lnTo>
                  <a:lnTo>
                    <a:pt x="194" y="0"/>
                  </a:lnTo>
                  <a:lnTo>
                    <a:pt x="214" y="1"/>
                  </a:lnTo>
                  <a:lnTo>
                    <a:pt x="233" y="2"/>
                  </a:lnTo>
                  <a:lnTo>
                    <a:pt x="253" y="5"/>
                  </a:lnTo>
                  <a:lnTo>
                    <a:pt x="273" y="7"/>
                  </a:lnTo>
                  <a:lnTo>
                    <a:pt x="291" y="10"/>
                  </a:lnTo>
                  <a:lnTo>
                    <a:pt x="307" y="14"/>
                  </a:lnTo>
                  <a:lnTo>
                    <a:pt x="323" y="17"/>
                  </a:lnTo>
                  <a:lnTo>
                    <a:pt x="339" y="22"/>
                  </a:lnTo>
                  <a:lnTo>
                    <a:pt x="356" y="28"/>
                  </a:lnTo>
                  <a:lnTo>
                    <a:pt x="372" y="33"/>
                  </a:lnTo>
                  <a:lnTo>
                    <a:pt x="387" y="40"/>
                  </a:lnTo>
                  <a:lnTo>
                    <a:pt x="403" y="48"/>
                  </a:lnTo>
                  <a:lnTo>
                    <a:pt x="417" y="58"/>
                  </a:lnTo>
                  <a:lnTo>
                    <a:pt x="432" y="67"/>
                  </a:lnTo>
                  <a:lnTo>
                    <a:pt x="445" y="76"/>
                  </a:lnTo>
                  <a:lnTo>
                    <a:pt x="458" y="88"/>
                  </a:lnTo>
                  <a:lnTo>
                    <a:pt x="471" y="99"/>
                  </a:lnTo>
                  <a:lnTo>
                    <a:pt x="482" y="112"/>
                  </a:lnTo>
                  <a:lnTo>
                    <a:pt x="493" y="124"/>
                  </a:lnTo>
                  <a:lnTo>
                    <a:pt x="502" y="138"/>
                  </a:lnTo>
                  <a:lnTo>
                    <a:pt x="511" y="1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1" name="Freeform 127"/>
            <p:cNvSpPr>
              <a:spLocks/>
            </p:cNvSpPr>
            <p:nvPr/>
          </p:nvSpPr>
          <p:spPr bwMode="auto">
            <a:xfrm>
              <a:off x="2461" y="2591"/>
              <a:ext cx="497" cy="499"/>
            </a:xfrm>
            <a:custGeom>
              <a:avLst/>
              <a:gdLst>
                <a:gd name="T0" fmla="*/ 468 w 994"/>
                <a:gd name="T1" fmla="*/ 408 h 999"/>
                <a:gd name="T2" fmla="*/ 482 w 994"/>
                <a:gd name="T3" fmla="*/ 24 h 999"/>
                <a:gd name="T4" fmla="*/ 91 w 994"/>
                <a:gd name="T5" fmla="*/ 19 h 999"/>
                <a:gd name="T6" fmla="*/ 102 w 994"/>
                <a:gd name="T7" fmla="*/ 437 h 999"/>
                <a:gd name="T8" fmla="*/ 99 w 994"/>
                <a:gd name="T9" fmla="*/ 439 h 999"/>
                <a:gd name="T10" fmla="*/ 95 w 994"/>
                <a:gd name="T11" fmla="*/ 441 h 999"/>
                <a:gd name="T12" fmla="*/ 90 w 994"/>
                <a:gd name="T13" fmla="*/ 442 h 999"/>
                <a:gd name="T14" fmla="*/ 88 w 994"/>
                <a:gd name="T15" fmla="*/ 440 h 999"/>
                <a:gd name="T16" fmla="*/ 69 w 994"/>
                <a:gd name="T17" fmla="*/ 30 h 999"/>
                <a:gd name="T18" fmla="*/ 12 w 994"/>
                <a:gd name="T19" fmla="*/ 83 h 999"/>
                <a:gd name="T20" fmla="*/ 14 w 994"/>
                <a:gd name="T21" fmla="*/ 144 h 999"/>
                <a:gd name="T22" fmla="*/ 18 w 994"/>
                <a:gd name="T23" fmla="*/ 280 h 999"/>
                <a:gd name="T24" fmla="*/ 23 w 994"/>
                <a:gd name="T25" fmla="*/ 417 h 999"/>
                <a:gd name="T26" fmla="*/ 26 w 994"/>
                <a:gd name="T27" fmla="*/ 481 h 999"/>
                <a:gd name="T28" fmla="*/ 34 w 994"/>
                <a:gd name="T29" fmla="*/ 478 h 999"/>
                <a:gd name="T30" fmla="*/ 43 w 994"/>
                <a:gd name="T31" fmla="*/ 474 h 999"/>
                <a:gd name="T32" fmla="*/ 54 w 994"/>
                <a:gd name="T33" fmla="*/ 470 h 999"/>
                <a:gd name="T34" fmla="*/ 63 w 994"/>
                <a:gd name="T35" fmla="*/ 466 h 999"/>
                <a:gd name="T36" fmla="*/ 72 w 994"/>
                <a:gd name="T37" fmla="*/ 462 h 999"/>
                <a:gd name="T38" fmla="*/ 80 w 994"/>
                <a:gd name="T39" fmla="*/ 459 h 999"/>
                <a:gd name="T40" fmla="*/ 84 w 994"/>
                <a:gd name="T41" fmla="*/ 458 h 999"/>
                <a:gd name="T42" fmla="*/ 87 w 994"/>
                <a:gd name="T43" fmla="*/ 458 h 999"/>
                <a:gd name="T44" fmla="*/ 79 w 994"/>
                <a:gd name="T45" fmla="*/ 464 h 999"/>
                <a:gd name="T46" fmla="*/ 71 w 994"/>
                <a:gd name="T47" fmla="*/ 469 h 999"/>
                <a:gd name="T48" fmla="*/ 61 w 994"/>
                <a:gd name="T49" fmla="*/ 474 h 999"/>
                <a:gd name="T50" fmla="*/ 52 w 994"/>
                <a:gd name="T51" fmla="*/ 479 h 999"/>
                <a:gd name="T52" fmla="*/ 42 w 994"/>
                <a:gd name="T53" fmla="*/ 484 h 999"/>
                <a:gd name="T54" fmla="*/ 33 w 994"/>
                <a:gd name="T55" fmla="*/ 489 h 999"/>
                <a:gd name="T56" fmla="*/ 24 w 994"/>
                <a:gd name="T57" fmla="*/ 494 h 999"/>
                <a:gd name="T58" fmla="*/ 16 w 994"/>
                <a:gd name="T59" fmla="*/ 499 h 999"/>
                <a:gd name="T60" fmla="*/ 13 w 994"/>
                <a:gd name="T61" fmla="*/ 481 h 999"/>
                <a:gd name="T62" fmla="*/ 9 w 994"/>
                <a:gd name="T63" fmla="*/ 435 h 999"/>
                <a:gd name="T64" fmla="*/ 7 w 994"/>
                <a:gd name="T65" fmla="*/ 370 h 999"/>
                <a:gd name="T66" fmla="*/ 4 w 994"/>
                <a:gd name="T67" fmla="*/ 295 h 999"/>
                <a:gd name="T68" fmla="*/ 2 w 994"/>
                <a:gd name="T69" fmla="*/ 219 h 999"/>
                <a:gd name="T70" fmla="*/ 0 w 994"/>
                <a:gd name="T71" fmla="*/ 150 h 999"/>
                <a:gd name="T72" fmla="*/ 0 w 994"/>
                <a:gd name="T73" fmla="*/ 98 h 999"/>
                <a:gd name="T74" fmla="*/ 1 w 994"/>
                <a:gd name="T75" fmla="*/ 72 h 999"/>
                <a:gd name="T76" fmla="*/ 74 w 994"/>
                <a:gd name="T77" fmla="*/ 0 h 999"/>
                <a:gd name="T78" fmla="*/ 497 w 994"/>
                <a:gd name="T79" fmla="*/ 11 h 999"/>
                <a:gd name="T80" fmla="*/ 497 w 994"/>
                <a:gd name="T81" fmla="*/ 28 h 999"/>
                <a:gd name="T82" fmla="*/ 494 w 994"/>
                <a:gd name="T83" fmla="*/ 74 h 999"/>
                <a:gd name="T84" fmla="*/ 492 w 994"/>
                <a:gd name="T85" fmla="*/ 139 h 999"/>
                <a:gd name="T86" fmla="*/ 489 w 994"/>
                <a:gd name="T87" fmla="*/ 213 h 999"/>
                <a:gd name="T88" fmla="*/ 485 w 994"/>
                <a:gd name="T89" fmla="*/ 288 h 999"/>
                <a:gd name="T90" fmla="*/ 482 w 994"/>
                <a:gd name="T91" fmla="*/ 353 h 999"/>
                <a:gd name="T92" fmla="*/ 480 w 994"/>
                <a:gd name="T93" fmla="*/ 398 h 999"/>
                <a:gd name="T94" fmla="*/ 479 w 994"/>
                <a:gd name="T95" fmla="*/ 415 h 999"/>
                <a:gd name="T96" fmla="*/ 468 w 994"/>
                <a:gd name="T97" fmla="*/ 408 h 99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94"/>
                <a:gd name="T148" fmla="*/ 0 h 999"/>
                <a:gd name="T149" fmla="*/ 994 w 994"/>
                <a:gd name="T150" fmla="*/ 999 h 99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94" h="999">
                  <a:moveTo>
                    <a:pt x="935" y="816"/>
                  </a:moveTo>
                  <a:lnTo>
                    <a:pt x="964" y="48"/>
                  </a:lnTo>
                  <a:lnTo>
                    <a:pt x="182" y="38"/>
                  </a:lnTo>
                  <a:lnTo>
                    <a:pt x="203" y="875"/>
                  </a:lnTo>
                  <a:lnTo>
                    <a:pt x="198" y="879"/>
                  </a:lnTo>
                  <a:lnTo>
                    <a:pt x="189" y="883"/>
                  </a:lnTo>
                  <a:lnTo>
                    <a:pt x="180" y="884"/>
                  </a:lnTo>
                  <a:lnTo>
                    <a:pt x="175" y="881"/>
                  </a:lnTo>
                  <a:lnTo>
                    <a:pt x="138" y="61"/>
                  </a:lnTo>
                  <a:lnTo>
                    <a:pt x="23" y="166"/>
                  </a:lnTo>
                  <a:lnTo>
                    <a:pt x="27" y="289"/>
                  </a:lnTo>
                  <a:lnTo>
                    <a:pt x="36" y="561"/>
                  </a:lnTo>
                  <a:lnTo>
                    <a:pt x="46" y="835"/>
                  </a:lnTo>
                  <a:lnTo>
                    <a:pt x="52" y="963"/>
                  </a:lnTo>
                  <a:lnTo>
                    <a:pt x="68" y="956"/>
                  </a:lnTo>
                  <a:lnTo>
                    <a:pt x="86" y="948"/>
                  </a:lnTo>
                  <a:lnTo>
                    <a:pt x="107" y="940"/>
                  </a:lnTo>
                  <a:lnTo>
                    <a:pt x="127" y="932"/>
                  </a:lnTo>
                  <a:lnTo>
                    <a:pt x="144" y="925"/>
                  </a:lnTo>
                  <a:lnTo>
                    <a:pt x="159" y="919"/>
                  </a:lnTo>
                  <a:lnTo>
                    <a:pt x="168" y="916"/>
                  </a:lnTo>
                  <a:lnTo>
                    <a:pt x="173" y="916"/>
                  </a:lnTo>
                  <a:lnTo>
                    <a:pt x="157" y="928"/>
                  </a:lnTo>
                  <a:lnTo>
                    <a:pt x="141" y="939"/>
                  </a:lnTo>
                  <a:lnTo>
                    <a:pt x="122" y="948"/>
                  </a:lnTo>
                  <a:lnTo>
                    <a:pt x="103" y="959"/>
                  </a:lnTo>
                  <a:lnTo>
                    <a:pt x="84" y="969"/>
                  </a:lnTo>
                  <a:lnTo>
                    <a:pt x="66" y="978"/>
                  </a:lnTo>
                  <a:lnTo>
                    <a:pt x="47" y="989"/>
                  </a:lnTo>
                  <a:lnTo>
                    <a:pt x="31" y="999"/>
                  </a:lnTo>
                  <a:lnTo>
                    <a:pt x="25" y="963"/>
                  </a:lnTo>
                  <a:lnTo>
                    <a:pt x="18" y="871"/>
                  </a:lnTo>
                  <a:lnTo>
                    <a:pt x="13" y="741"/>
                  </a:lnTo>
                  <a:lnTo>
                    <a:pt x="8" y="590"/>
                  </a:lnTo>
                  <a:lnTo>
                    <a:pt x="3" y="438"/>
                  </a:lnTo>
                  <a:lnTo>
                    <a:pt x="0" y="300"/>
                  </a:lnTo>
                  <a:lnTo>
                    <a:pt x="0" y="196"/>
                  </a:lnTo>
                  <a:lnTo>
                    <a:pt x="1" y="144"/>
                  </a:lnTo>
                  <a:lnTo>
                    <a:pt x="147" y="0"/>
                  </a:lnTo>
                  <a:lnTo>
                    <a:pt x="994" y="22"/>
                  </a:lnTo>
                  <a:lnTo>
                    <a:pt x="993" y="57"/>
                  </a:lnTo>
                  <a:lnTo>
                    <a:pt x="988" y="149"/>
                  </a:lnTo>
                  <a:lnTo>
                    <a:pt x="984" y="279"/>
                  </a:lnTo>
                  <a:lnTo>
                    <a:pt x="977" y="427"/>
                  </a:lnTo>
                  <a:lnTo>
                    <a:pt x="970" y="576"/>
                  </a:lnTo>
                  <a:lnTo>
                    <a:pt x="964" y="706"/>
                  </a:lnTo>
                  <a:lnTo>
                    <a:pt x="959" y="797"/>
                  </a:lnTo>
                  <a:lnTo>
                    <a:pt x="957" y="831"/>
                  </a:lnTo>
                  <a:lnTo>
                    <a:pt x="935" y="8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2" name="Freeform 128"/>
            <p:cNvSpPr>
              <a:spLocks/>
            </p:cNvSpPr>
            <p:nvPr/>
          </p:nvSpPr>
          <p:spPr bwMode="auto">
            <a:xfrm>
              <a:off x="2995" y="2595"/>
              <a:ext cx="338" cy="415"/>
            </a:xfrm>
            <a:custGeom>
              <a:avLst/>
              <a:gdLst>
                <a:gd name="T0" fmla="*/ 297 w 676"/>
                <a:gd name="T1" fmla="*/ 405 h 831"/>
                <a:gd name="T2" fmla="*/ 283 w 676"/>
                <a:gd name="T3" fmla="*/ 381 h 831"/>
                <a:gd name="T4" fmla="*/ 264 w 676"/>
                <a:gd name="T5" fmla="*/ 320 h 831"/>
                <a:gd name="T6" fmla="*/ 239 w 676"/>
                <a:gd name="T7" fmla="*/ 280 h 831"/>
                <a:gd name="T8" fmla="*/ 210 w 676"/>
                <a:gd name="T9" fmla="*/ 250 h 831"/>
                <a:gd name="T10" fmla="*/ 180 w 676"/>
                <a:gd name="T11" fmla="*/ 238 h 831"/>
                <a:gd name="T12" fmla="*/ 177 w 676"/>
                <a:gd name="T13" fmla="*/ 231 h 831"/>
                <a:gd name="T14" fmla="*/ 191 w 676"/>
                <a:gd name="T15" fmla="*/ 232 h 831"/>
                <a:gd name="T16" fmla="*/ 212 w 676"/>
                <a:gd name="T17" fmla="*/ 199 h 831"/>
                <a:gd name="T18" fmla="*/ 205 w 676"/>
                <a:gd name="T19" fmla="*/ 171 h 831"/>
                <a:gd name="T20" fmla="*/ 176 w 676"/>
                <a:gd name="T21" fmla="*/ 156 h 831"/>
                <a:gd name="T22" fmla="*/ 134 w 676"/>
                <a:gd name="T23" fmla="*/ 148 h 831"/>
                <a:gd name="T24" fmla="*/ 92 w 676"/>
                <a:gd name="T25" fmla="*/ 136 h 831"/>
                <a:gd name="T26" fmla="*/ 57 w 676"/>
                <a:gd name="T27" fmla="*/ 138 h 831"/>
                <a:gd name="T28" fmla="*/ 51 w 676"/>
                <a:gd name="T29" fmla="*/ 243 h 831"/>
                <a:gd name="T30" fmla="*/ 80 w 676"/>
                <a:gd name="T31" fmla="*/ 317 h 831"/>
                <a:gd name="T32" fmla="*/ 125 w 676"/>
                <a:gd name="T33" fmla="*/ 355 h 831"/>
                <a:gd name="T34" fmla="*/ 141 w 676"/>
                <a:gd name="T35" fmla="*/ 351 h 831"/>
                <a:gd name="T36" fmla="*/ 140 w 676"/>
                <a:gd name="T37" fmla="*/ 358 h 831"/>
                <a:gd name="T38" fmla="*/ 121 w 676"/>
                <a:gd name="T39" fmla="*/ 361 h 831"/>
                <a:gd name="T40" fmla="*/ 77 w 676"/>
                <a:gd name="T41" fmla="*/ 335 h 831"/>
                <a:gd name="T42" fmla="*/ 43 w 676"/>
                <a:gd name="T43" fmla="*/ 288 h 831"/>
                <a:gd name="T44" fmla="*/ 27 w 676"/>
                <a:gd name="T45" fmla="*/ 230 h 831"/>
                <a:gd name="T46" fmla="*/ 19 w 676"/>
                <a:gd name="T47" fmla="*/ 165 h 831"/>
                <a:gd name="T48" fmla="*/ 1 w 676"/>
                <a:gd name="T49" fmla="*/ 159 h 831"/>
                <a:gd name="T50" fmla="*/ 36 w 676"/>
                <a:gd name="T51" fmla="*/ 108 h 831"/>
                <a:gd name="T52" fmla="*/ 30 w 676"/>
                <a:gd name="T53" fmla="*/ 70 h 831"/>
                <a:gd name="T54" fmla="*/ 35 w 676"/>
                <a:gd name="T55" fmla="*/ 32 h 831"/>
                <a:gd name="T56" fmla="*/ 57 w 676"/>
                <a:gd name="T57" fmla="*/ 7 h 831"/>
                <a:gd name="T58" fmla="*/ 71 w 676"/>
                <a:gd name="T59" fmla="*/ 11 h 831"/>
                <a:gd name="T60" fmla="*/ 54 w 676"/>
                <a:gd name="T61" fmla="*/ 27 h 831"/>
                <a:gd name="T62" fmla="*/ 69 w 676"/>
                <a:gd name="T63" fmla="*/ 92 h 831"/>
                <a:gd name="T64" fmla="*/ 116 w 676"/>
                <a:gd name="T65" fmla="*/ 121 h 831"/>
                <a:gd name="T66" fmla="*/ 171 w 676"/>
                <a:gd name="T67" fmla="*/ 135 h 831"/>
                <a:gd name="T68" fmla="*/ 222 w 676"/>
                <a:gd name="T69" fmla="*/ 157 h 831"/>
                <a:gd name="T70" fmla="*/ 256 w 676"/>
                <a:gd name="T71" fmla="*/ 173 h 831"/>
                <a:gd name="T72" fmla="*/ 270 w 676"/>
                <a:gd name="T73" fmla="*/ 205 h 831"/>
                <a:gd name="T74" fmla="*/ 251 w 676"/>
                <a:gd name="T75" fmla="*/ 211 h 831"/>
                <a:gd name="T76" fmla="*/ 239 w 676"/>
                <a:gd name="T77" fmla="*/ 200 h 831"/>
                <a:gd name="T78" fmla="*/ 255 w 676"/>
                <a:gd name="T79" fmla="*/ 204 h 831"/>
                <a:gd name="T80" fmla="*/ 250 w 676"/>
                <a:gd name="T81" fmla="*/ 187 h 831"/>
                <a:gd name="T82" fmla="*/ 228 w 676"/>
                <a:gd name="T83" fmla="*/ 173 h 831"/>
                <a:gd name="T84" fmla="*/ 230 w 676"/>
                <a:gd name="T85" fmla="*/ 220 h 831"/>
                <a:gd name="T86" fmla="*/ 255 w 676"/>
                <a:gd name="T87" fmla="*/ 272 h 831"/>
                <a:gd name="T88" fmla="*/ 296 w 676"/>
                <a:gd name="T89" fmla="*/ 304 h 831"/>
                <a:gd name="T90" fmla="*/ 323 w 676"/>
                <a:gd name="T91" fmla="*/ 301 h 831"/>
                <a:gd name="T92" fmla="*/ 317 w 676"/>
                <a:gd name="T93" fmla="*/ 291 h 831"/>
                <a:gd name="T94" fmla="*/ 336 w 676"/>
                <a:gd name="T95" fmla="*/ 292 h 831"/>
                <a:gd name="T96" fmla="*/ 334 w 676"/>
                <a:gd name="T97" fmla="*/ 314 h 831"/>
                <a:gd name="T98" fmla="*/ 301 w 676"/>
                <a:gd name="T99" fmla="*/ 320 h 831"/>
                <a:gd name="T100" fmla="*/ 274 w 676"/>
                <a:gd name="T101" fmla="*/ 307 h 831"/>
                <a:gd name="T102" fmla="*/ 297 w 676"/>
                <a:gd name="T103" fmla="*/ 360 h 83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76"/>
                <a:gd name="T157" fmla="*/ 0 h 831"/>
                <a:gd name="T158" fmla="*/ 676 w 676"/>
                <a:gd name="T159" fmla="*/ 831 h 83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76" h="831">
                  <a:moveTo>
                    <a:pt x="615" y="831"/>
                  </a:moveTo>
                  <a:lnTo>
                    <a:pt x="608" y="827"/>
                  </a:lnTo>
                  <a:lnTo>
                    <a:pt x="602" y="824"/>
                  </a:lnTo>
                  <a:lnTo>
                    <a:pt x="598" y="818"/>
                  </a:lnTo>
                  <a:lnTo>
                    <a:pt x="593" y="811"/>
                  </a:lnTo>
                  <a:lnTo>
                    <a:pt x="588" y="804"/>
                  </a:lnTo>
                  <a:lnTo>
                    <a:pt x="585" y="797"/>
                  </a:lnTo>
                  <a:lnTo>
                    <a:pt x="580" y="790"/>
                  </a:lnTo>
                  <a:lnTo>
                    <a:pt x="577" y="784"/>
                  </a:lnTo>
                  <a:lnTo>
                    <a:pt x="565" y="762"/>
                  </a:lnTo>
                  <a:lnTo>
                    <a:pt x="555" y="739"/>
                  </a:lnTo>
                  <a:lnTo>
                    <a:pt x="546" y="716"/>
                  </a:lnTo>
                  <a:lnTo>
                    <a:pt x="539" y="691"/>
                  </a:lnTo>
                  <a:lnTo>
                    <a:pt x="533" y="666"/>
                  </a:lnTo>
                  <a:lnTo>
                    <a:pt x="527" y="641"/>
                  </a:lnTo>
                  <a:lnTo>
                    <a:pt x="523" y="615"/>
                  </a:lnTo>
                  <a:lnTo>
                    <a:pt x="518" y="590"/>
                  </a:lnTo>
                  <a:lnTo>
                    <a:pt x="505" y="580"/>
                  </a:lnTo>
                  <a:lnTo>
                    <a:pt x="492" y="570"/>
                  </a:lnTo>
                  <a:lnTo>
                    <a:pt x="479" y="560"/>
                  </a:lnTo>
                  <a:lnTo>
                    <a:pt x="466" y="549"/>
                  </a:lnTo>
                  <a:lnTo>
                    <a:pt x="454" y="538"/>
                  </a:lnTo>
                  <a:lnTo>
                    <a:pt x="441" y="527"/>
                  </a:lnTo>
                  <a:lnTo>
                    <a:pt x="431" y="514"/>
                  </a:lnTo>
                  <a:lnTo>
                    <a:pt x="421" y="501"/>
                  </a:lnTo>
                  <a:lnTo>
                    <a:pt x="410" y="501"/>
                  </a:lnTo>
                  <a:lnTo>
                    <a:pt x="396" y="498"/>
                  </a:lnTo>
                  <a:lnTo>
                    <a:pt x="383" y="492"/>
                  </a:lnTo>
                  <a:lnTo>
                    <a:pt x="371" y="485"/>
                  </a:lnTo>
                  <a:lnTo>
                    <a:pt x="360" y="477"/>
                  </a:lnTo>
                  <a:lnTo>
                    <a:pt x="351" y="470"/>
                  </a:lnTo>
                  <a:lnTo>
                    <a:pt x="345" y="464"/>
                  </a:lnTo>
                  <a:lnTo>
                    <a:pt x="343" y="462"/>
                  </a:lnTo>
                  <a:lnTo>
                    <a:pt x="349" y="461"/>
                  </a:lnTo>
                  <a:lnTo>
                    <a:pt x="355" y="462"/>
                  </a:lnTo>
                  <a:lnTo>
                    <a:pt x="359" y="463"/>
                  </a:lnTo>
                  <a:lnTo>
                    <a:pt x="365" y="463"/>
                  </a:lnTo>
                  <a:lnTo>
                    <a:pt x="371" y="464"/>
                  </a:lnTo>
                  <a:lnTo>
                    <a:pt x="378" y="466"/>
                  </a:lnTo>
                  <a:lnTo>
                    <a:pt x="383" y="464"/>
                  </a:lnTo>
                  <a:lnTo>
                    <a:pt x="390" y="462"/>
                  </a:lnTo>
                  <a:lnTo>
                    <a:pt x="406" y="448"/>
                  </a:lnTo>
                  <a:lnTo>
                    <a:pt x="416" y="433"/>
                  </a:lnTo>
                  <a:lnTo>
                    <a:pt x="419" y="416"/>
                  </a:lnTo>
                  <a:lnTo>
                    <a:pt x="424" y="399"/>
                  </a:lnTo>
                  <a:lnTo>
                    <a:pt x="421" y="387"/>
                  </a:lnTo>
                  <a:lnTo>
                    <a:pt x="420" y="376"/>
                  </a:lnTo>
                  <a:lnTo>
                    <a:pt x="417" y="364"/>
                  </a:lnTo>
                  <a:lnTo>
                    <a:pt x="414" y="353"/>
                  </a:lnTo>
                  <a:lnTo>
                    <a:pt x="410" y="342"/>
                  </a:lnTo>
                  <a:lnTo>
                    <a:pt x="404" y="334"/>
                  </a:lnTo>
                  <a:lnTo>
                    <a:pt x="397" y="326"/>
                  </a:lnTo>
                  <a:lnTo>
                    <a:pt x="388" y="320"/>
                  </a:lnTo>
                  <a:lnTo>
                    <a:pt x="371" y="316"/>
                  </a:lnTo>
                  <a:lnTo>
                    <a:pt x="353" y="312"/>
                  </a:lnTo>
                  <a:lnTo>
                    <a:pt x="336" y="309"/>
                  </a:lnTo>
                  <a:lnTo>
                    <a:pt x="319" y="307"/>
                  </a:lnTo>
                  <a:lnTo>
                    <a:pt x="302" y="303"/>
                  </a:lnTo>
                  <a:lnTo>
                    <a:pt x="284" y="300"/>
                  </a:lnTo>
                  <a:lnTo>
                    <a:pt x="268" y="296"/>
                  </a:lnTo>
                  <a:lnTo>
                    <a:pt x="251" y="293"/>
                  </a:lnTo>
                  <a:lnTo>
                    <a:pt x="234" y="288"/>
                  </a:lnTo>
                  <a:lnTo>
                    <a:pt x="218" y="284"/>
                  </a:lnTo>
                  <a:lnTo>
                    <a:pt x="201" y="279"/>
                  </a:lnTo>
                  <a:lnTo>
                    <a:pt x="185" y="272"/>
                  </a:lnTo>
                  <a:lnTo>
                    <a:pt x="169" y="265"/>
                  </a:lnTo>
                  <a:lnTo>
                    <a:pt x="154" y="257"/>
                  </a:lnTo>
                  <a:lnTo>
                    <a:pt x="139" y="248"/>
                  </a:lnTo>
                  <a:lnTo>
                    <a:pt x="125" y="237"/>
                  </a:lnTo>
                  <a:lnTo>
                    <a:pt x="115" y="277"/>
                  </a:lnTo>
                  <a:lnTo>
                    <a:pt x="107" y="317"/>
                  </a:lnTo>
                  <a:lnTo>
                    <a:pt x="100" y="360"/>
                  </a:lnTo>
                  <a:lnTo>
                    <a:pt x="98" y="401"/>
                  </a:lnTo>
                  <a:lnTo>
                    <a:pt x="98" y="445"/>
                  </a:lnTo>
                  <a:lnTo>
                    <a:pt x="102" y="487"/>
                  </a:lnTo>
                  <a:lnTo>
                    <a:pt x="110" y="530"/>
                  </a:lnTo>
                  <a:lnTo>
                    <a:pt x="122" y="573"/>
                  </a:lnTo>
                  <a:lnTo>
                    <a:pt x="133" y="592"/>
                  </a:lnTo>
                  <a:lnTo>
                    <a:pt x="145" y="614"/>
                  </a:lnTo>
                  <a:lnTo>
                    <a:pt x="159" y="635"/>
                  </a:lnTo>
                  <a:lnTo>
                    <a:pt x="173" y="655"/>
                  </a:lnTo>
                  <a:lnTo>
                    <a:pt x="189" y="673"/>
                  </a:lnTo>
                  <a:lnTo>
                    <a:pt x="207" y="689"/>
                  </a:lnTo>
                  <a:lnTo>
                    <a:pt x="227" y="702"/>
                  </a:lnTo>
                  <a:lnTo>
                    <a:pt x="250" y="711"/>
                  </a:lnTo>
                  <a:lnTo>
                    <a:pt x="256" y="711"/>
                  </a:lnTo>
                  <a:lnTo>
                    <a:pt x="262" y="709"/>
                  </a:lnTo>
                  <a:lnTo>
                    <a:pt x="269" y="706"/>
                  </a:lnTo>
                  <a:lnTo>
                    <a:pt x="275" y="704"/>
                  </a:lnTo>
                  <a:lnTo>
                    <a:pt x="281" y="702"/>
                  </a:lnTo>
                  <a:lnTo>
                    <a:pt x="287" y="701"/>
                  </a:lnTo>
                  <a:lnTo>
                    <a:pt x="290" y="703"/>
                  </a:lnTo>
                  <a:lnTo>
                    <a:pt x="294" y="708"/>
                  </a:lnTo>
                  <a:lnTo>
                    <a:pt x="287" y="712"/>
                  </a:lnTo>
                  <a:lnTo>
                    <a:pt x="280" y="716"/>
                  </a:lnTo>
                  <a:lnTo>
                    <a:pt x="273" y="719"/>
                  </a:lnTo>
                  <a:lnTo>
                    <a:pt x="266" y="721"/>
                  </a:lnTo>
                  <a:lnTo>
                    <a:pt x="259" y="723"/>
                  </a:lnTo>
                  <a:lnTo>
                    <a:pt x="251" y="724"/>
                  </a:lnTo>
                  <a:lnTo>
                    <a:pt x="243" y="723"/>
                  </a:lnTo>
                  <a:lnTo>
                    <a:pt x="235" y="720"/>
                  </a:lnTo>
                  <a:lnTo>
                    <a:pt x="212" y="710"/>
                  </a:lnTo>
                  <a:lnTo>
                    <a:pt x="191" y="698"/>
                  </a:lnTo>
                  <a:lnTo>
                    <a:pt x="171" y="686"/>
                  </a:lnTo>
                  <a:lnTo>
                    <a:pt x="153" y="671"/>
                  </a:lnTo>
                  <a:lnTo>
                    <a:pt x="137" y="655"/>
                  </a:lnTo>
                  <a:lnTo>
                    <a:pt x="122" y="637"/>
                  </a:lnTo>
                  <a:lnTo>
                    <a:pt x="108" y="618"/>
                  </a:lnTo>
                  <a:lnTo>
                    <a:pt x="97" y="598"/>
                  </a:lnTo>
                  <a:lnTo>
                    <a:pt x="86" y="577"/>
                  </a:lnTo>
                  <a:lnTo>
                    <a:pt x="77" y="555"/>
                  </a:lnTo>
                  <a:lnTo>
                    <a:pt x="69" y="532"/>
                  </a:lnTo>
                  <a:lnTo>
                    <a:pt x="63" y="509"/>
                  </a:lnTo>
                  <a:lnTo>
                    <a:pt x="59" y="485"/>
                  </a:lnTo>
                  <a:lnTo>
                    <a:pt x="55" y="461"/>
                  </a:lnTo>
                  <a:lnTo>
                    <a:pt x="53" y="437"/>
                  </a:lnTo>
                  <a:lnTo>
                    <a:pt x="53" y="411"/>
                  </a:lnTo>
                  <a:lnTo>
                    <a:pt x="53" y="330"/>
                  </a:lnTo>
                  <a:lnTo>
                    <a:pt x="45" y="330"/>
                  </a:lnTo>
                  <a:lnTo>
                    <a:pt x="38" y="330"/>
                  </a:lnTo>
                  <a:lnTo>
                    <a:pt x="30" y="330"/>
                  </a:lnTo>
                  <a:lnTo>
                    <a:pt x="22" y="328"/>
                  </a:lnTo>
                  <a:lnTo>
                    <a:pt x="15" y="326"/>
                  </a:lnTo>
                  <a:lnTo>
                    <a:pt x="9" y="323"/>
                  </a:lnTo>
                  <a:lnTo>
                    <a:pt x="3" y="319"/>
                  </a:lnTo>
                  <a:lnTo>
                    <a:pt x="0" y="314"/>
                  </a:lnTo>
                  <a:lnTo>
                    <a:pt x="56" y="294"/>
                  </a:lnTo>
                  <a:lnTo>
                    <a:pt x="61" y="269"/>
                  </a:lnTo>
                  <a:lnTo>
                    <a:pt x="65" y="242"/>
                  </a:lnTo>
                  <a:lnTo>
                    <a:pt x="72" y="217"/>
                  </a:lnTo>
                  <a:lnTo>
                    <a:pt x="87" y="196"/>
                  </a:lnTo>
                  <a:lnTo>
                    <a:pt x="78" y="184"/>
                  </a:lnTo>
                  <a:lnTo>
                    <a:pt x="71" y="171"/>
                  </a:lnTo>
                  <a:lnTo>
                    <a:pt x="64" y="156"/>
                  </a:lnTo>
                  <a:lnTo>
                    <a:pt x="60" y="141"/>
                  </a:lnTo>
                  <a:lnTo>
                    <a:pt x="56" y="126"/>
                  </a:lnTo>
                  <a:lnTo>
                    <a:pt x="56" y="110"/>
                  </a:lnTo>
                  <a:lnTo>
                    <a:pt x="57" y="93"/>
                  </a:lnTo>
                  <a:lnTo>
                    <a:pt x="63" y="77"/>
                  </a:lnTo>
                  <a:lnTo>
                    <a:pt x="70" y="65"/>
                  </a:lnTo>
                  <a:lnTo>
                    <a:pt x="77" y="53"/>
                  </a:lnTo>
                  <a:lnTo>
                    <a:pt x="85" y="42"/>
                  </a:lnTo>
                  <a:lnTo>
                    <a:pt x="94" y="31"/>
                  </a:lnTo>
                  <a:lnTo>
                    <a:pt x="103" y="22"/>
                  </a:lnTo>
                  <a:lnTo>
                    <a:pt x="115" y="14"/>
                  </a:lnTo>
                  <a:lnTo>
                    <a:pt x="125" y="7"/>
                  </a:lnTo>
                  <a:lnTo>
                    <a:pt x="138" y="0"/>
                  </a:lnTo>
                  <a:lnTo>
                    <a:pt x="144" y="8"/>
                  </a:lnTo>
                  <a:lnTo>
                    <a:pt x="145" y="15"/>
                  </a:lnTo>
                  <a:lnTo>
                    <a:pt x="142" y="22"/>
                  </a:lnTo>
                  <a:lnTo>
                    <a:pt x="135" y="28"/>
                  </a:lnTo>
                  <a:lnTo>
                    <a:pt x="127" y="34"/>
                  </a:lnTo>
                  <a:lnTo>
                    <a:pt x="120" y="40"/>
                  </a:lnTo>
                  <a:lnTo>
                    <a:pt x="113" y="47"/>
                  </a:lnTo>
                  <a:lnTo>
                    <a:pt x="109" y="55"/>
                  </a:lnTo>
                  <a:lnTo>
                    <a:pt x="102" y="83"/>
                  </a:lnTo>
                  <a:lnTo>
                    <a:pt x="103" y="113"/>
                  </a:lnTo>
                  <a:lnTo>
                    <a:pt x="110" y="141"/>
                  </a:lnTo>
                  <a:lnTo>
                    <a:pt x="122" y="166"/>
                  </a:lnTo>
                  <a:lnTo>
                    <a:pt x="138" y="184"/>
                  </a:lnTo>
                  <a:lnTo>
                    <a:pt x="154" y="201"/>
                  </a:lnTo>
                  <a:lnTo>
                    <a:pt x="173" y="214"/>
                  </a:lnTo>
                  <a:lnTo>
                    <a:pt x="192" y="226"/>
                  </a:lnTo>
                  <a:lnTo>
                    <a:pt x="212" y="235"/>
                  </a:lnTo>
                  <a:lnTo>
                    <a:pt x="232" y="242"/>
                  </a:lnTo>
                  <a:lnTo>
                    <a:pt x="254" y="249"/>
                  </a:lnTo>
                  <a:lnTo>
                    <a:pt x="276" y="255"/>
                  </a:lnTo>
                  <a:lnTo>
                    <a:pt x="298" y="259"/>
                  </a:lnTo>
                  <a:lnTo>
                    <a:pt x="320" y="265"/>
                  </a:lnTo>
                  <a:lnTo>
                    <a:pt x="342" y="271"/>
                  </a:lnTo>
                  <a:lnTo>
                    <a:pt x="364" y="277"/>
                  </a:lnTo>
                  <a:lnTo>
                    <a:pt x="385" y="284"/>
                  </a:lnTo>
                  <a:lnTo>
                    <a:pt x="405" y="293"/>
                  </a:lnTo>
                  <a:lnTo>
                    <a:pt x="425" y="302"/>
                  </a:lnTo>
                  <a:lnTo>
                    <a:pt x="444" y="315"/>
                  </a:lnTo>
                  <a:lnTo>
                    <a:pt x="459" y="317"/>
                  </a:lnTo>
                  <a:lnTo>
                    <a:pt x="474" y="322"/>
                  </a:lnTo>
                  <a:lnTo>
                    <a:pt x="488" y="328"/>
                  </a:lnTo>
                  <a:lnTo>
                    <a:pt x="501" y="337"/>
                  </a:lnTo>
                  <a:lnTo>
                    <a:pt x="512" y="347"/>
                  </a:lnTo>
                  <a:lnTo>
                    <a:pt x="523" y="358"/>
                  </a:lnTo>
                  <a:lnTo>
                    <a:pt x="531" y="370"/>
                  </a:lnTo>
                  <a:lnTo>
                    <a:pt x="539" y="384"/>
                  </a:lnTo>
                  <a:lnTo>
                    <a:pt x="541" y="396"/>
                  </a:lnTo>
                  <a:lnTo>
                    <a:pt x="540" y="410"/>
                  </a:lnTo>
                  <a:lnTo>
                    <a:pt x="534" y="421"/>
                  </a:lnTo>
                  <a:lnTo>
                    <a:pt x="524" y="430"/>
                  </a:lnTo>
                  <a:lnTo>
                    <a:pt x="517" y="430"/>
                  </a:lnTo>
                  <a:lnTo>
                    <a:pt x="510" y="426"/>
                  </a:lnTo>
                  <a:lnTo>
                    <a:pt x="502" y="422"/>
                  </a:lnTo>
                  <a:lnTo>
                    <a:pt x="495" y="417"/>
                  </a:lnTo>
                  <a:lnTo>
                    <a:pt x="488" y="411"/>
                  </a:lnTo>
                  <a:lnTo>
                    <a:pt x="482" y="406"/>
                  </a:lnTo>
                  <a:lnTo>
                    <a:pt x="479" y="402"/>
                  </a:lnTo>
                  <a:lnTo>
                    <a:pt x="478" y="401"/>
                  </a:lnTo>
                  <a:lnTo>
                    <a:pt x="485" y="405"/>
                  </a:lnTo>
                  <a:lnTo>
                    <a:pt x="492" y="409"/>
                  </a:lnTo>
                  <a:lnTo>
                    <a:pt x="497" y="413"/>
                  </a:lnTo>
                  <a:lnTo>
                    <a:pt x="505" y="414"/>
                  </a:lnTo>
                  <a:lnTo>
                    <a:pt x="511" y="409"/>
                  </a:lnTo>
                  <a:lnTo>
                    <a:pt x="515" y="402"/>
                  </a:lnTo>
                  <a:lnTo>
                    <a:pt x="516" y="396"/>
                  </a:lnTo>
                  <a:lnTo>
                    <a:pt x="516" y="388"/>
                  </a:lnTo>
                  <a:lnTo>
                    <a:pt x="508" y="383"/>
                  </a:lnTo>
                  <a:lnTo>
                    <a:pt x="501" y="375"/>
                  </a:lnTo>
                  <a:lnTo>
                    <a:pt x="493" y="368"/>
                  </a:lnTo>
                  <a:lnTo>
                    <a:pt x="484" y="361"/>
                  </a:lnTo>
                  <a:lnTo>
                    <a:pt x="476" y="354"/>
                  </a:lnTo>
                  <a:lnTo>
                    <a:pt x="466" y="349"/>
                  </a:lnTo>
                  <a:lnTo>
                    <a:pt x="456" y="346"/>
                  </a:lnTo>
                  <a:lnTo>
                    <a:pt x="447" y="346"/>
                  </a:lnTo>
                  <a:lnTo>
                    <a:pt x="454" y="368"/>
                  </a:lnTo>
                  <a:lnTo>
                    <a:pt x="457" y="392"/>
                  </a:lnTo>
                  <a:lnTo>
                    <a:pt x="458" y="416"/>
                  </a:lnTo>
                  <a:lnTo>
                    <a:pt x="461" y="440"/>
                  </a:lnTo>
                  <a:lnTo>
                    <a:pt x="463" y="464"/>
                  </a:lnTo>
                  <a:lnTo>
                    <a:pt x="469" y="487"/>
                  </a:lnTo>
                  <a:lnTo>
                    <a:pt x="480" y="509"/>
                  </a:lnTo>
                  <a:lnTo>
                    <a:pt x="496" y="529"/>
                  </a:lnTo>
                  <a:lnTo>
                    <a:pt x="510" y="544"/>
                  </a:lnTo>
                  <a:lnTo>
                    <a:pt x="524" y="560"/>
                  </a:lnTo>
                  <a:lnTo>
                    <a:pt x="539" y="575"/>
                  </a:lnTo>
                  <a:lnTo>
                    <a:pt x="556" y="589"/>
                  </a:lnTo>
                  <a:lnTo>
                    <a:pt x="573" y="600"/>
                  </a:lnTo>
                  <a:lnTo>
                    <a:pt x="592" y="608"/>
                  </a:lnTo>
                  <a:lnTo>
                    <a:pt x="611" y="612"/>
                  </a:lnTo>
                  <a:lnTo>
                    <a:pt x="633" y="611"/>
                  </a:lnTo>
                  <a:lnTo>
                    <a:pt x="637" y="607"/>
                  </a:lnTo>
                  <a:lnTo>
                    <a:pt x="641" y="604"/>
                  </a:lnTo>
                  <a:lnTo>
                    <a:pt x="646" y="602"/>
                  </a:lnTo>
                  <a:lnTo>
                    <a:pt x="649" y="598"/>
                  </a:lnTo>
                  <a:lnTo>
                    <a:pt x="645" y="593"/>
                  </a:lnTo>
                  <a:lnTo>
                    <a:pt x="639" y="591"/>
                  </a:lnTo>
                  <a:lnTo>
                    <a:pt x="634" y="589"/>
                  </a:lnTo>
                  <a:lnTo>
                    <a:pt x="633" y="583"/>
                  </a:lnTo>
                  <a:lnTo>
                    <a:pt x="640" y="578"/>
                  </a:lnTo>
                  <a:lnTo>
                    <a:pt x="647" y="576"/>
                  </a:lnTo>
                  <a:lnTo>
                    <a:pt x="656" y="575"/>
                  </a:lnTo>
                  <a:lnTo>
                    <a:pt x="664" y="577"/>
                  </a:lnTo>
                  <a:lnTo>
                    <a:pt x="671" y="584"/>
                  </a:lnTo>
                  <a:lnTo>
                    <a:pt x="675" y="592"/>
                  </a:lnTo>
                  <a:lnTo>
                    <a:pt x="676" y="600"/>
                  </a:lnTo>
                  <a:lnTo>
                    <a:pt x="675" y="608"/>
                  </a:lnTo>
                  <a:lnTo>
                    <a:pt x="674" y="619"/>
                  </a:lnTo>
                  <a:lnTo>
                    <a:pt x="668" y="628"/>
                  </a:lnTo>
                  <a:lnTo>
                    <a:pt x="657" y="636"/>
                  </a:lnTo>
                  <a:lnTo>
                    <a:pt x="645" y="643"/>
                  </a:lnTo>
                  <a:lnTo>
                    <a:pt x="630" y="644"/>
                  </a:lnTo>
                  <a:lnTo>
                    <a:pt x="616" y="643"/>
                  </a:lnTo>
                  <a:lnTo>
                    <a:pt x="602" y="641"/>
                  </a:lnTo>
                  <a:lnTo>
                    <a:pt x="590" y="637"/>
                  </a:lnTo>
                  <a:lnTo>
                    <a:pt x="577" y="631"/>
                  </a:lnTo>
                  <a:lnTo>
                    <a:pt x="565" y="627"/>
                  </a:lnTo>
                  <a:lnTo>
                    <a:pt x="556" y="620"/>
                  </a:lnTo>
                  <a:lnTo>
                    <a:pt x="547" y="614"/>
                  </a:lnTo>
                  <a:lnTo>
                    <a:pt x="554" y="636"/>
                  </a:lnTo>
                  <a:lnTo>
                    <a:pt x="562" y="658"/>
                  </a:lnTo>
                  <a:lnTo>
                    <a:pt x="571" y="679"/>
                  </a:lnTo>
                  <a:lnTo>
                    <a:pt x="581" y="701"/>
                  </a:lnTo>
                  <a:lnTo>
                    <a:pt x="593" y="721"/>
                  </a:lnTo>
                  <a:lnTo>
                    <a:pt x="605" y="743"/>
                  </a:lnTo>
                  <a:lnTo>
                    <a:pt x="617" y="764"/>
                  </a:lnTo>
                  <a:lnTo>
                    <a:pt x="631" y="784"/>
                  </a:lnTo>
                  <a:lnTo>
                    <a:pt x="615" y="8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3" name="Freeform 129"/>
            <p:cNvSpPr>
              <a:spLocks/>
            </p:cNvSpPr>
            <p:nvPr/>
          </p:nvSpPr>
          <p:spPr bwMode="auto">
            <a:xfrm>
              <a:off x="3350" y="2622"/>
              <a:ext cx="130" cy="250"/>
            </a:xfrm>
            <a:custGeom>
              <a:avLst/>
              <a:gdLst>
                <a:gd name="T0" fmla="*/ 124 w 260"/>
                <a:gd name="T1" fmla="*/ 76 h 501"/>
                <a:gd name="T2" fmla="*/ 130 w 260"/>
                <a:gd name="T3" fmla="*/ 123 h 501"/>
                <a:gd name="T4" fmla="*/ 124 w 260"/>
                <a:gd name="T5" fmla="*/ 169 h 501"/>
                <a:gd name="T6" fmla="*/ 106 w 260"/>
                <a:gd name="T7" fmla="*/ 212 h 501"/>
                <a:gd name="T8" fmla="*/ 87 w 260"/>
                <a:gd name="T9" fmla="*/ 235 h 501"/>
                <a:gd name="T10" fmla="*/ 72 w 260"/>
                <a:gd name="T11" fmla="*/ 243 h 501"/>
                <a:gd name="T12" fmla="*/ 55 w 260"/>
                <a:gd name="T13" fmla="*/ 249 h 501"/>
                <a:gd name="T14" fmla="*/ 43 w 260"/>
                <a:gd name="T15" fmla="*/ 250 h 501"/>
                <a:gd name="T16" fmla="*/ 43 w 260"/>
                <a:gd name="T17" fmla="*/ 246 h 501"/>
                <a:gd name="T18" fmla="*/ 54 w 260"/>
                <a:gd name="T19" fmla="*/ 237 h 501"/>
                <a:gd name="T20" fmla="*/ 70 w 260"/>
                <a:gd name="T21" fmla="*/ 226 h 501"/>
                <a:gd name="T22" fmla="*/ 83 w 260"/>
                <a:gd name="T23" fmla="*/ 215 h 501"/>
                <a:gd name="T24" fmla="*/ 94 w 260"/>
                <a:gd name="T25" fmla="*/ 194 h 501"/>
                <a:gd name="T26" fmla="*/ 102 w 260"/>
                <a:gd name="T27" fmla="*/ 159 h 501"/>
                <a:gd name="T28" fmla="*/ 106 w 260"/>
                <a:gd name="T29" fmla="*/ 123 h 501"/>
                <a:gd name="T30" fmla="*/ 103 w 260"/>
                <a:gd name="T31" fmla="*/ 87 h 501"/>
                <a:gd name="T32" fmla="*/ 98 w 260"/>
                <a:gd name="T33" fmla="*/ 65 h 501"/>
                <a:gd name="T34" fmla="*/ 95 w 260"/>
                <a:gd name="T35" fmla="*/ 55 h 501"/>
                <a:gd name="T36" fmla="*/ 90 w 260"/>
                <a:gd name="T37" fmla="*/ 46 h 501"/>
                <a:gd name="T38" fmla="*/ 84 w 260"/>
                <a:gd name="T39" fmla="*/ 39 h 501"/>
                <a:gd name="T40" fmla="*/ 70 w 260"/>
                <a:gd name="T41" fmla="*/ 26 h 501"/>
                <a:gd name="T42" fmla="*/ 43 w 260"/>
                <a:gd name="T43" fmla="*/ 16 h 501"/>
                <a:gd name="T44" fmla="*/ 18 w 260"/>
                <a:gd name="T45" fmla="*/ 12 h 501"/>
                <a:gd name="T46" fmla="*/ 2 w 260"/>
                <a:gd name="T47" fmla="*/ 12 h 501"/>
                <a:gd name="T48" fmla="*/ 8 w 260"/>
                <a:gd name="T49" fmla="*/ 6 h 501"/>
                <a:gd name="T50" fmla="*/ 26 w 260"/>
                <a:gd name="T51" fmla="*/ 0 h 501"/>
                <a:gd name="T52" fmla="*/ 46 w 260"/>
                <a:gd name="T53" fmla="*/ 1 h 501"/>
                <a:gd name="T54" fmla="*/ 65 w 260"/>
                <a:gd name="T55" fmla="*/ 6 h 501"/>
                <a:gd name="T56" fmla="*/ 80 w 260"/>
                <a:gd name="T57" fmla="*/ 14 h 501"/>
                <a:gd name="T58" fmla="*/ 92 w 260"/>
                <a:gd name="T59" fmla="*/ 23 h 501"/>
                <a:gd name="T60" fmla="*/ 103 w 260"/>
                <a:gd name="T61" fmla="*/ 36 h 501"/>
                <a:gd name="T62" fmla="*/ 112 w 260"/>
                <a:gd name="T63" fmla="*/ 48 h 5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0"/>
                <a:gd name="T97" fmla="*/ 0 h 501"/>
                <a:gd name="T98" fmla="*/ 260 w 260"/>
                <a:gd name="T99" fmla="*/ 501 h 50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0" h="501">
                  <a:moveTo>
                    <a:pt x="232" y="111"/>
                  </a:moveTo>
                  <a:lnTo>
                    <a:pt x="248" y="153"/>
                  </a:lnTo>
                  <a:lnTo>
                    <a:pt x="257" y="198"/>
                  </a:lnTo>
                  <a:lnTo>
                    <a:pt x="260" y="246"/>
                  </a:lnTo>
                  <a:lnTo>
                    <a:pt x="258" y="293"/>
                  </a:lnTo>
                  <a:lnTo>
                    <a:pt x="249" y="339"/>
                  </a:lnTo>
                  <a:lnTo>
                    <a:pt x="234" y="384"/>
                  </a:lnTo>
                  <a:lnTo>
                    <a:pt x="213" y="424"/>
                  </a:lnTo>
                  <a:lnTo>
                    <a:pt x="186" y="461"/>
                  </a:lnTo>
                  <a:lnTo>
                    <a:pt x="175" y="470"/>
                  </a:lnTo>
                  <a:lnTo>
                    <a:pt x="160" y="478"/>
                  </a:lnTo>
                  <a:lnTo>
                    <a:pt x="144" y="486"/>
                  </a:lnTo>
                  <a:lnTo>
                    <a:pt x="127" y="493"/>
                  </a:lnTo>
                  <a:lnTo>
                    <a:pt x="111" y="498"/>
                  </a:lnTo>
                  <a:lnTo>
                    <a:pt x="97" y="501"/>
                  </a:lnTo>
                  <a:lnTo>
                    <a:pt x="87" y="501"/>
                  </a:lnTo>
                  <a:lnTo>
                    <a:pt x="82" y="499"/>
                  </a:lnTo>
                  <a:lnTo>
                    <a:pt x="87" y="493"/>
                  </a:lnTo>
                  <a:lnTo>
                    <a:pt x="96" y="485"/>
                  </a:lnTo>
                  <a:lnTo>
                    <a:pt x="108" y="475"/>
                  </a:lnTo>
                  <a:lnTo>
                    <a:pt x="123" y="464"/>
                  </a:lnTo>
                  <a:lnTo>
                    <a:pt x="140" y="453"/>
                  </a:lnTo>
                  <a:lnTo>
                    <a:pt x="154" y="441"/>
                  </a:lnTo>
                  <a:lnTo>
                    <a:pt x="167" y="430"/>
                  </a:lnTo>
                  <a:lnTo>
                    <a:pt x="175" y="421"/>
                  </a:lnTo>
                  <a:lnTo>
                    <a:pt x="188" y="388"/>
                  </a:lnTo>
                  <a:lnTo>
                    <a:pt x="198" y="355"/>
                  </a:lnTo>
                  <a:lnTo>
                    <a:pt x="205" y="319"/>
                  </a:lnTo>
                  <a:lnTo>
                    <a:pt x="210" y="284"/>
                  </a:lnTo>
                  <a:lnTo>
                    <a:pt x="212" y="247"/>
                  </a:lnTo>
                  <a:lnTo>
                    <a:pt x="210" y="210"/>
                  </a:lnTo>
                  <a:lnTo>
                    <a:pt x="206" y="174"/>
                  </a:lnTo>
                  <a:lnTo>
                    <a:pt x="198" y="140"/>
                  </a:lnTo>
                  <a:lnTo>
                    <a:pt x="196" y="130"/>
                  </a:lnTo>
                  <a:lnTo>
                    <a:pt x="194" y="120"/>
                  </a:lnTo>
                  <a:lnTo>
                    <a:pt x="190" y="111"/>
                  </a:lnTo>
                  <a:lnTo>
                    <a:pt x="186" y="103"/>
                  </a:lnTo>
                  <a:lnTo>
                    <a:pt x="181" y="93"/>
                  </a:lnTo>
                  <a:lnTo>
                    <a:pt x="175" y="85"/>
                  </a:lnTo>
                  <a:lnTo>
                    <a:pt x="169" y="78"/>
                  </a:lnTo>
                  <a:lnTo>
                    <a:pt x="163" y="70"/>
                  </a:lnTo>
                  <a:lnTo>
                    <a:pt x="140" y="53"/>
                  </a:lnTo>
                  <a:lnTo>
                    <a:pt x="114" y="40"/>
                  </a:lnTo>
                  <a:lnTo>
                    <a:pt x="87" y="32"/>
                  </a:lnTo>
                  <a:lnTo>
                    <a:pt x="61" y="27"/>
                  </a:lnTo>
                  <a:lnTo>
                    <a:pt x="37" y="24"/>
                  </a:lnTo>
                  <a:lnTo>
                    <a:pt x="17" y="24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16" y="13"/>
                  </a:lnTo>
                  <a:lnTo>
                    <a:pt x="34" y="6"/>
                  </a:lnTo>
                  <a:lnTo>
                    <a:pt x="53" y="1"/>
                  </a:lnTo>
                  <a:lnTo>
                    <a:pt x="73" y="0"/>
                  </a:lnTo>
                  <a:lnTo>
                    <a:pt x="92" y="2"/>
                  </a:lnTo>
                  <a:lnTo>
                    <a:pt x="112" y="6"/>
                  </a:lnTo>
                  <a:lnTo>
                    <a:pt x="130" y="12"/>
                  </a:lnTo>
                  <a:lnTo>
                    <a:pt x="148" y="19"/>
                  </a:lnTo>
                  <a:lnTo>
                    <a:pt x="160" y="28"/>
                  </a:lnTo>
                  <a:lnTo>
                    <a:pt x="173" y="37"/>
                  </a:lnTo>
                  <a:lnTo>
                    <a:pt x="184" y="47"/>
                  </a:lnTo>
                  <a:lnTo>
                    <a:pt x="196" y="59"/>
                  </a:lnTo>
                  <a:lnTo>
                    <a:pt x="206" y="72"/>
                  </a:lnTo>
                  <a:lnTo>
                    <a:pt x="216" y="84"/>
                  </a:lnTo>
                  <a:lnTo>
                    <a:pt x="225" y="97"/>
                  </a:lnTo>
                  <a:lnTo>
                    <a:pt x="232" y="1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4" name="Freeform 130"/>
            <p:cNvSpPr>
              <a:spLocks/>
            </p:cNvSpPr>
            <p:nvPr/>
          </p:nvSpPr>
          <p:spPr bwMode="auto">
            <a:xfrm>
              <a:off x="2585" y="2651"/>
              <a:ext cx="321" cy="350"/>
            </a:xfrm>
            <a:custGeom>
              <a:avLst/>
              <a:gdLst>
                <a:gd name="T0" fmla="*/ 321 w 641"/>
                <a:gd name="T1" fmla="*/ 2 h 699"/>
                <a:gd name="T2" fmla="*/ 321 w 641"/>
                <a:gd name="T3" fmla="*/ 54 h 699"/>
                <a:gd name="T4" fmla="*/ 321 w 641"/>
                <a:gd name="T5" fmla="*/ 167 h 699"/>
                <a:gd name="T6" fmla="*/ 319 w 641"/>
                <a:gd name="T7" fmla="*/ 282 h 699"/>
                <a:gd name="T8" fmla="*/ 315 w 641"/>
                <a:gd name="T9" fmla="*/ 334 h 699"/>
                <a:gd name="T10" fmla="*/ 312 w 641"/>
                <a:gd name="T11" fmla="*/ 334 h 699"/>
                <a:gd name="T12" fmla="*/ 304 w 641"/>
                <a:gd name="T13" fmla="*/ 335 h 699"/>
                <a:gd name="T14" fmla="*/ 292 w 641"/>
                <a:gd name="T15" fmla="*/ 336 h 699"/>
                <a:gd name="T16" fmla="*/ 275 w 641"/>
                <a:gd name="T17" fmla="*/ 337 h 699"/>
                <a:gd name="T18" fmla="*/ 256 w 641"/>
                <a:gd name="T19" fmla="*/ 338 h 699"/>
                <a:gd name="T20" fmla="*/ 233 w 641"/>
                <a:gd name="T21" fmla="*/ 339 h 699"/>
                <a:gd name="T22" fmla="*/ 210 w 641"/>
                <a:gd name="T23" fmla="*/ 341 h 699"/>
                <a:gd name="T24" fmla="*/ 184 w 641"/>
                <a:gd name="T25" fmla="*/ 342 h 699"/>
                <a:gd name="T26" fmla="*/ 159 w 641"/>
                <a:gd name="T27" fmla="*/ 344 h 699"/>
                <a:gd name="T28" fmla="*/ 133 w 641"/>
                <a:gd name="T29" fmla="*/ 345 h 699"/>
                <a:gd name="T30" fmla="*/ 108 w 641"/>
                <a:gd name="T31" fmla="*/ 347 h 699"/>
                <a:gd name="T32" fmla="*/ 85 w 641"/>
                <a:gd name="T33" fmla="*/ 348 h 699"/>
                <a:gd name="T34" fmla="*/ 64 w 641"/>
                <a:gd name="T35" fmla="*/ 349 h 699"/>
                <a:gd name="T36" fmla="*/ 44 w 641"/>
                <a:gd name="T37" fmla="*/ 349 h 699"/>
                <a:gd name="T38" fmla="*/ 29 w 641"/>
                <a:gd name="T39" fmla="*/ 350 h 699"/>
                <a:gd name="T40" fmla="*/ 17 w 641"/>
                <a:gd name="T41" fmla="*/ 350 h 699"/>
                <a:gd name="T42" fmla="*/ 0 w 641"/>
                <a:gd name="T43" fmla="*/ 0 h 699"/>
                <a:gd name="T44" fmla="*/ 321 w 641"/>
                <a:gd name="T45" fmla="*/ 2 h 69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41"/>
                <a:gd name="T70" fmla="*/ 0 h 699"/>
                <a:gd name="T71" fmla="*/ 641 w 641"/>
                <a:gd name="T72" fmla="*/ 699 h 69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41" h="699">
                  <a:moveTo>
                    <a:pt x="641" y="3"/>
                  </a:moveTo>
                  <a:lnTo>
                    <a:pt x="641" y="107"/>
                  </a:lnTo>
                  <a:lnTo>
                    <a:pt x="641" y="334"/>
                  </a:lnTo>
                  <a:lnTo>
                    <a:pt x="638" y="563"/>
                  </a:lnTo>
                  <a:lnTo>
                    <a:pt x="629" y="668"/>
                  </a:lnTo>
                  <a:lnTo>
                    <a:pt x="623" y="668"/>
                  </a:lnTo>
                  <a:lnTo>
                    <a:pt x="607" y="669"/>
                  </a:lnTo>
                  <a:lnTo>
                    <a:pt x="583" y="672"/>
                  </a:lnTo>
                  <a:lnTo>
                    <a:pt x="549" y="673"/>
                  </a:lnTo>
                  <a:lnTo>
                    <a:pt x="511" y="676"/>
                  </a:lnTo>
                  <a:lnTo>
                    <a:pt x="466" y="678"/>
                  </a:lnTo>
                  <a:lnTo>
                    <a:pt x="419" y="682"/>
                  </a:lnTo>
                  <a:lnTo>
                    <a:pt x="368" y="684"/>
                  </a:lnTo>
                  <a:lnTo>
                    <a:pt x="318" y="688"/>
                  </a:lnTo>
                  <a:lnTo>
                    <a:pt x="266" y="690"/>
                  </a:lnTo>
                  <a:lnTo>
                    <a:pt x="216" y="693"/>
                  </a:lnTo>
                  <a:lnTo>
                    <a:pt x="169" y="696"/>
                  </a:lnTo>
                  <a:lnTo>
                    <a:pt x="127" y="697"/>
                  </a:lnTo>
                  <a:lnTo>
                    <a:pt x="88" y="698"/>
                  </a:lnTo>
                  <a:lnTo>
                    <a:pt x="57" y="699"/>
                  </a:lnTo>
                  <a:lnTo>
                    <a:pt x="34" y="699"/>
                  </a:lnTo>
                  <a:lnTo>
                    <a:pt x="0" y="0"/>
                  </a:lnTo>
                  <a:lnTo>
                    <a:pt x="641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5" name="Freeform 131"/>
            <p:cNvSpPr>
              <a:spLocks/>
            </p:cNvSpPr>
            <p:nvPr/>
          </p:nvSpPr>
          <p:spPr bwMode="auto">
            <a:xfrm>
              <a:off x="3295" y="2647"/>
              <a:ext cx="117" cy="218"/>
            </a:xfrm>
            <a:custGeom>
              <a:avLst/>
              <a:gdLst>
                <a:gd name="T0" fmla="*/ 69 w 233"/>
                <a:gd name="T1" fmla="*/ 90 h 434"/>
                <a:gd name="T2" fmla="*/ 61 w 233"/>
                <a:gd name="T3" fmla="*/ 114 h 434"/>
                <a:gd name="T4" fmla="*/ 46 w 233"/>
                <a:gd name="T5" fmla="*/ 134 h 434"/>
                <a:gd name="T6" fmla="*/ 37 w 233"/>
                <a:gd name="T7" fmla="*/ 138 h 434"/>
                <a:gd name="T8" fmla="*/ 26 w 233"/>
                <a:gd name="T9" fmla="*/ 138 h 434"/>
                <a:gd name="T10" fmla="*/ 18 w 233"/>
                <a:gd name="T11" fmla="*/ 140 h 434"/>
                <a:gd name="T12" fmla="*/ 26 w 233"/>
                <a:gd name="T13" fmla="*/ 146 h 434"/>
                <a:gd name="T14" fmla="*/ 36 w 233"/>
                <a:gd name="T15" fmla="*/ 150 h 434"/>
                <a:gd name="T16" fmla="*/ 49 w 233"/>
                <a:gd name="T17" fmla="*/ 149 h 434"/>
                <a:gd name="T18" fmla="*/ 64 w 233"/>
                <a:gd name="T19" fmla="*/ 148 h 434"/>
                <a:gd name="T20" fmla="*/ 73 w 233"/>
                <a:gd name="T21" fmla="*/ 151 h 434"/>
                <a:gd name="T22" fmla="*/ 70 w 233"/>
                <a:gd name="T23" fmla="*/ 172 h 434"/>
                <a:gd name="T24" fmla="*/ 56 w 233"/>
                <a:gd name="T25" fmla="*/ 190 h 434"/>
                <a:gd name="T26" fmla="*/ 50 w 233"/>
                <a:gd name="T27" fmla="*/ 201 h 434"/>
                <a:gd name="T28" fmla="*/ 65 w 233"/>
                <a:gd name="T29" fmla="*/ 201 h 434"/>
                <a:gd name="T30" fmla="*/ 79 w 233"/>
                <a:gd name="T31" fmla="*/ 195 h 434"/>
                <a:gd name="T32" fmla="*/ 90 w 233"/>
                <a:gd name="T33" fmla="*/ 187 h 434"/>
                <a:gd name="T34" fmla="*/ 100 w 233"/>
                <a:gd name="T35" fmla="*/ 175 h 434"/>
                <a:gd name="T36" fmla="*/ 112 w 233"/>
                <a:gd name="T37" fmla="*/ 165 h 434"/>
                <a:gd name="T38" fmla="*/ 117 w 233"/>
                <a:gd name="T39" fmla="*/ 180 h 434"/>
                <a:gd name="T40" fmla="*/ 104 w 233"/>
                <a:gd name="T41" fmla="*/ 199 h 434"/>
                <a:gd name="T42" fmla="*/ 81 w 233"/>
                <a:gd name="T43" fmla="*/ 212 h 434"/>
                <a:gd name="T44" fmla="*/ 55 w 233"/>
                <a:gd name="T45" fmla="*/ 218 h 434"/>
                <a:gd name="T46" fmla="*/ 43 w 233"/>
                <a:gd name="T47" fmla="*/ 213 h 434"/>
                <a:gd name="T48" fmla="*/ 30 w 233"/>
                <a:gd name="T49" fmla="*/ 206 h 434"/>
                <a:gd name="T50" fmla="*/ 24 w 233"/>
                <a:gd name="T51" fmla="*/ 197 h 434"/>
                <a:gd name="T52" fmla="*/ 31 w 233"/>
                <a:gd name="T53" fmla="*/ 194 h 434"/>
                <a:gd name="T54" fmla="*/ 39 w 233"/>
                <a:gd name="T55" fmla="*/ 193 h 434"/>
                <a:gd name="T56" fmla="*/ 52 w 233"/>
                <a:gd name="T57" fmla="*/ 180 h 434"/>
                <a:gd name="T58" fmla="*/ 52 w 233"/>
                <a:gd name="T59" fmla="*/ 168 h 434"/>
                <a:gd name="T60" fmla="*/ 34 w 233"/>
                <a:gd name="T61" fmla="*/ 165 h 434"/>
                <a:gd name="T62" fmla="*/ 17 w 233"/>
                <a:gd name="T63" fmla="*/ 156 h 434"/>
                <a:gd name="T64" fmla="*/ 1 w 233"/>
                <a:gd name="T65" fmla="*/ 131 h 434"/>
                <a:gd name="T66" fmla="*/ 7 w 233"/>
                <a:gd name="T67" fmla="*/ 110 h 434"/>
                <a:gd name="T68" fmla="*/ 11 w 233"/>
                <a:gd name="T69" fmla="*/ 120 h 434"/>
                <a:gd name="T70" fmla="*/ 17 w 233"/>
                <a:gd name="T71" fmla="*/ 129 h 434"/>
                <a:gd name="T72" fmla="*/ 27 w 233"/>
                <a:gd name="T73" fmla="*/ 129 h 434"/>
                <a:gd name="T74" fmla="*/ 34 w 233"/>
                <a:gd name="T75" fmla="*/ 129 h 434"/>
                <a:gd name="T76" fmla="*/ 41 w 233"/>
                <a:gd name="T77" fmla="*/ 125 h 434"/>
                <a:gd name="T78" fmla="*/ 44 w 233"/>
                <a:gd name="T79" fmla="*/ 75 h 434"/>
                <a:gd name="T80" fmla="*/ 33 w 233"/>
                <a:gd name="T81" fmla="*/ 26 h 434"/>
                <a:gd name="T82" fmla="*/ 59 w 233"/>
                <a:gd name="T83" fmla="*/ 8 h 434"/>
                <a:gd name="T84" fmla="*/ 67 w 233"/>
                <a:gd name="T85" fmla="*/ 74 h 4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3"/>
                <a:gd name="T130" fmla="*/ 0 h 434"/>
                <a:gd name="T131" fmla="*/ 233 w 233"/>
                <a:gd name="T132" fmla="*/ 434 h 43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3" h="434">
                  <a:moveTo>
                    <a:pt x="133" y="147"/>
                  </a:moveTo>
                  <a:lnTo>
                    <a:pt x="137" y="164"/>
                  </a:lnTo>
                  <a:lnTo>
                    <a:pt x="137" y="180"/>
                  </a:lnTo>
                  <a:lnTo>
                    <a:pt x="135" y="196"/>
                  </a:lnTo>
                  <a:lnTo>
                    <a:pt x="130" y="211"/>
                  </a:lnTo>
                  <a:lnTo>
                    <a:pt x="122" y="226"/>
                  </a:lnTo>
                  <a:lnTo>
                    <a:pt x="114" y="240"/>
                  </a:lnTo>
                  <a:lnTo>
                    <a:pt x="104" y="253"/>
                  </a:lnTo>
                  <a:lnTo>
                    <a:pt x="92" y="266"/>
                  </a:lnTo>
                  <a:lnTo>
                    <a:pt x="86" y="270"/>
                  </a:lnTo>
                  <a:lnTo>
                    <a:pt x="79" y="272"/>
                  </a:lnTo>
                  <a:lnTo>
                    <a:pt x="74" y="274"/>
                  </a:lnTo>
                  <a:lnTo>
                    <a:pt x="67" y="275"/>
                  </a:lnTo>
                  <a:lnTo>
                    <a:pt x="60" y="275"/>
                  </a:lnTo>
                  <a:lnTo>
                    <a:pt x="52" y="275"/>
                  </a:lnTo>
                  <a:lnTo>
                    <a:pt x="41" y="275"/>
                  </a:lnTo>
                  <a:lnTo>
                    <a:pt x="31" y="273"/>
                  </a:lnTo>
                  <a:lnTo>
                    <a:pt x="36" y="279"/>
                  </a:lnTo>
                  <a:lnTo>
                    <a:pt x="40" y="283"/>
                  </a:lnTo>
                  <a:lnTo>
                    <a:pt x="46" y="288"/>
                  </a:lnTo>
                  <a:lnTo>
                    <a:pt x="52" y="291"/>
                  </a:lnTo>
                  <a:lnTo>
                    <a:pt x="59" y="295"/>
                  </a:lnTo>
                  <a:lnTo>
                    <a:pt x="66" y="297"/>
                  </a:lnTo>
                  <a:lnTo>
                    <a:pt x="72" y="298"/>
                  </a:lnTo>
                  <a:lnTo>
                    <a:pt x="79" y="300"/>
                  </a:lnTo>
                  <a:lnTo>
                    <a:pt x="87" y="298"/>
                  </a:lnTo>
                  <a:lnTo>
                    <a:pt x="97" y="296"/>
                  </a:lnTo>
                  <a:lnTo>
                    <a:pt x="107" y="295"/>
                  </a:lnTo>
                  <a:lnTo>
                    <a:pt x="117" y="295"/>
                  </a:lnTo>
                  <a:lnTo>
                    <a:pt x="128" y="295"/>
                  </a:lnTo>
                  <a:lnTo>
                    <a:pt x="136" y="295"/>
                  </a:lnTo>
                  <a:lnTo>
                    <a:pt x="143" y="297"/>
                  </a:lnTo>
                  <a:lnTo>
                    <a:pt x="146" y="300"/>
                  </a:lnTo>
                  <a:lnTo>
                    <a:pt x="146" y="316"/>
                  </a:lnTo>
                  <a:lnTo>
                    <a:pt x="144" y="329"/>
                  </a:lnTo>
                  <a:lnTo>
                    <a:pt x="139" y="343"/>
                  </a:lnTo>
                  <a:lnTo>
                    <a:pt x="131" y="356"/>
                  </a:lnTo>
                  <a:lnTo>
                    <a:pt x="122" y="369"/>
                  </a:lnTo>
                  <a:lnTo>
                    <a:pt x="112" y="379"/>
                  </a:lnTo>
                  <a:lnTo>
                    <a:pt x="101" y="388"/>
                  </a:lnTo>
                  <a:lnTo>
                    <a:pt x="90" y="396"/>
                  </a:lnTo>
                  <a:lnTo>
                    <a:pt x="99" y="400"/>
                  </a:lnTo>
                  <a:lnTo>
                    <a:pt x="109" y="401"/>
                  </a:lnTo>
                  <a:lnTo>
                    <a:pt x="120" y="401"/>
                  </a:lnTo>
                  <a:lnTo>
                    <a:pt x="129" y="400"/>
                  </a:lnTo>
                  <a:lnTo>
                    <a:pt x="139" y="397"/>
                  </a:lnTo>
                  <a:lnTo>
                    <a:pt x="148" y="394"/>
                  </a:lnTo>
                  <a:lnTo>
                    <a:pt x="158" y="389"/>
                  </a:lnTo>
                  <a:lnTo>
                    <a:pt x="166" y="385"/>
                  </a:lnTo>
                  <a:lnTo>
                    <a:pt x="174" y="379"/>
                  </a:lnTo>
                  <a:lnTo>
                    <a:pt x="180" y="372"/>
                  </a:lnTo>
                  <a:lnTo>
                    <a:pt x="186" y="364"/>
                  </a:lnTo>
                  <a:lnTo>
                    <a:pt x="192" y="356"/>
                  </a:lnTo>
                  <a:lnTo>
                    <a:pt x="199" y="348"/>
                  </a:lnTo>
                  <a:lnTo>
                    <a:pt x="206" y="340"/>
                  </a:lnTo>
                  <a:lnTo>
                    <a:pt x="214" y="334"/>
                  </a:lnTo>
                  <a:lnTo>
                    <a:pt x="224" y="329"/>
                  </a:lnTo>
                  <a:lnTo>
                    <a:pt x="229" y="339"/>
                  </a:lnTo>
                  <a:lnTo>
                    <a:pt x="233" y="349"/>
                  </a:lnTo>
                  <a:lnTo>
                    <a:pt x="233" y="358"/>
                  </a:lnTo>
                  <a:lnTo>
                    <a:pt x="230" y="369"/>
                  </a:lnTo>
                  <a:lnTo>
                    <a:pt x="220" y="385"/>
                  </a:lnTo>
                  <a:lnTo>
                    <a:pt x="207" y="397"/>
                  </a:lnTo>
                  <a:lnTo>
                    <a:pt x="193" y="408"/>
                  </a:lnTo>
                  <a:lnTo>
                    <a:pt x="178" y="416"/>
                  </a:lnTo>
                  <a:lnTo>
                    <a:pt x="161" y="423"/>
                  </a:lnTo>
                  <a:lnTo>
                    <a:pt x="144" y="427"/>
                  </a:lnTo>
                  <a:lnTo>
                    <a:pt x="127" y="431"/>
                  </a:lnTo>
                  <a:lnTo>
                    <a:pt x="109" y="434"/>
                  </a:lnTo>
                  <a:lnTo>
                    <a:pt x="101" y="431"/>
                  </a:lnTo>
                  <a:lnTo>
                    <a:pt x="93" y="427"/>
                  </a:lnTo>
                  <a:lnTo>
                    <a:pt x="85" y="424"/>
                  </a:lnTo>
                  <a:lnTo>
                    <a:pt x="76" y="420"/>
                  </a:lnTo>
                  <a:lnTo>
                    <a:pt x="68" y="417"/>
                  </a:lnTo>
                  <a:lnTo>
                    <a:pt x="60" y="411"/>
                  </a:lnTo>
                  <a:lnTo>
                    <a:pt x="53" y="406"/>
                  </a:lnTo>
                  <a:lnTo>
                    <a:pt x="46" y="397"/>
                  </a:lnTo>
                  <a:lnTo>
                    <a:pt x="48" y="393"/>
                  </a:lnTo>
                  <a:lnTo>
                    <a:pt x="52" y="391"/>
                  </a:lnTo>
                  <a:lnTo>
                    <a:pt x="56" y="388"/>
                  </a:lnTo>
                  <a:lnTo>
                    <a:pt x="61" y="387"/>
                  </a:lnTo>
                  <a:lnTo>
                    <a:pt x="67" y="386"/>
                  </a:lnTo>
                  <a:lnTo>
                    <a:pt x="72" y="385"/>
                  </a:lnTo>
                  <a:lnTo>
                    <a:pt x="77" y="384"/>
                  </a:lnTo>
                  <a:lnTo>
                    <a:pt x="82" y="381"/>
                  </a:lnTo>
                  <a:lnTo>
                    <a:pt x="93" y="370"/>
                  </a:lnTo>
                  <a:lnTo>
                    <a:pt x="104" y="358"/>
                  </a:lnTo>
                  <a:lnTo>
                    <a:pt x="112" y="346"/>
                  </a:lnTo>
                  <a:lnTo>
                    <a:pt x="115" y="332"/>
                  </a:lnTo>
                  <a:lnTo>
                    <a:pt x="104" y="335"/>
                  </a:lnTo>
                  <a:lnTo>
                    <a:pt x="91" y="335"/>
                  </a:lnTo>
                  <a:lnTo>
                    <a:pt x="79" y="334"/>
                  </a:lnTo>
                  <a:lnTo>
                    <a:pt x="68" y="329"/>
                  </a:lnTo>
                  <a:lnTo>
                    <a:pt x="56" y="325"/>
                  </a:lnTo>
                  <a:lnTo>
                    <a:pt x="45" y="318"/>
                  </a:lnTo>
                  <a:lnTo>
                    <a:pt x="34" y="310"/>
                  </a:lnTo>
                  <a:lnTo>
                    <a:pt x="24" y="301"/>
                  </a:lnTo>
                  <a:lnTo>
                    <a:pt x="10" y="282"/>
                  </a:lnTo>
                  <a:lnTo>
                    <a:pt x="2" y="260"/>
                  </a:lnTo>
                  <a:lnTo>
                    <a:pt x="0" y="237"/>
                  </a:lnTo>
                  <a:lnTo>
                    <a:pt x="6" y="215"/>
                  </a:lnTo>
                  <a:lnTo>
                    <a:pt x="13" y="218"/>
                  </a:lnTo>
                  <a:lnTo>
                    <a:pt x="16" y="223"/>
                  </a:lnTo>
                  <a:lnTo>
                    <a:pt x="18" y="230"/>
                  </a:lnTo>
                  <a:lnTo>
                    <a:pt x="21" y="238"/>
                  </a:lnTo>
                  <a:lnTo>
                    <a:pt x="23" y="245"/>
                  </a:lnTo>
                  <a:lnTo>
                    <a:pt x="28" y="252"/>
                  </a:lnTo>
                  <a:lnTo>
                    <a:pt x="33" y="256"/>
                  </a:lnTo>
                  <a:lnTo>
                    <a:pt x="44" y="257"/>
                  </a:lnTo>
                  <a:lnTo>
                    <a:pt x="48" y="257"/>
                  </a:lnTo>
                  <a:lnTo>
                    <a:pt x="53" y="257"/>
                  </a:lnTo>
                  <a:lnTo>
                    <a:pt x="57" y="257"/>
                  </a:lnTo>
                  <a:lnTo>
                    <a:pt x="63" y="257"/>
                  </a:lnTo>
                  <a:lnTo>
                    <a:pt x="68" y="256"/>
                  </a:lnTo>
                  <a:lnTo>
                    <a:pt x="74" y="253"/>
                  </a:lnTo>
                  <a:lnTo>
                    <a:pt x="78" y="251"/>
                  </a:lnTo>
                  <a:lnTo>
                    <a:pt x="82" y="248"/>
                  </a:lnTo>
                  <a:lnTo>
                    <a:pt x="97" y="215"/>
                  </a:lnTo>
                  <a:lnTo>
                    <a:pt x="97" y="182"/>
                  </a:lnTo>
                  <a:lnTo>
                    <a:pt x="87" y="149"/>
                  </a:lnTo>
                  <a:lnTo>
                    <a:pt x="75" y="114"/>
                  </a:lnTo>
                  <a:lnTo>
                    <a:pt x="66" y="82"/>
                  </a:lnTo>
                  <a:lnTo>
                    <a:pt x="66" y="51"/>
                  </a:lnTo>
                  <a:lnTo>
                    <a:pt x="79" y="23"/>
                  </a:lnTo>
                  <a:lnTo>
                    <a:pt x="115" y="0"/>
                  </a:lnTo>
                  <a:lnTo>
                    <a:pt x="117" y="16"/>
                  </a:lnTo>
                  <a:lnTo>
                    <a:pt x="122" y="56"/>
                  </a:lnTo>
                  <a:lnTo>
                    <a:pt x="128" y="105"/>
                  </a:lnTo>
                  <a:lnTo>
                    <a:pt x="133" y="1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6" name="Freeform 132"/>
            <p:cNvSpPr>
              <a:spLocks/>
            </p:cNvSpPr>
            <p:nvPr/>
          </p:nvSpPr>
          <p:spPr bwMode="auto">
            <a:xfrm>
              <a:off x="2603" y="2661"/>
              <a:ext cx="289" cy="328"/>
            </a:xfrm>
            <a:custGeom>
              <a:avLst/>
              <a:gdLst>
                <a:gd name="T0" fmla="*/ 284 w 578"/>
                <a:gd name="T1" fmla="*/ 312 h 654"/>
                <a:gd name="T2" fmla="*/ 273 w 578"/>
                <a:gd name="T3" fmla="*/ 313 h 654"/>
                <a:gd name="T4" fmla="*/ 259 w 578"/>
                <a:gd name="T5" fmla="*/ 313 h 654"/>
                <a:gd name="T6" fmla="*/ 240 w 578"/>
                <a:gd name="T7" fmla="*/ 315 h 654"/>
                <a:gd name="T8" fmla="*/ 220 w 578"/>
                <a:gd name="T9" fmla="*/ 316 h 654"/>
                <a:gd name="T10" fmla="*/ 199 w 578"/>
                <a:gd name="T11" fmla="*/ 317 h 654"/>
                <a:gd name="T12" fmla="*/ 176 w 578"/>
                <a:gd name="T13" fmla="*/ 319 h 654"/>
                <a:gd name="T14" fmla="*/ 152 w 578"/>
                <a:gd name="T15" fmla="*/ 320 h 654"/>
                <a:gd name="T16" fmla="*/ 129 w 578"/>
                <a:gd name="T17" fmla="*/ 321 h 654"/>
                <a:gd name="T18" fmla="*/ 106 w 578"/>
                <a:gd name="T19" fmla="*/ 323 h 654"/>
                <a:gd name="T20" fmla="*/ 84 w 578"/>
                <a:gd name="T21" fmla="*/ 324 h 654"/>
                <a:gd name="T22" fmla="*/ 65 w 578"/>
                <a:gd name="T23" fmla="*/ 325 h 654"/>
                <a:gd name="T24" fmla="*/ 47 w 578"/>
                <a:gd name="T25" fmla="*/ 326 h 654"/>
                <a:gd name="T26" fmla="*/ 32 w 578"/>
                <a:gd name="T27" fmla="*/ 327 h 654"/>
                <a:gd name="T28" fmla="*/ 21 w 578"/>
                <a:gd name="T29" fmla="*/ 327 h 654"/>
                <a:gd name="T30" fmla="*/ 13 w 578"/>
                <a:gd name="T31" fmla="*/ 328 h 654"/>
                <a:gd name="T32" fmla="*/ 11 w 578"/>
                <a:gd name="T33" fmla="*/ 328 h 654"/>
                <a:gd name="T34" fmla="*/ 0 w 578"/>
                <a:gd name="T35" fmla="*/ 0 h 654"/>
                <a:gd name="T36" fmla="*/ 289 w 578"/>
                <a:gd name="T37" fmla="*/ 4 h 654"/>
                <a:gd name="T38" fmla="*/ 284 w 578"/>
                <a:gd name="T39" fmla="*/ 312 h 6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78"/>
                <a:gd name="T61" fmla="*/ 0 h 654"/>
                <a:gd name="T62" fmla="*/ 578 w 578"/>
                <a:gd name="T63" fmla="*/ 654 h 65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78" h="654">
                  <a:moveTo>
                    <a:pt x="568" y="622"/>
                  </a:moveTo>
                  <a:lnTo>
                    <a:pt x="545" y="624"/>
                  </a:lnTo>
                  <a:lnTo>
                    <a:pt x="517" y="625"/>
                  </a:lnTo>
                  <a:lnTo>
                    <a:pt x="481" y="629"/>
                  </a:lnTo>
                  <a:lnTo>
                    <a:pt x="441" y="631"/>
                  </a:lnTo>
                  <a:lnTo>
                    <a:pt x="398" y="633"/>
                  </a:lnTo>
                  <a:lnTo>
                    <a:pt x="352" y="636"/>
                  </a:lnTo>
                  <a:lnTo>
                    <a:pt x="305" y="639"/>
                  </a:lnTo>
                  <a:lnTo>
                    <a:pt x="258" y="641"/>
                  </a:lnTo>
                  <a:lnTo>
                    <a:pt x="213" y="644"/>
                  </a:lnTo>
                  <a:lnTo>
                    <a:pt x="169" y="646"/>
                  </a:lnTo>
                  <a:lnTo>
                    <a:pt x="129" y="648"/>
                  </a:lnTo>
                  <a:lnTo>
                    <a:pt x="94" y="651"/>
                  </a:lnTo>
                  <a:lnTo>
                    <a:pt x="64" y="652"/>
                  </a:lnTo>
                  <a:lnTo>
                    <a:pt x="42" y="653"/>
                  </a:lnTo>
                  <a:lnTo>
                    <a:pt x="27" y="654"/>
                  </a:lnTo>
                  <a:lnTo>
                    <a:pt x="23" y="654"/>
                  </a:lnTo>
                  <a:lnTo>
                    <a:pt x="0" y="0"/>
                  </a:lnTo>
                  <a:lnTo>
                    <a:pt x="578" y="8"/>
                  </a:lnTo>
                  <a:lnTo>
                    <a:pt x="568" y="622"/>
                  </a:lnTo>
                  <a:close/>
                </a:path>
              </a:pathLst>
            </a:custGeom>
            <a:solidFill>
              <a:srgbClr val="26AD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7" name="Freeform 133"/>
            <p:cNvSpPr>
              <a:spLocks/>
            </p:cNvSpPr>
            <p:nvPr/>
          </p:nvSpPr>
          <p:spPr bwMode="auto">
            <a:xfrm>
              <a:off x="2561" y="3027"/>
              <a:ext cx="378" cy="112"/>
            </a:xfrm>
            <a:custGeom>
              <a:avLst/>
              <a:gdLst>
                <a:gd name="T0" fmla="*/ 377 w 756"/>
                <a:gd name="T1" fmla="*/ 3 h 226"/>
                <a:gd name="T2" fmla="*/ 371 w 756"/>
                <a:gd name="T3" fmla="*/ 7 h 226"/>
                <a:gd name="T4" fmla="*/ 358 w 756"/>
                <a:gd name="T5" fmla="*/ 13 h 226"/>
                <a:gd name="T6" fmla="*/ 341 w 756"/>
                <a:gd name="T7" fmla="*/ 21 h 226"/>
                <a:gd name="T8" fmla="*/ 322 w 756"/>
                <a:gd name="T9" fmla="*/ 29 h 226"/>
                <a:gd name="T10" fmla="*/ 301 w 756"/>
                <a:gd name="T11" fmla="*/ 37 h 226"/>
                <a:gd name="T12" fmla="*/ 280 w 756"/>
                <a:gd name="T13" fmla="*/ 43 h 226"/>
                <a:gd name="T14" fmla="*/ 260 w 756"/>
                <a:gd name="T15" fmla="*/ 46 h 226"/>
                <a:gd name="T16" fmla="*/ 243 w 756"/>
                <a:gd name="T17" fmla="*/ 63 h 226"/>
                <a:gd name="T18" fmla="*/ 237 w 756"/>
                <a:gd name="T19" fmla="*/ 104 h 226"/>
                <a:gd name="T20" fmla="*/ 229 w 756"/>
                <a:gd name="T21" fmla="*/ 102 h 226"/>
                <a:gd name="T22" fmla="*/ 226 w 756"/>
                <a:gd name="T23" fmla="*/ 75 h 226"/>
                <a:gd name="T24" fmla="*/ 230 w 756"/>
                <a:gd name="T25" fmla="*/ 57 h 226"/>
                <a:gd name="T26" fmla="*/ 233 w 756"/>
                <a:gd name="T27" fmla="*/ 50 h 226"/>
                <a:gd name="T28" fmla="*/ 238 w 756"/>
                <a:gd name="T29" fmla="*/ 45 h 226"/>
                <a:gd name="T30" fmla="*/ 244 w 756"/>
                <a:gd name="T31" fmla="*/ 40 h 226"/>
                <a:gd name="T32" fmla="*/ 252 w 756"/>
                <a:gd name="T33" fmla="*/ 38 h 226"/>
                <a:gd name="T34" fmla="*/ 271 w 756"/>
                <a:gd name="T35" fmla="*/ 34 h 226"/>
                <a:gd name="T36" fmla="*/ 295 w 756"/>
                <a:gd name="T37" fmla="*/ 27 h 226"/>
                <a:gd name="T38" fmla="*/ 318 w 756"/>
                <a:gd name="T39" fmla="*/ 19 h 226"/>
                <a:gd name="T40" fmla="*/ 318 w 756"/>
                <a:gd name="T41" fmla="*/ 16 h 226"/>
                <a:gd name="T42" fmla="*/ 287 w 756"/>
                <a:gd name="T43" fmla="*/ 17 h 226"/>
                <a:gd name="T44" fmla="*/ 241 w 756"/>
                <a:gd name="T45" fmla="*/ 20 h 226"/>
                <a:gd name="T46" fmla="*/ 188 w 756"/>
                <a:gd name="T47" fmla="*/ 23 h 226"/>
                <a:gd name="T48" fmla="*/ 132 w 756"/>
                <a:gd name="T49" fmla="*/ 28 h 226"/>
                <a:gd name="T50" fmla="*/ 80 w 756"/>
                <a:gd name="T51" fmla="*/ 32 h 226"/>
                <a:gd name="T52" fmla="*/ 36 w 756"/>
                <a:gd name="T53" fmla="*/ 35 h 226"/>
                <a:gd name="T54" fmla="*/ 7 w 756"/>
                <a:gd name="T55" fmla="*/ 37 h 226"/>
                <a:gd name="T56" fmla="*/ 1 w 756"/>
                <a:gd name="T57" fmla="*/ 34 h 226"/>
                <a:gd name="T58" fmla="*/ 3 w 756"/>
                <a:gd name="T59" fmla="*/ 29 h 226"/>
                <a:gd name="T60" fmla="*/ 6 w 756"/>
                <a:gd name="T61" fmla="*/ 25 h 226"/>
                <a:gd name="T62" fmla="*/ 18 w 756"/>
                <a:gd name="T63" fmla="*/ 25 h 226"/>
                <a:gd name="T64" fmla="*/ 36 w 756"/>
                <a:gd name="T65" fmla="*/ 23 h 226"/>
                <a:gd name="T66" fmla="*/ 57 w 756"/>
                <a:gd name="T67" fmla="*/ 21 h 226"/>
                <a:gd name="T68" fmla="*/ 84 w 756"/>
                <a:gd name="T69" fmla="*/ 18 h 226"/>
                <a:gd name="T70" fmla="*/ 112 w 756"/>
                <a:gd name="T71" fmla="*/ 15 h 226"/>
                <a:gd name="T72" fmla="*/ 144 w 756"/>
                <a:gd name="T73" fmla="*/ 13 h 226"/>
                <a:gd name="T74" fmla="*/ 177 w 756"/>
                <a:gd name="T75" fmla="*/ 10 h 226"/>
                <a:gd name="T76" fmla="*/ 210 w 756"/>
                <a:gd name="T77" fmla="*/ 7 h 226"/>
                <a:gd name="T78" fmla="*/ 242 w 756"/>
                <a:gd name="T79" fmla="*/ 5 h 226"/>
                <a:gd name="T80" fmla="*/ 274 w 756"/>
                <a:gd name="T81" fmla="*/ 3 h 226"/>
                <a:gd name="T82" fmla="*/ 303 w 756"/>
                <a:gd name="T83" fmla="*/ 2 h 226"/>
                <a:gd name="T84" fmla="*/ 328 w 756"/>
                <a:gd name="T85" fmla="*/ 0 h 226"/>
                <a:gd name="T86" fmla="*/ 349 w 756"/>
                <a:gd name="T87" fmla="*/ 0 h 226"/>
                <a:gd name="T88" fmla="*/ 366 w 756"/>
                <a:gd name="T89" fmla="*/ 0 h 226"/>
                <a:gd name="T90" fmla="*/ 376 w 756"/>
                <a:gd name="T91" fmla="*/ 2 h 22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56"/>
                <a:gd name="T139" fmla="*/ 0 h 226"/>
                <a:gd name="T140" fmla="*/ 756 w 756"/>
                <a:gd name="T141" fmla="*/ 226 h 22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56" h="226">
                  <a:moveTo>
                    <a:pt x="756" y="6"/>
                  </a:moveTo>
                  <a:lnTo>
                    <a:pt x="754" y="7"/>
                  </a:lnTo>
                  <a:lnTo>
                    <a:pt x="749" y="9"/>
                  </a:lnTo>
                  <a:lnTo>
                    <a:pt x="741" y="14"/>
                  </a:lnTo>
                  <a:lnTo>
                    <a:pt x="729" y="20"/>
                  </a:lnTo>
                  <a:lnTo>
                    <a:pt x="716" y="27"/>
                  </a:lnTo>
                  <a:lnTo>
                    <a:pt x="700" y="35"/>
                  </a:lnTo>
                  <a:lnTo>
                    <a:pt x="682" y="43"/>
                  </a:lnTo>
                  <a:lnTo>
                    <a:pt x="664" y="51"/>
                  </a:lnTo>
                  <a:lnTo>
                    <a:pt x="643" y="59"/>
                  </a:lnTo>
                  <a:lnTo>
                    <a:pt x="622" y="67"/>
                  </a:lnTo>
                  <a:lnTo>
                    <a:pt x="602" y="74"/>
                  </a:lnTo>
                  <a:lnTo>
                    <a:pt x="580" y="81"/>
                  </a:lnTo>
                  <a:lnTo>
                    <a:pt x="559" y="86"/>
                  </a:lnTo>
                  <a:lnTo>
                    <a:pt x="538" y="90"/>
                  </a:lnTo>
                  <a:lnTo>
                    <a:pt x="519" y="92"/>
                  </a:lnTo>
                  <a:lnTo>
                    <a:pt x="500" y="92"/>
                  </a:lnTo>
                  <a:lnTo>
                    <a:pt x="486" y="128"/>
                  </a:lnTo>
                  <a:lnTo>
                    <a:pt x="478" y="173"/>
                  </a:lnTo>
                  <a:lnTo>
                    <a:pt x="475" y="210"/>
                  </a:lnTo>
                  <a:lnTo>
                    <a:pt x="475" y="226"/>
                  </a:lnTo>
                  <a:lnTo>
                    <a:pt x="458" y="206"/>
                  </a:lnTo>
                  <a:lnTo>
                    <a:pt x="452" y="180"/>
                  </a:lnTo>
                  <a:lnTo>
                    <a:pt x="453" y="151"/>
                  </a:lnTo>
                  <a:lnTo>
                    <a:pt x="458" y="123"/>
                  </a:lnTo>
                  <a:lnTo>
                    <a:pt x="460" y="116"/>
                  </a:lnTo>
                  <a:lnTo>
                    <a:pt x="463" y="108"/>
                  </a:lnTo>
                  <a:lnTo>
                    <a:pt x="467" y="101"/>
                  </a:lnTo>
                  <a:lnTo>
                    <a:pt x="470" y="96"/>
                  </a:lnTo>
                  <a:lnTo>
                    <a:pt x="476" y="90"/>
                  </a:lnTo>
                  <a:lnTo>
                    <a:pt x="482" y="84"/>
                  </a:lnTo>
                  <a:lnTo>
                    <a:pt x="488" y="81"/>
                  </a:lnTo>
                  <a:lnTo>
                    <a:pt x="496" y="77"/>
                  </a:lnTo>
                  <a:lnTo>
                    <a:pt x="505" y="77"/>
                  </a:lnTo>
                  <a:lnTo>
                    <a:pt x="520" y="75"/>
                  </a:lnTo>
                  <a:lnTo>
                    <a:pt x="541" y="69"/>
                  </a:lnTo>
                  <a:lnTo>
                    <a:pt x="565" y="62"/>
                  </a:lnTo>
                  <a:lnTo>
                    <a:pt x="590" y="54"/>
                  </a:lnTo>
                  <a:lnTo>
                    <a:pt x="614" y="46"/>
                  </a:lnTo>
                  <a:lnTo>
                    <a:pt x="636" y="38"/>
                  </a:lnTo>
                  <a:lnTo>
                    <a:pt x="653" y="33"/>
                  </a:lnTo>
                  <a:lnTo>
                    <a:pt x="636" y="32"/>
                  </a:lnTo>
                  <a:lnTo>
                    <a:pt x="609" y="33"/>
                  </a:lnTo>
                  <a:lnTo>
                    <a:pt x="574" y="35"/>
                  </a:lnTo>
                  <a:lnTo>
                    <a:pt x="531" y="37"/>
                  </a:lnTo>
                  <a:lnTo>
                    <a:pt x="483" y="40"/>
                  </a:lnTo>
                  <a:lnTo>
                    <a:pt x="431" y="44"/>
                  </a:lnTo>
                  <a:lnTo>
                    <a:pt x="376" y="47"/>
                  </a:lnTo>
                  <a:lnTo>
                    <a:pt x="321" y="52"/>
                  </a:lnTo>
                  <a:lnTo>
                    <a:pt x="264" y="57"/>
                  </a:lnTo>
                  <a:lnTo>
                    <a:pt x="210" y="60"/>
                  </a:lnTo>
                  <a:lnTo>
                    <a:pt x="159" y="65"/>
                  </a:lnTo>
                  <a:lnTo>
                    <a:pt x="113" y="68"/>
                  </a:lnTo>
                  <a:lnTo>
                    <a:pt x="72" y="71"/>
                  </a:lnTo>
                  <a:lnTo>
                    <a:pt x="40" y="73"/>
                  </a:lnTo>
                  <a:lnTo>
                    <a:pt x="14" y="75"/>
                  </a:lnTo>
                  <a:lnTo>
                    <a:pt x="0" y="75"/>
                  </a:lnTo>
                  <a:lnTo>
                    <a:pt x="2" y="69"/>
                  </a:lnTo>
                  <a:lnTo>
                    <a:pt x="4" y="63"/>
                  </a:lnTo>
                  <a:lnTo>
                    <a:pt x="6" y="59"/>
                  </a:lnTo>
                  <a:lnTo>
                    <a:pt x="7" y="52"/>
                  </a:lnTo>
                  <a:lnTo>
                    <a:pt x="13" y="51"/>
                  </a:lnTo>
                  <a:lnTo>
                    <a:pt x="23" y="51"/>
                  </a:lnTo>
                  <a:lnTo>
                    <a:pt x="36" y="50"/>
                  </a:lnTo>
                  <a:lnTo>
                    <a:pt x="52" y="47"/>
                  </a:lnTo>
                  <a:lnTo>
                    <a:pt x="71" y="46"/>
                  </a:lnTo>
                  <a:lnTo>
                    <a:pt x="91" y="44"/>
                  </a:lnTo>
                  <a:lnTo>
                    <a:pt x="114" y="42"/>
                  </a:lnTo>
                  <a:lnTo>
                    <a:pt x="140" y="39"/>
                  </a:lnTo>
                  <a:lnTo>
                    <a:pt x="167" y="37"/>
                  </a:lnTo>
                  <a:lnTo>
                    <a:pt x="195" y="35"/>
                  </a:lnTo>
                  <a:lnTo>
                    <a:pt x="225" y="31"/>
                  </a:lnTo>
                  <a:lnTo>
                    <a:pt x="256" y="29"/>
                  </a:lnTo>
                  <a:lnTo>
                    <a:pt x="288" y="27"/>
                  </a:lnTo>
                  <a:lnTo>
                    <a:pt x="321" y="23"/>
                  </a:lnTo>
                  <a:lnTo>
                    <a:pt x="354" y="21"/>
                  </a:lnTo>
                  <a:lnTo>
                    <a:pt x="387" y="18"/>
                  </a:lnTo>
                  <a:lnTo>
                    <a:pt x="420" y="15"/>
                  </a:lnTo>
                  <a:lnTo>
                    <a:pt x="453" y="13"/>
                  </a:lnTo>
                  <a:lnTo>
                    <a:pt x="485" y="10"/>
                  </a:lnTo>
                  <a:lnTo>
                    <a:pt x="516" y="8"/>
                  </a:lnTo>
                  <a:lnTo>
                    <a:pt x="548" y="7"/>
                  </a:lnTo>
                  <a:lnTo>
                    <a:pt x="576" y="5"/>
                  </a:lnTo>
                  <a:lnTo>
                    <a:pt x="605" y="4"/>
                  </a:lnTo>
                  <a:lnTo>
                    <a:pt x="632" y="2"/>
                  </a:lnTo>
                  <a:lnTo>
                    <a:pt x="656" y="1"/>
                  </a:lnTo>
                  <a:lnTo>
                    <a:pt x="678" y="1"/>
                  </a:lnTo>
                  <a:lnTo>
                    <a:pt x="698" y="0"/>
                  </a:lnTo>
                  <a:lnTo>
                    <a:pt x="716" y="1"/>
                  </a:lnTo>
                  <a:lnTo>
                    <a:pt x="731" y="1"/>
                  </a:lnTo>
                  <a:lnTo>
                    <a:pt x="742" y="2"/>
                  </a:lnTo>
                  <a:lnTo>
                    <a:pt x="751" y="4"/>
                  </a:lnTo>
                  <a:lnTo>
                    <a:pt x="756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8" name="Freeform 134"/>
            <p:cNvSpPr>
              <a:spLocks/>
            </p:cNvSpPr>
            <p:nvPr/>
          </p:nvSpPr>
          <p:spPr bwMode="auto">
            <a:xfrm>
              <a:off x="2437" y="3085"/>
              <a:ext cx="496" cy="113"/>
            </a:xfrm>
            <a:custGeom>
              <a:avLst/>
              <a:gdLst>
                <a:gd name="T0" fmla="*/ 145 w 991"/>
                <a:gd name="T1" fmla="*/ 111 h 225"/>
                <a:gd name="T2" fmla="*/ 118 w 991"/>
                <a:gd name="T3" fmla="*/ 105 h 225"/>
                <a:gd name="T4" fmla="*/ 78 w 991"/>
                <a:gd name="T5" fmla="*/ 95 h 225"/>
                <a:gd name="T6" fmla="*/ 38 w 991"/>
                <a:gd name="T7" fmla="*/ 85 h 225"/>
                <a:gd name="T8" fmla="*/ 9 w 991"/>
                <a:gd name="T9" fmla="*/ 76 h 225"/>
                <a:gd name="T10" fmla="*/ 1 w 991"/>
                <a:gd name="T11" fmla="*/ 70 h 225"/>
                <a:gd name="T12" fmla="*/ 7 w 991"/>
                <a:gd name="T13" fmla="*/ 64 h 225"/>
                <a:gd name="T14" fmla="*/ 168 w 991"/>
                <a:gd name="T15" fmla="*/ 35 h 225"/>
                <a:gd name="T16" fmla="*/ 164 w 991"/>
                <a:gd name="T17" fmla="*/ 12 h 225"/>
                <a:gd name="T18" fmla="*/ 153 w 991"/>
                <a:gd name="T19" fmla="*/ 13 h 225"/>
                <a:gd name="T20" fmla="*/ 129 w 991"/>
                <a:gd name="T21" fmla="*/ 16 h 225"/>
                <a:gd name="T22" fmla="*/ 98 w 991"/>
                <a:gd name="T23" fmla="*/ 18 h 225"/>
                <a:gd name="T24" fmla="*/ 70 w 991"/>
                <a:gd name="T25" fmla="*/ 21 h 225"/>
                <a:gd name="T26" fmla="*/ 52 w 991"/>
                <a:gd name="T27" fmla="*/ 23 h 225"/>
                <a:gd name="T28" fmla="*/ 49 w 991"/>
                <a:gd name="T29" fmla="*/ 20 h 225"/>
                <a:gd name="T30" fmla="*/ 57 w 991"/>
                <a:gd name="T31" fmla="*/ 16 h 225"/>
                <a:gd name="T32" fmla="*/ 80 w 991"/>
                <a:gd name="T33" fmla="*/ 12 h 225"/>
                <a:gd name="T34" fmla="*/ 103 w 991"/>
                <a:gd name="T35" fmla="*/ 9 h 225"/>
                <a:gd name="T36" fmla="*/ 126 w 991"/>
                <a:gd name="T37" fmla="*/ 6 h 225"/>
                <a:gd name="T38" fmla="*/ 149 w 991"/>
                <a:gd name="T39" fmla="*/ 3 h 225"/>
                <a:gd name="T40" fmla="*/ 172 w 991"/>
                <a:gd name="T41" fmla="*/ 0 h 225"/>
                <a:gd name="T42" fmla="*/ 183 w 991"/>
                <a:gd name="T43" fmla="*/ 23 h 225"/>
                <a:gd name="T44" fmla="*/ 184 w 991"/>
                <a:gd name="T45" fmla="*/ 48 h 225"/>
                <a:gd name="T46" fmla="*/ 164 w 991"/>
                <a:gd name="T47" fmla="*/ 66 h 225"/>
                <a:gd name="T48" fmla="*/ 146 w 991"/>
                <a:gd name="T49" fmla="*/ 58 h 225"/>
                <a:gd name="T50" fmla="*/ 123 w 991"/>
                <a:gd name="T51" fmla="*/ 60 h 225"/>
                <a:gd name="T52" fmla="*/ 99 w 991"/>
                <a:gd name="T53" fmla="*/ 63 h 225"/>
                <a:gd name="T54" fmla="*/ 76 w 991"/>
                <a:gd name="T55" fmla="*/ 67 h 225"/>
                <a:gd name="T56" fmla="*/ 53 w 991"/>
                <a:gd name="T57" fmla="*/ 71 h 225"/>
                <a:gd name="T58" fmla="*/ 45 w 991"/>
                <a:gd name="T59" fmla="*/ 75 h 225"/>
                <a:gd name="T60" fmla="*/ 67 w 991"/>
                <a:gd name="T61" fmla="*/ 80 h 225"/>
                <a:gd name="T62" fmla="*/ 88 w 991"/>
                <a:gd name="T63" fmla="*/ 85 h 225"/>
                <a:gd name="T64" fmla="*/ 110 w 991"/>
                <a:gd name="T65" fmla="*/ 90 h 225"/>
                <a:gd name="T66" fmla="*/ 132 w 991"/>
                <a:gd name="T67" fmla="*/ 95 h 225"/>
                <a:gd name="T68" fmla="*/ 154 w 991"/>
                <a:gd name="T69" fmla="*/ 100 h 225"/>
                <a:gd name="T70" fmla="*/ 176 w 991"/>
                <a:gd name="T71" fmla="*/ 96 h 225"/>
                <a:gd name="T72" fmla="*/ 232 w 991"/>
                <a:gd name="T73" fmla="*/ 88 h 225"/>
                <a:gd name="T74" fmla="*/ 305 w 991"/>
                <a:gd name="T75" fmla="*/ 76 h 225"/>
                <a:gd name="T76" fmla="*/ 378 w 991"/>
                <a:gd name="T77" fmla="*/ 65 h 225"/>
                <a:gd name="T78" fmla="*/ 434 w 991"/>
                <a:gd name="T79" fmla="*/ 55 h 225"/>
                <a:gd name="T80" fmla="*/ 372 w 991"/>
                <a:gd name="T81" fmla="*/ 42 h 225"/>
                <a:gd name="T82" fmla="*/ 376 w 991"/>
                <a:gd name="T83" fmla="*/ 34 h 2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91"/>
                <a:gd name="T127" fmla="*/ 0 h 225"/>
                <a:gd name="T128" fmla="*/ 991 w 991"/>
                <a:gd name="T129" fmla="*/ 225 h 2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91" h="225">
                  <a:moveTo>
                    <a:pt x="301" y="225"/>
                  </a:moveTo>
                  <a:lnTo>
                    <a:pt x="298" y="224"/>
                  </a:lnTo>
                  <a:lnTo>
                    <a:pt x="289" y="222"/>
                  </a:lnTo>
                  <a:lnTo>
                    <a:pt x="275" y="218"/>
                  </a:lnTo>
                  <a:lnTo>
                    <a:pt x="256" y="215"/>
                  </a:lnTo>
                  <a:lnTo>
                    <a:pt x="235" y="209"/>
                  </a:lnTo>
                  <a:lnTo>
                    <a:pt x="209" y="204"/>
                  </a:lnTo>
                  <a:lnTo>
                    <a:pt x="183" y="197"/>
                  </a:lnTo>
                  <a:lnTo>
                    <a:pt x="156" y="190"/>
                  </a:lnTo>
                  <a:lnTo>
                    <a:pt x="129" y="183"/>
                  </a:lnTo>
                  <a:lnTo>
                    <a:pt x="101" y="176"/>
                  </a:lnTo>
                  <a:lnTo>
                    <a:pt x="76" y="169"/>
                  </a:lnTo>
                  <a:lnTo>
                    <a:pt x="53" y="162"/>
                  </a:lnTo>
                  <a:lnTo>
                    <a:pt x="33" y="156"/>
                  </a:lnTo>
                  <a:lnTo>
                    <a:pt x="17" y="151"/>
                  </a:lnTo>
                  <a:lnTo>
                    <a:pt x="5" y="147"/>
                  </a:lnTo>
                  <a:lnTo>
                    <a:pt x="0" y="144"/>
                  </a:lnTo>
                  <a:lnTo>
                    <a:pt x="2" y="139"/>
                  </a:lnTo>
                  <a:lnTo>
                    <a:pt x="5" y="136"/>
                  </a:lnTo>
                  <a:lnTo>
                    <a:pt x="10" y="132"/>
                  </a:lnTo>
                  <a:lnTo>
                    <a:pt x="13" y="127"/>
                  </a:lnTo>
                  <a:lnTo>
                    <a:pt x="330" y="85"/>
                  </a:lnTo>
                  <a:lnTo>
                    <a:pt x="333" y="85"/>
                  </a:lnTo>
                  <a:lnTo>
                    <a:pt x="335" y="70"/>
                  </a:lnTo>
                  <a:lnTo>
                    <a:pt x="336" y="54"/>
                  </a:lnTo>
                  <a:lnTo>
                    <a:pt x="334" y="38"/>
                  </a:lnTo>
                  <a:lnTo>
                    <a:pt x="327" y="24"/>
                  </a:lnTo>
                  <a:lnTo>
                    <a:pt x="324" y="24"/>
                  </a:lnTo>
                  <a:lnTo>
                    <a:pt x="318" y="25"/>
                  </a:lnTo>
                  <a:lnTo>
                    <a:pt x="306" y="26"/>
                  </a:lnTo>
                  <a:lnTo>
                    <a:pt x="292" y="27"/>
                  </a:lnTo>
                  <a:lnTo>
                    <a:pt x="276" y="28"/>
                  </a:lnTo>
                  <a:lnTo>
                    <a:pt x="258" y="31"/>
                  </a:lnTo>
                  <a:lnTo>
                    <a:pt x="237" y="33"/>
                  </a:lnTo>
                  <a:lnTo>
                    <a:pt x="216" y="34"/>
                  </a:lnTo>
                  <a:lnTo>
                    <a:pt x="195" y="36"/>
                  </a:lnTo>
                  <a:lnTo>
                    <a:pt x="175" y="39"/>
                  </a:lnTo>
                  <a:lnTo>
                    <a:pt x="156" y="41"/>
                  </a:lnTo>
                  <a:lnTo>
                    <a:pt x="139" y="42"/>
                  </a:lnTo>
                  <a:lnTo>
                    <a:pt x="124" y="43"/>
                  </a:lnTo>
                  <a:lnTo>
                    <a:pt x="111" y="45"/>
                  </a:lnTo>
                  <a:lnTo>
                    <a:pt x="103" y="46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98" y="40"/>
                  </a:lnTo>
                  <a:lnTo>
                    <a:pt x="98" y="36"/>
                  </a:lnTo>
                  <a:lnTo>
                    <a:pt x="98" y="33"/>
                  </a:lnTo>
                  <a:lnTo>
                    <a:pt x="113" y="31"/>
                  </a:lnTo>
                  <a:lnTo>
                    <a:pt x="128" y="27"/>
                  </a:lnTo>
                  <a:lnTo>
                    <a:pt x="144" y="25"/>
                  </a:lnTo>
                  <a:lnTo>
                    <a:pt x="159" y="24"/>
                  </a:lnTo>
                  <a:lnTo>
                    <a:pt x="174" y="21"/>
                  </a:lnTo>
                  <a:lnTo>
                    <a:pt x="189" y="19"/>
                  </a:lnTo>
                  <a:lnTo>
                    <a:pt x="205" y="17"/>
                  </a:lnTo>
                  <a:lnTo>
                    <a:pt x="220" y="16"/>
                  </a:lnTo>
                  <a:lnTo>
                    <a:pt x="235" y="13"/>
                  </a:lnTo>
                  <a:lnTo>
                    <a:pt x="251" y="12"/>
                  </a:lnTo>
                  <a:lnTo>
                    <a:pt x="266" y="10"/>
                  </a:lnTo>
                  <a:lnTo>
                    <a:pt x="282" y="8"/>
                  </a:lnTo>
                  <a:lnTo>
                    <a:pt x="297" y="6"/>
                  </a:lnTo>
                  <a:lnTo>
                    <a:pt x="312" y="4"/>
                  </a:lnTo>
                  <a:lnTo>
                    <a:pt x="328" y="2"/>
                  </a:lnTo>
                  <a:lnTo>
                    <a:pt x="343" y="0"/>
                  </a:lnTo>
                  <a:lnTo>
                    <a:pt x="353" y="13"/>
                  </a:lnTo>
                  <a:lnTo>
                    <a:pt x="360" y="28"/>
                  </a:lnTo>
                  <a:lnTo>
                    <a:pt x="365" y="46"/>
                  </a:lnTo>
                  <a:lnTo>
                    <a:pt x="368" y="62"/>
                  </a:lnTo>
                  <a:lnTo>
                    <a:pt x="372" y="79"/>
                  </a:lnTo>
                  <a:lnTo>
                    <a:pt x="368" y="96"/>
                  </a:lnTo>
                  <a:lnTo>
                    <a:pt x="360" y="112"/>
                  </a:lnTo>
                  <a:lnTo>
                    <a:pt x="352" y="127"/>
                  </a:lnTo>
                  <a:lnTo>
                    <a:pt x="327" y="131"/>
                  </a:lnTo>
                  <a:lnTo>
                    <a:pt x="324" y="112"/>
                  </a:lnTo>
                  <a:lnTo>
                    <a:pt x="308" y="114"/>
                  </a:lnTo>
                  <a:lnTo>
                    <a:pt x="292" y="115"/>
                  </a:lnTo>
                  <a:lnTo>
                    <a:pt x="276" y="116"/>
                  </a:lnTo>
                  <a:lnTo>
                    <a:pt x="261" y="118"/>
                  </a:lnTo>
                  <a:lnTo>
                    <a:pt x="245" y="119"/>
                  </a:lnTo>
                  <a:lnTo>
                    <a:pt x="229" y="122"/>
                  </a:lnTo>
                  <a:lnTo>
                    <a:pt x="214" y="124"/>
                  </a:lnTo>
                  <a:lnTo>
                    <a:pt x="198" y="126"/>
                  </a:lnTo>
                  <a:lnTo>
                    <a:pt x="183" y="129"/>
                  </a:lnTo>
                  <a:lnTo>
                    <a:pt x="168" y="131"/>
                  </a:lnTo>
                  <a:lnTo>
                    <a:pt x="152" y="134"/>
                  </a:lnTo>
                  <a:lnTo>
                    <a:pt x="137" y="137"/>
                  </a:lnTo>
                  <a:lnTo>
                    <a:pt x="121" y="139"/>
                  </a:lnTo>
                  <a:lnTo>
                    <a:pt x="106" y="141"/>
                  </a:lnTo>
                  <a:lnTo>
                    <a:pt x="89" y="144"/>
                  </a:lnTo>
                  <a:lnTo>
                    <a:pt x="75" y="146"/>
                  </a:lnTo>
                  <a:lnTo>
                    <a:pt x="89" y="149"/>
                  </a:lnTo>
                  <a:lnTo>
                    <a:pt x="103" y="153"/>
                  </a:lnTo>
                  <a:lnTo>
                    <a:pt x="118" y="155"/>
                  </a:lnTo>
                  <a:lnTo>
                    <a:pt x="133" y="159"/>
                  </a:lnTo>
                  <a:lnTo>
                    <a:pt x="147" y="162"/>
                  </a:lnTo>
                  <a:lnTo>
                    <a:pt x="162" y="167"/>
                  </a:lnTo>
                  <a:lnTo>
                    <a:pt x="176" y="170"/>
                  </a:lnTo>
                  <a:lnTo>
                    <a:pt x="191" y="174"/>
                  </a:lnTo>
                  <a:lnTo>
                    <a:pt x="205" y="177"/>
                  </a:lnTo>
                  <a:lnTo>
                    <a:pt x="220" y="180"/>
                  </a:lnTo>
                  <a:lnTo>
                    <a:pt x="233" y="184"/>
                  </a:lnTo>
                  <a:lnTo>
                    <a:pt x="248" y="187"/>
                  </a:lnTo>
                  <a:lnTo>
                    <a:pt x="263" y="190"/>
                  </a:lnTo>
                  <a:lnTo>
                    <a:pt x="277" y="193"/>
                  </a:lnTo>
                  <a:lnTo>
                    <a:pt x="292" y="197"/>
                  </a:lnTo>
                  <a:lnTo>
                    <a:pt x="307" y="199"/>
                  </a:lnTo>
                  <a:lnTo>
                    <a:pt x="313" y="198"/>
                  </a:lnTo>
                  <a:lnTo>
                    <a:pt x="328" y="195"/>
                  </a:lnTo>
                  <a:lnTo>
                    <a:pt x="352" y="192"/>
                  </a:lnTo>
                  <a:lnTo>
                    <a:pt x="383" y="187"/>
                  </a:lnTo>
                  <a:lnTo>
                    <a:pt x="421" y="182"/>
                  </a:lnTo>
                  <a:lnTo>
                    <a:pt x="464" y="175"/>
                  </a:lnTo>
                  <a:lnTo>
                    <a:pt x="511" y="168"/>
                  </a:lnTo>
                  <a:lnTo>
                    <a:pt x="559" y="160"/>
                  </a:lnTo>
                  <a:lnTo>
                    <a:pt x="610" y="152"/>
                  </a:lnTo>
                  <a:lnTo>
                    <a:pt x="660" y="145"/>
                  </a:lnTo>
                  <a:lnTo>
                    <a:pt x="709" y="137"/>
                  </a:lnTo>
                  <a:lnTo>
                    <a:pt x="755" y="129"/>
                  </a:lnTo>
                  <a:lnTo>
                    <a:pt x="799" y="122"/>
                  </a:lnTo>
                  <a:lnTo>
                    <a:pt x="836" y="116"/>
                  </a:lnTo>
                  <a:lnTo>
                    <a:pt x="868" y="110"/>
                  </a:lnTo>
                  <a:lnTo>
                    <a:pt x="892" y="106"/>
                  </a:lnTo>
                  <a:lnTo>
                    <a:pt x="744" y="87"/>
                  </a:lnTo>
                  <a:lnTo>
                    <a:pt x="743" y="84"/>
                  </a:lnTo>
                  <a:lnTo>
                    <a:pt x="745" y="78"/>
                  </a:lnTo>
                  <a:lnTo>
                    <a:pt x="748" y="72"/>
                  </a:lnTo>
                  <a:lnTo>
                    <a:pt x="752" y="68"/>
                  </a:lnTo>
                  <a:lnTo>
                    <a:pt x="991" y="106"/>
                  </a:lnTo>
                  <a:lnTo>
                    <a:pt x="301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09" name="Freeform 135"/>
            <p:cNvSpPr>
              <a:spLocks/>
            </p:cNvSpPr>
            <p:nvPr/>
          </p:nvSpPr>
          <p:spPr bwMode="auto">
            <a:xfrm>
              <a:off x="2794" y="3197"/>
              <a:ext cx="25" cy="63"/>
            </a:xfrm>
            <a:custGeom>
              <a:avLst/>
              <a:gdLst>
                <a:gd name="T0" fmla="*/ 7 w 50"/>
                <a:gd name="T1" fmla="*/ 1 h 126"/>
                <a:gd name="T2" fmla="*/ 10 w 50"/>
                <a:gd name="T3" fmla="*/ 8 h 126"/>
                <a:gd name="T4" fmla="*/ 13 w 50"/>
                <a:gd name="T5" fmla="*/ 16 h 126"/>
                <a:gd name="T6" fmla="*/ 15 w 50"/>
                <a:gd name="T7" fmla="*/ 23 h 126"/>
                <a:gd name="T8" fmla="*/ 19 w 50"/>
                <a:gd name="T9" fmla="*/ 30 h 126"/>
                <a:gd name="T10" fmla="*/ 21 w 50"/>
                <a:gd name="T11" fmla="*/ 37 h 126"/>
                <a:gd name="T12" fmla="*/ 23 w 50"/>
                <a:gd name="T13" fmla="*/ 45 h 126"/>
                <a:gd name="T14" fmla="*/ 24 w 50"/>
                <a:gd name="T15" fmla="*/ 52 h 126"/>
                <a:gd name="T16" fmla="*/ 25 w 50"/>
                <a:gd name="T17" fmla="*/ 60 h 126"/>
                <a:gd name="T18" fmla="*/ 19 w 50"/>
                <a:gd name="T19" fmla="*/ 63 h 126"/>
                <a:gd name="T20" fmla="*/ 15 w 50"/>
                <a:gd name="T21" fmla="*/ 56 h 126"/>
                <a:gd name="T22" fmla="*/ 14 w 50"/>
                <a:gd name="T23" fmla="*/ 48 h 126"/>
                <a:gd name="T24" fmla="*/ 13 w 50"/>
                <a:gd name="T25" fmla="*/ 41 h 126"/>
                <a:gd name="T26" fmla="*/ 11 w 50"/>
                <a:gd name="T27" fmla="*/ 33 h 126"/>
                <a:gd name="T28" fmla="*/ 0 w 50"/>
                <a:gd name="T29" fmla="*/ 4 h 126"/>
                <a:gd name="T30" fmla="*/ 1 w 50"/>
                <a:gd name="T31" fmla="*/ 2 h 126"/>
                <a:gd name="T32" fmla="*/ 3 w 50"/>
                <a:gd name="T33" fmla="*/ 1 h 126"/>
                <a:gd name="T34" fmla="*/ 5 w 50"/>
                <a:gd name="T35" fmla="*/ 0 h 126"/>
                <a:gd name="T36" fmla="*/ 7 w 50"/>
                <a:gd name="T37" fmla="*/ 1 h 1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0"/>
                <a:gd name="T58" fmla="*/ 0 h 126"/>
                <a:gd name="T59" fmla="*/ 50 w 50"/>
                <a:gd name="T60" fmla="*/ 126 h 1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0" h="126">
                  <a:moveTo>
                    <a:pt x="15" y="2"/>
                  </a:moveTo>
                  <a:lnTo>
                    <a:pt x="20" y="16"/>
                  </a:lnTo>
                  <a:lnTo>
                    <a:pt x="26" y="31"/>
                  </a:lnTo>
                  <a:lnTo>
                    <a:pt x="31" y="45"/>
                  </a:lnTo>
                  <a:lnTo>
                    <a:pt x="37" y="59"/>
                  </a:lnTo>
                  <a:lnTo>
                    <a:pt x="41" y="74"/>
                  </a:lnTo>
                  <a:lnTo>
                    <a:pt x="45" y="89"/>
                  </a:lnTo>
                  <a:lnTo>
                    <a:pt x="48" y="104"/>
                  </a:lnTo>
                  <a:lnTo>
                    <a:pt x="50" y="120"/>
                  </a:lnTo>
                  <a:lnTo>
                    <a:pt x="38" y="126"/>
                  </a:lnTo>
                  <a:lnTo>
                    <a:pt x="31" y="112"/>
                  </a:lnTo>
                  <a:lnTo>
                    <a:pt x="29" y="96"/>
                  </a:lnTo>
                  <a:lnTo>
                    <a:pt x="26" y="81"/>
                  </a:lnTo>
                  <a:lnTo>
                    <a:pt x="22" y="66"/>
                  </a:lnTo>
                  <a:lnTo>
                    <a:pt x="0" y="7"/>
                  </a:lnTo>
                  <a:lnTo>
                    <a:pt x="2" y="4"/>
                  </a:lnTo>
                  <a:lnTo>
                    <a:pt x="5" y="1"/>
                  </a:lnTo>
                  <a:lnTo>
                    <a:pt x="10" y="0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0" name="Freeform 136"/>
            <p:cNvSpPr>
              <a:spLocks/>
            </p:cNvSpPr>
            <p:nvPr/>
          </p:nvSpPr>
          <p:spPr bwMode="auto">
            <a:xfrm>
              <a:off x="2772" y="3198"/>
              <a:ext cx="28" cy="55"/>
            </a:xfrm>
            <a:custGeom>
              <a:avLst/>
              <a:gdLst>
                <a:gd name="T0" fmla="*/ 7 w 56"/>
                <a:gd name="T1" fmla="*/ 0 h 111"/>
                <a:gd name="T2" fmla="*/ 10 w 56"/>
                <a:gd name="T3" fmla="*/ 6 h 111"/>
                <a:gd name="T4" fmla="*/ 13 w 56"/>
                <a:gd name="T5" fmla="*/ 13 h 111"/>
                <a:gd name="T6" fmla="*/ 17 w 56"/>
                <a:gd name="T7" fmla="*/ 19 h 111"/>
                <a:gd name="T8" fmla="*/ 20 w 56"/>
                <a:gd name="T9" fmla="*/ 25 h 111"/>
                <a:gd name="T10" fmla="*/ 23 w 56"/>
                <a:gd name="T11" fmla="*/ 32 h 111"/>
                <a:gd name="T12" fmla="*/ 25 w 56"/>
                <a:gd name="T13" fmla="*/ 39 h 111"/>
                <a:gd name="T14" fmla="*/ 27 w 56"/>
                <a:gd name="T15" fmla="*/ 45 h 111"/>
                <a:gd name="T16" fmla="*/ 28 w 56"/>
                <a:gd name="T17" fmla="*/ 52 h 111"/>
                <a:gd name="T18" fmla="*/ 27 w 56"/>
                <a:gd name="T19" fmla="*/ 53 h 111"/>
                <a:gd name="T20" fmla="*/ 26 w 56"/>
                <a:gd name="T21" fmla="*/ 54 h 111"/>
                <a:gd name="T22" fmla="*/ 24 w 56"/>
                <a:gd name="T23" fmla="*/ 55 h 111"/>
                <a:gd name="T24" fmla="*/ 22 w 56"/>
                <a:gd name="T25" fmla="*/ 55 h 111"/>
                <a:gd name="T26" fmla="*/ 19 w 56"/>
                <a:gd name="T27" fmla="*/ 49 h 111"/>
                <a:gd name="T28" fmla="*/ 17 w 56"/>
                <a:gd name="T29" fmla="*/ 43 h 111"/>
                <a:gd name="T30" fmla="*/ 15 w 56"/>
                <a:gd name="T31" fmla="*/ 36 h 111"/>
                <a:gd name="T32" fmla="*/ 13 w 56"/>
                <a:gd name="T33" fmla="*/ 29 h 111"/>
                <a:gd name="T34" fmla="*/ 11 w 56"/>
                <a:gd name="T35" fmla="*/ 22 h 111"/>
                <a:gd name="T36" fmla="*/ 9 w 56"/>
                <a:gd name="T37" fmla="*/ 16 h 111"/>
                <a:gd name="T38" fmla="*/ 5 w 56"/>
                <a:gd name="T39" fmla="*/ 10 h 111"/>
                <a:gd name="T40" fmla="*/ 0 w 56"/>
                <a:gd name="T41" fmla="*/ 5 h 111"/>
                <a:gd name="T42" fmla="*/ 1 w 56"/>
                <a:gd name="T43" fmla="*/ 3 h 111"/>
                <a:gd name="T44" fmla="*/ 3 w 56"/>
                <a:gd name="T45" fmla="*/ 2 h 111"/>
                <a:gd name="T46" fmla="*/ 4 w 56"/>
                <a:gd name="T47" fmla="*/ 0 h 111"/>
                <a:gd name="T48" fmla="*/ 7 w 56"/>
                <a:gd name="T49" fmla="*/ 0 h 11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6"/>
                <a:gd name="T76" fmla="*/ 0 h 111"/>
                <a:gd name="T77" fmla="*/ 56 w 56"/>
                <a:gd name="T78" fmla="*/ 111 h 11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6" h="111">
                  <a:moveTo>
                    <a:pt x="13" y="0"/>
                  </a:moveTo>
                  <a:lnTo>
                    <a:pt x="20" y="13"/>
                  </a:lnTo>
                  <a:lnTo>
                    <a:pt x="26" y="26"/>
                  </a:lnTo>
                  <a:lnTo>
                    <a:pt x="33" y="38"/>
                  </a:lnTo>
                  <a:lnTo>
                    <a:pt x="39" y="51"/>
                  </a:lnTo>
                  <a:lnTo>
                    <a:pt x="45" y="64"/>
                  </a:lnTo>
                  <a:lnTo>
                    <a:pt x="49" y="78"/>
                  </a:lnTo>
                  <a:lnTo>
                    <a:pt x="54" y="91"/>
                  </a:lnTo>
                  <a:lnTo>
                    <a:pt x="56" y="105"/>
                  </a:lnTo>
                  <a:lnTo>
                    <a:pt x="53" y="106"/>
                  </a:lnTo>
                  <a:lnTo>
                    <a:pt x="51" y="109"/>
                  </a:lnTo>
                  <a:lnTo>
                    <a:pt x="47" y="111"/>
                  </a:lnTo>
                  <a:lnTo>
                    <a:pt x="44" y="111"/>
                  </a:lnTo>
                  <a:lnTo>
                    <a:pt x="38" y="98"/>
                  </a:lnTo>
                  <a:lnTo>
                    <a:pt x="33" y="86"/>
                  </a:lnTo>
                  <a:lnTo>
                    <a:pt x="30" y="72"/>
                  </a:lnTo>
                  <a:lnTo>
                    <a:pt x="26" y="59"/>
                  </a:lnTo>
                  <a:lnTo>
                    <a:pt x="22" y="45"/>
                  </a:lnTo>
                  <a:lnTo>
                    <a:pt x="17" y="33"/>
                  </a:lnTo>
                  <a:lnTo>
                    <a:pt x="9" y="21"/>
                  </a:lnTo>
                  <a:lnTo>
                    <a:pt x="0" y="11"/>
                  </a:lnTo>
                  <a:lnTo>
                    <a:pt x="1" y="7"/>
                  </a:lnTo>
                  <a:lnTo>
                    <a:pt x="5" y="4"/>
                  </a:lnTo>
                  <a:lnTo>
                    <a:pt x="8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1" name="Freeform 137"/>
            <p:cNvSpPr>
              <a:spLocks/>
            </p:cNvSpPr>
            <p:nvPr/>
          </p:nvSpPr>
          <p:spPr bwMode="auto">
            <a:xfrm>
              <a:off x="2749" y="3203"/>
              <a:ext cx="33" cy="55"/>
            </a:xfrm>
            <a:custGeom>
              <a:avLst/>
              <a:gdLst>
                <a:gd name="T0" fmla="*/ 6 w 66"/>
                <a:gd name="T1" fmla="*/ 0 h 109"/>
                <a:gd name="T2" fmla="*/ 12 w 66"/>
                <a:gd name="T3" fmla="*/ 6 h 109"/>
                <a:gd name="T4" fmla="*/ 17 w 66"/>
                <a:gd name="T5" fmla="*/ 12 h 109"/>
                <a:gd name="T6" fmla="*/ 22 w 66"/>
                <a:gd name="T7" fmla="*/ 18 h 109"/>
                <a:gd name="T8" fmla="*/ 26 w 66"/>
                <a:gd name="T9" fmla="*/ 24 h 109"/>
                <a:gd name="T10" fmla="*/ 29 w 66"/>
                <a:gd name="T11" fmla="*/ 31 h 109"/>
                <a:gd name="T12" fmla="*/ 31 w 66"/>
                <a:gd name="T13" fmla="*/ 39 h 109"/>
                <a:gd name="T14" fmla="*/ 33 w 66"/>
                <a:gd name="T15" fmla="*/ 46 h 109"/>
                <a:gd name="T16" fmla="*/ 33 w 66"/>
                <a:gd name="T17" fmla="*/ 54 h 109"/>
                <a:gd name="T18" fmla="*/ 31 w 66"/>
                <a:gd name="T19" fmla="*/ 54 h 109"/>
                <a:gd name="T20" fmla="*/ 30 w 66"/>
                <a:gd name="T21" fmla="*/ 55 h 109"/>
                <a:gd name="T22" fmla="*/ 28 w 66"/>
                <a:gd name="T23" fmla="*/ 55 h 109"/>
                <a:gd name="T24" fmla="*/ 26 w 66"/>
                <a:gd name="T25" fmla="*/ 55 h 109"/>
                <a:gd name="T26" fmla="*/ 23 w 66"/>
                <a:gd name="T27" fmla="*/ 48 h 109"/>
                <a:gd name="T28" fmla="*/ 21 w 66"/>
                <a:gd name="T29" fmla="*/ 41 h 109"/>
                <a:gd name="T30" fmla="*/ 19 w 66"/>
                <a:gd name="T31" fmla="*/ 34 h 109"/>
                <a:gd name="T32" fmla="*/ 17 w 66"/>
                <a:gd name="T33" fmla="*/ 27 h 109"/>
                <a:gd name="T34" fmla="*/ 14 w 66"/>
                <a:gd name="T35" fmla="*/ 20 h 109"/>
                <a:gd name="T36" fmla="*/ 11 w 66"/>
                <a:gd name="T37" fmla="*/ 14 h 109"/>
                <a:gd name="T38" fmla="*/ 6 w 66"/>
                <a:gd name="T39" fmla="*/ 9 h 109"/>
                <a:gd name="T40" fmla="*/ 0 w 66"/>
                <a:gd name="T41" fmla="*/ 4 h 109"/>
                <a:gd name="T42" fmla="*/ 0 w 66"/>
                <a:gd name="T43" fmla="*/ 0 h 109"/>
                <a:gd name="T44" fmla="*/ 6 w 66"/>
                <a:gd name="T45" fmla="*/ 0 h 1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6"/>
                <a:gd name="T70" fmla="*/ 0 h 109"/>
                <a:gd name="T71" fmla="*/ 66 w 66"/>
                <a:gd name="T72" fmla="*/ 109 h 10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6" h="109">
                  <a:moveTo>
                    <a:pt x="13" y="0"/>
                  </a:moveTo>
                  <a:lnTo>
                    <a:pt x="24" y="11"/>
                  </a:lnTo>
                  <a:lnTo>
                    <a:pt x="34" y="23"/>
                  </a:lnTo>
                  <a:lnTo>
                    <a:pt x="44" y="35"/>
                  </a:lnTo>
                  <a:lnTo>
                    <a:pt x="53" y="48"/>
                  </a:lnTo>
                  <a:lnTo>
                    <a:pt x="59" y="62"/>
                  </a:lnTo>
                  <a:lnTo>
                    <a:pt x="63" y="77"/>
                  </a:lnTo>
                  <a:lnTo>
                    <a:pt x="66" y="92"/>
                  </a:lnTo>
                  <a:lnTo>
                    <a:pt x="66" y="107"/>
                  </a:lnTo>
                  <a:lnTo>
                    <a:pt x="63" y="108"/>
                  </a:lnTo>
                  <a:lnTo>
                    <a:pt x="60" y="109"/>
                  </a:lnTo>
                  <a:lnTo>
                    <a:pt x="56" y="109"/>
                  </a:lnTo>
                  <a:lnTo>
                    <a:pt x="53" y="109"/>
                  </a:lnTo>
                  <a:lnTo>
                    <a:pt x="47" y="95"/>
                  </a:lnTo>
                  <a:lnTo>
                    <a:pt x="43" y="82"/>
                  </a:lnTo>
                  <a:lnTo>
                    <a:pt x="39" y="68"/>
                  </a:lnTo>
                  <a:lnTo>
                    <a:pt x="34" y="54"/>
                  </a:lnTo>
                  <a:lnTo>
                    <a:pt x="29" y="40"/>
                  </a:lnTo>
                  <a:lnTo>
                    <a:pt x="22" y="27"/>
                  </a:lnTo>
                  <a:lnTo>
                    <a:pt x="13" y="17"/>
                  </a:lnTo>
                  <a:lnTo>
                    <a:pt x="0" y="7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2" name="Freeform 138"/>
            <p:cNvSpPr>
              <a:spLocks/>
            </p:cNvSpPr>
            <p:nvPr/>
          </p:nvSpPr>
          <p:spPr bwMode="auto">
            <a:xfrm>
              <a:off x="2526" y="3215"/>
              <a:ext cx="253" cy="120"/>
            </a:xfrm>
            <a:custGeom>
              <a:avLst/>
              <a:gdLst>
                <a:gd name="T0" fmla="*/ 230 w 508"/>
                <a:gd name="T1" fmla="*/ 20 h 239"/>
                <a:gd name="T2" fmla="*/ 235 w 508"/>
                <a:gd name="T3" fmla="*/ 32 h 239"/>
                <a:gd name="T4" fmla="*/ 239 w 508"/>
                <a:gd name="T5" fmla="*/ 43 h 239"/>
                <a:gd name="T6" fmla="*/ 243 w 508"/>
                <a:gd name="T7" fmla="*/ 55 h 239"/>
                <a:gd name="T8" fmla="*/ 246 w 508"/>
                <a:gd name="T9" fmla="*/ 68 h 239"/>
                <a:gd name="T10" fmla="*/ 249 w 508"/>
                <a:gd name="T11" fmla="*/ 80 h 239"/>
                <a:gd name="T12" fmla="*/ 251 w 508"/>
                <a:gd name="T13" fmla="*/ 92 h 239"/>
                <a:gd name="T14" fmla="*/ 252 w 508"/>
                <a:gd name="T15" fmla="*/ 104 h 239"/>
                <a:gd name="T16" fmla="*/ 253 w 508"/>
                <a:gd name="T17" fmla="*/ 117 h 239"/>
                <a:gd name="T18" fmla="*/ 250 w 508"/>
                <a:gd name="T19" fmla="*/ 119 h 239"/>
                <a:gd name="T20" fmla="*/ 246 w 508"/>
                <a:gd name="T21" fmla="*/ 120 h 239"/>
                <a:gd name="T22" fmla="*/ 243 w 508"/>
                <a:gd name="T23" fmla="*/ 120 h 239"/>
                <a:gd name="T24" fmla="*/ 241 w 508"/>
                <a:gd name="T25" fmla="*/ 119 h 239"/>
                <a:gd name="T26" fmla="*/ 238 w 508"/>
                <a:gd name="T27" fmla="*/ 118 h 239"/>
                <a:gd name="T28" fmla="*/ 236 w 508"/>
                <a:gd name="T29" fmla="*/ 115 h 239"/>
                <a:gd name="T30" fmla="*/ 234 w 508"/>
                <a:gd name="T31" fmla="*/ 112 h 239"/>
                <a:gd name="T32" fmla="*/ 233 w 508"/>
                <a:gd name="T33" fmla="*/ 109 h 239"/>
                <a:gd name="T34" fmla="*/ 231 w 508"/>
                <a:gd name="T35" fmla="*/ 106 h 239"/>
                <a:gd name="T36" fmla="*/ 231 w 508"/>
                <a:gd name="T37" fmla="*/ 102 h 239"/>
                <a:gd name="T38" fmla="*/ 230 w 508"/>
                <a:gd name="T39" fmla="*/ 99 h 239"/>
                <a:gd name="T40" fmla="*/ 230 w 508"/>
                <a:gd name="T41" fmla="*/ 95 h 239"/>
                <a:gd name="T42" fmla="*/ 223 w 508"/>
                <a:gd name="T43" fmla="*/ 95 h 239"/>
                <a:gd name="T44" fmla="*/ 215 w 508"/>
                <a:gd name="T45" fmla="*/ 96 h 239"/>
                <a:gd name="T46" fmla="*/ 207 w 508"/>
                <a:gd name="T47" fmla="*/ 98 h 239"/>
                <a:gd name="T48" fmla="*/ 199 w 508"/>
                <a:gd name="T49" fmla="*/ 100 h 239"/>
                <a:gd name="T50" fmla="*/ 190 w 508"/>
                <a:gd name="T51" fmla="*/ 102 h 239"/>
                <a:gd name="T52" fmla="*/ 181 w 508"/>
                <a:gd name="T53" fmla="*/ 104 h 239"/>
                <a:gd name="T54" fmla="*/ 172 w 508"/>
                <a:gd name="T55" fmla="*/ 106 h 239"/>
                <a:gd name="T56" fmla="*/ 162 w 508"/>
                <a:gd name="T57" fmla="*/ 108 h 239"/>
                <a:gd name="T58" fmla="*/ 0 w 508"/>
                <a:gd name="T59" fmla="*/ 40 h 239"/>
                <a:gd name="T60" fmla="*/ 2 w 508"/>
                <a:gd name="T61" fmla="*/ 38 h 239"/>
                <a:gd name="T62" fmla="*/ 3 w 508"/>
                <a:gd name="T63" fmla="*/ 35 h 239"/>
                <a:gd name="T64" fmla="*/ 3 w 508"/>
                <a:gd name="T65" fmla="*/ 32 h 239"/>
                <a:gd name="T66" fmla="*/ 2 w 508"/>
                <a:gd name="T67" fmla="*/ 30 h 239"/>
                <a:gd name="T68" fmla="*/ 163 w 508"/>
                <a:gd name="T69" fmla="*/ 96 h 239"/>
                <a:gd name="T70" fmla="*/ 172 w 508"/>
                <a:gd name="T71" fmla="*/ 93 h 239"/>
                <a:gd name="T72" fmla="*/ 181 w 508"/>
                <a:gd name="T73" fmla="*/ 92 h 239"/>
                <a:gd name="T74" fmla="*/ 189 w 508"/>
                <a:gd name="T75" fmla="*/ 90 h 239"/>
                <a:gd name="T76" fmla="*/ 198 w 508"/>
                <a:gd name="T77" fmla="*/ 88 h 239"/>
                <a:gd name="T78" fmla="*/ 206 w 508"/>
                <a:gd name="T79" fmla="*/ 86 h 239"/>
                <a:gd name="T80" fmla="*/ 215 w 508"/>
                <a:gd name="T81" fmla="*/ 84 h 239"/>
                <a:gd name="T82" fmla="*/ 223 w 508"/>
                <a:gd name="T83" fmla="*/ 81 h 239"/>
                <a:gd name="T84" fmla="*/ 230 w 508"/>
                <a:gd name="T85" fmla="*/ 78 h 239"/>
                <a:gd name="T86" fmla="*/ 230 w 508"/>
                <a:gd name="T87" fmla="*/ 67 h 239"/>
                <a:gd name="T88" fmla="*/ 228 w 508"/>
                <a:gd name="T89" fmla="*/ 54 h 239"/>
                <a:gd name="T90" fmla="*/ 225 w 508"/>
                <a:gd name="T91" fmla="*/ 42 h 239"/>
                <a:gd name="T92" fmla="*/ 222 w 508"/>
                <a:gd name="T93" fmla="*/ 29 h 239"/>
                <a:gd name="T94" fmla="*/ 218 w 508"/>
                <a:gd name="T95" fmla="*/ 17 h 239"/>
                <a:gd name="T96" fmla="*/ 215 w 508"/>
                <a:gd name="T97" fmla="*/ 8 h 239"/>
                <a:gd name="T98" fmla="*/ 212 w 508"/>
                <a:gd name="T99" fmla="*/ 2 h 239"/>
                <a:gd name="T100" fmla="*/ 211 w 508"/>
                <a:gd name="T101" fmla="*/ 0 h 239"/>
                <a:gd name="T102" fmla="*/ 215 w 508"/>
                <a:gd name="T103" fmla="*/ 1 h 239"/>
                <a:gd name="T104" fmla="*/ 218 w 508"/>
                <a:gd name="T105" fmla="*/ 2 h 239"/>
                <a:gd name="T106" fmla="*/ 221 w 508"/>
                <a:gd name="T107" fmla="*/ 5 h 239"/>
                <a:gd name="T108" fmla="*/ 223 w 508"/>
                <a:gd name="T109" fmla="*/ 8 h 239"/>
                <a:gd name="T110" fmla="*/ 225 w 508"/>
                <a:gd name="T111" fmla="*/ 11 h 239"/>
                <a:gd name="T112" fmla="*/ 227 w 508"/>
                <a:gd name="T113" fmla="*/ 14 h 239"/>
                <a:gd name="T114" fmla="*/ 228 w 508"/>
                <a:gd name="T115" fmla="*/ 17 h 239"/>
                <a:gd name="T116" fmla="*/ 230 w 508"/>
                <a:gd name="T117" fmla="*/ 20 h 23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08"/>
                <a:gd name="T178" fmla="*/ 0 h 239"/>
                <a:gd name="T179" fmla="*/ 508 w 508"/>
                <a:gd name="T180" fmla="*/ 239 h 23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08" h="239">
                  <a:moveTo>
                    <a:pt x="462" y="40"/>
                  </a:moveTo>
                  <a:lnTo>
                    <a:pt x="471" y="63"/>
                  </a:lnTo>
                  <a:lnTo>
                    <a:pt x="480" y="86"/>
                  </a:lnTo>
                  <a:lnTo>
                    <a:pt x="487" y="110"/>
                  </a:lnTo>
                  <a:lnTo>
                    <a:pt x="494" y="135"/>
                  </a:lnTo>
                  <a:lnTo>
                    <a:pt x="499" y="159"/>
                  </a:lnTo>
                  <a:lnTo>
                    <a:pt x="503" y="183"/>
                  </a:lnTo>
                  <a:lnTo>
                    <a:pt x="506" y="208"/>
                  </a:lnTo>
                  <a:lnTo>
                    <a:pt x="508" y="233"/>
                  </a:lnTo>
                  <a:lnTo>
                    <a:pt x="501" y="237"/>
                  </a:lnTo>
                  <a:lnTo>
                    <a:pt x="494" y="239"/>
                  </a:lnTo>
                  <a:lnTo>
                    <a:pt x="488" y="239"/>
                  </a:lnTo>
                  <a:lnTo>
                    <a:pt x="483" y="238"/>
                  </a:lnTo>
                  <a:lnTo>
                    <a:pt x="478" y="235"/>
                  </a:lnTo>
                  <a:lnTo>
                    <a:pt x="473" y="230"/>
                  </a:lnTo>
                  <a:lnTo>
                    <a:pt x="470" y="224"/>
                  </a:lnTo>
                  <a:lnTo>
                    <a:pt x="468" y="218"/>
                  </a:lnTo>
                  <a:lnTo>
                    <a:pt x="464" y="211"/>
                  </a:lnTo>
                  <a:lnTo>
                    <a:pt x="463" y="204"/>
                  </a:lnTo>
                  <a:lnTo>
                    <a:pt x="462" y="197"/>
                  </a:lnTo>
                  <a:lnTo>
                    <a:pt x="462" y="189"/>
                  </a:lnTo>
                  <a:lnTo>
                    <a:pt x="447" y="190"/>
                  </a:lnTo>
                  <a:lnTo>
                    <a:pt x="432" y="192"/>
                  </a:lnTo>
                  <a:lnTo>
                    <a:pt x="416" y="196"/>
                  </a:lnTo>
                  <a:lnTo>
                    <a:pt x="400" y="199"/>
                  </a:lnTo>
                  <a:lnTo>
                    <a:pt x="382" y="203"/>
                  </a:lnTo>
                  <a:lnTo>
                    <a:pt x="364" y="207"/>
                  </a:lnTo>
                  <a:lnTo>
                    <a:pt x="346" y="212"/>
                  </a:lnTo>
                  <a:lnTo>
                    <a:pt x="325" y="215"/>
                  </a:lnTo>
                  <a:lnTo>
                    <a:pt x="0" y="80"/>
                  </a:lnTo>
                  <a:lnTo>
                    <a:pt x="5" y="76"/>
                  </a:lnTo>
                  <a:lnTo>
                    <a:pt x="6" y="69"/>
                  </a:lnTo>
                  <a:lnTo>
                    <a:pt x="6" y="63"/>
                  </a:lnTo>
                  <a:lnTo>
                    <a:pt x="5" y="59"/>
                  </a:lnTo>
                  <a:lnTo>
                    <a:pt x="328" y="191"/>
                  </a:lnTo>
                  <a:lnTo>
                    <a:pt x="346" y="186"/>
                  </a:lnTo>
                  <a:lnTo>
                    <a:pt x="363" y="183"/>
                  </a:lnTo>
                  <a:lnTo>
                    <a:pt x="380" y="180"/>
                  </a:lnTo>
                  <a:lnTo>
                    <a:pt x="397" y="176"/>
                  </a:lnTo>
                  <a:lnTo>
                    <a:pt x="414" y="171"/>
                  </a:lnTo>
                  <a:lnTo>
                    <a:pt x="431" y="167"/>
                  </a:lnTo>
                  <a:lnTo>
                    <a:pt x="447" y="162"/>
                  </a:lnTo>
                  <a:lnTo>
                    <a:pt x="462" y="155"/>
                  </a:lnTo>
                  <a:lnTo>
                    <a:pt x="461" y="133"/>
                  </a:lnTo>
                  <a:lnTo>
                    <a:pt x="457" y="108"/>
                  </a:lnTo>
                  <a:lnTo>
                    <a:pt x="452" y="83"/>
                  </a:lnTo>
                  <a:lnTo>
                    <a:pt x="445" y="57"/>
                  </a:lnTo>
                  <a:lnTo>
                    <a:pt x="437" y="34"/>
                  </a:lnTo>
                  <a:lnTo>
                    <a:pt x="431" y="16"/>
                  </a:lnTo>
                  <a:lnTo>
                    <a:pt x="426" y="4"/>
                  </a:lnTo>
                  <a:lnTo>
                    <a:pt x="424" y="0"/>
                  </a:lnTo>
                  <a:lnTo>
                    <a:pt x="432" y="1"/>
                  </a:lnTo>
                  <a:lnTo>
                    <a:pt x="438" y="4"/>
                  </a:lnTo>
                  <a:lnTo>
                    <a:pt x="443" y="9"/>
                  </a:lnTo>
                  <a:lnTo>
                    <a:pt x="448" y="15"/>
                  </a:lnTo>
                  <a:lnTo>
                    <a:pt x="452" y="21"/>
                  </a:lnTo>
                  <a:lnTo>
                    <a:pt x="455" y="27"/>
                  </a:lnTo>
                  <a:lnTo>
                    <a:pt x="458" y="34"/>
                  </a:lnTo>
                  <a:lnTo>
                    <a:pt x="462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3" name="Freeform 139"/>
            <p:cNvSpPr>
              <a:spLocks/>
            </p:cNvSpPr>
            <p:nvPr/>
          </p:nvSpPr>
          <p:spPr bwMode="auto">
            <a:xfrm>
              <a:off x="2373" y="3225"/>
              <a:ext cx="871" cy="420"/>
            </a:xfrm>
            <a:custGeom>
              <a:avLst/>
              <a:gdLst>
                <a:gd name="T0" fmla="*/ 741 w 1740"/>
                <a:gd name="T1" fmla="*/ 19 h 840"/>
                <a:gd name="T2" fmla="*/ 683 w 1740"/>
                <a:gd name="T3" fmla="*/ 191 h 840"/>
                <a:gd name="T4" fmla="*/ 685 w 1740"/>
                <a:gd name="T5" fmla="*/ 225 h 840"/>
                <a:gd name="T6" fmla="*/ 694 w 1740"/>
                <a:gd name="T7" fmla="*/ 267 h 840"/>
                <a:gd name="T8" fmla="*/ 676 w 1740"/>
                <a:gd name="T9" fmla="*/ 272 h 840"/>
                <a:gd name="T10" fmla="*/ 677 w 1740"/>
                <a:gd name="T11" fmla="*/ 247 h 840"/>
                <a:gd name="T12" fmla="*/ 661 w 1740"/>
                <a:gd name="T13" fmla="*/ 239 h 840"/>
                <a:gd name="T14" fmla="*/ 638 w 1740"/>
                <a:gd name="T15" fmla="*/ 275 h 840"/>
                <a:gd name="T16" fmla="*/ 652 w 1740"/>
                <a:gd name="T17" fmla="*/ 321 h 840"/>
                <a:gd name="T18" fmla="*/ 704 w 1740"/>
                <a:gd name="T19" fmla="*/ 369 h 840"/>
                <a:gd name="T20" fmla="*/ 766 w 1740"/>
                <a:gd name="T21" fmla="*/ 399 h 840"/>
                <a:gd name="T22" fmla="*/ 823 w 1740"/>
                <a:gd name="T23" fmla="*/ 408 h 840"/>
                <a:gd name="T24" fmla="*/ 863 w 1740"/>
                <a:gd name="T25" fmla="*/ 406 h 840"/>
                <a:gd name="T26" fmla="*/ 863 w 1740"/>
                <a:gd name="T27" fmla="*/ 412 h 840"/>
                <a:gd name="T28" fmla="*/ 829 w 1740"/>
                <a:gd name="T29" fmla="*/ 419 h 840"/>
                <a:gd name="T30" fmla="*/ 729 w 1740"/>
                <a:gd name="T31" fmla="*/ 409 h 840"/>
                <a:gd name="T32" fmla="*/ 658 w 1740"/>
                <a:gd name="T33" fmla="*/ 367 h 840"/>
                <a:gd name="T34" fmla="*/ 611 w 1740"/>
                <a:gd name="T35" fmla="*/ 304 h 840"/>
                <a:gd name="T36" fmla="*/ 593 w 1740"/>
                <a:gd name="T37" fmla="*/ 303 h 840"/>
                <a:gd name="T38" fmla="*/ 560 w 1740"/>
                <a:gd name="T39" fmla="*/ 314 h 840"/>
                <a:gd name="T40" fmla="*/ 520 w 1740"/>
                <a:gd name="T41" fmla="*/ 351 h 840"/>
                <a:gd name="T42" fmla="*/ 529 w 1740"/>
                <a:gd name="T43" fmla="*/ 309 h 840"/>
                <a:gd name="T44" fmla="*/ 475 w 1740"/>
                <a:gd name="T45" fmla="*/ 274 h 840"/>
                <a:gd name="T46" fmla="*/ 425 w 1740"/>
                <a:gd name="T47" fmla="*/ 251 h 840"/>
                <a:gd name="T48" fmla="*/ 376 w 1740"/>
                <a:gd name="T49" fmla="*/ 271 h 840"/>
                <a:gd name="T50" fmla="*/ 332 w 1740"/>
                <a:gd name="T51" fmla="*/ 302 h 840"/>
                <a:gd name="T52" fmla="*/ 298 w 1740"/>
                <a:gd name="T53" fmla="*/ 342 h 840"/>
                <a:gd name="T54" fmla="*/ 282 w 1740"/>
                <a:gd name="T55" fmla="*/ 376 h 840"/>
                <a:gd name="T56" fmla="*/ 270 w 1740"/>
                <a:gd name="T57" fmla="*/ 378 h 840"/>
                <a:gd name="T58" fmla="*/ 285 w 1740"/>
                <a:gd name="T59" fmla="*/ 311 h 840"/>
                <a:gd name="T60" fmla="*/ 339 w 1740"/>
                <a:gd name="T61" fmla="*/ 263 h 840"/>
                <a:gd name="T62" fmla="*/ 371 w 1740"/>
                <a:gd name="T63" fmla="*/ 249 h 840"/>
                <a:gd name="T64" fmla="*/ 403 w 1740"/>
                <a:gd name="T65" fmla="*/ 239 h 840"/>
                <a:gd name="T66" fmla="*/ 436 w 1740"/>
                <a:gd name="T67" fmla="*/ 230 h 840"/>
                <a:gd name="T68" fmla="*/ 419 w 1740"/>
                <a:gd name="T69" fmla="*/ 197 h 840"/>
                <a:gd name="T70" fmla="*/ 286 w 1740"/>
                <a:gd name="T71" fmla="*/ 213 h 840"/>
                <a:gd name="T72" fmla="*/ 196 w 1740"/>
                <a:gd name="T73" fmla="*/ 181 h 840"/>
                <a:gd name="T74" fmla="*/ 66 w 1740"/>
                <a:gd name="T75" fmla="*/ 137 h 840"/>
                <a:gd name="T76" fmla="*/ 0 w 1740"/>
                <a:gd name="T77" fmla="*/ 114 h 840"/>
                <a:gd name="T78" fmla="*/ 403 w 1740"/>
                <a:gd name="T79" fmla="*/ 144 h 840"/>
                <a:gd name="T80" fmla="*/ 276 w 1740"/>
                <a:gd name="T81" fmla="*/ 169 h 840"/>
                <a:gd name="T82" fmla="*/ 171 w 1740"/>
                <a:gd name="T83" fmla="*/ 139 h 840"/>
                <a:gd name="T84" fmla="*/ 49 w 1740"/>
                <a:gd name="T85" fmla="*/ 101 h 840"/>
                <a:gd name="T86" fmla="*/ 4 w 1740"/>
                <a:gd name="T87" fmla="*/ 86 h 840"/>
                <a:gd name="T88" fmla="*/ 285 w 1740"/>
                <a:gd name="T89" fmla="*/ 158 h 840"/>
                <a:gd name="T90" fmla="*/ 417 w 1740"/>
                <a:gd name="T91" fmla="*/ 106 h 840"/>
                <a:gd name="T92" fmla="*/ 446 w 1740"/>
                <a:gd name="T93" fmla="*/ 97 h 840"/>
                <a:gd name="T94" fmla="*/ 434 w 1740"/>
                <a:gd name="T95" fmla="*/ 112 h 840"/>
                <a:gd name="T96" fmla="*/ 421 w 1740"/>
                <a:gd name="T97" fmla="*/ 142 h 840"/>
                <a:gd name="T98" fmla="*/ 444 w 1740"/>
                <a:gd name="T99" fmla="*/ 189 h 840"/>
                <a:gd name="T100" fmla="*/ 484 w 1740"/>
                <a:gd name="T101" fmla="*/ 245 h 840"/>
                <a:gd name="T102" fmla="*/ 528 w 1740"/>
                <a:gd name="T103" fmla="*/ 282 h 840"/>
                <a:gd name="T104" fmla="*/ 566 w 1740"/>
                <a:gd name="T105" fmla="*/ 288 h 840"/>
                <a:gd name="T106" fmla="*/ 615 w 1740"/>
                <a:gd name="T107" fmla="*/ 257 h 840"/>
                <a:gd name="T108" fmla="*/ 712 w 1740"/>
                <a:gd name="T109" fmla="*/ 17 h 840"/>
                <a:gd name="T110" fmla="*/ 732 w 1740"/>
                <a:gd name="T111" fmla="*/ 1 h 84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740"/>
                <a:gd name="T169" fmla="*/ 0 h 840"/>
                <a:gd name="T170" fmla="*/ 1740 w 1740"/>
                <a:gd name="T171" fmla="*/ 840 h 84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740" h="840">
                  <a:moveTo>
                    <a:pt x="1494" y="6"/>
                  </a:moveTo>
                  <a:lnTo>
                    <a:pt x="1494" y="12"/>
                  </a:lnTo>
                  <a:lnTo>
                    <a:pt x="1491" y="19"/>
                  </a:lnTo>
                  <a:lnTo>
                    <a:pt x="1486" y="28"/>
                  </a:lnTo>
                  <a:lnTo>
                    <a:pt x="1480" y="37"/>
                  </a:lnTo>
                  <a:lnTo>
                    <a:pt x="1473" y="45"/>
                  </a:lnTo>
                  <a:lnTo>
                    <a:pt x="1467" y="52"/>
                  </a:lnTo>
                  <a:lnTo>
                    <a:pt x="1463" y="57"/>
                  </a:lnTo>
                  <a:lnTo>
                    <a:pt x="1462" y="59"/>
                  </a:lnTo>
                  <a:lnTo>
                    <a:pt x="1364" y="382"/>
                  </a:lnTo>
                  <a:lnTo>
                    <a:pt x="1357" y="396"/>
                  </a:lnTo>
                  <a:lnTo>
                    <a:pt x="1356" y="409"/>
                  </a:lnTo>
                  <a:lnTo>
                    <a:pt x="1358" y="422"/>
                  </a:lnTo>
                  <a:lnTo>
                    <a:pt x="1362" y="436"/>
                  </a:lnTo>
                  <a:lnTo>
                    <a:pt x="1369" y="450"/>
                  </a:lnTo>
                  <a:lnTo>
                    <a:pt x="1375" y="464"/>
                  </a:lnTo>
                  <a:lnTo>
                    <a:pt x="1381" y="477"/>
                  </a:lnTo>
                  <a:lnTo>
                    <a:pt x="1384" y="492"/>
                  </a:lnTo>
                  <a:lnTo>
                    <a:pt x="1387" y="513"/>
                  </a:lnTo>
                  <a:lnTo>
                    <a:pt x="1386" y="534"/>
                  </a:lnTo>
                  <a:lnTo>
                    <a:pt x="1377" y="552"/>
                  </a:lnTo>
                  <a:lnTo>
                    <a:pt x="1361" y="564"/>
                  </a:lnTo>
                  <a:lnTo>
                    <a:pt x="1353" y="561"/>
                  </a:lnTo>
                  <a:lnTo>
                    <a:pt x="1351" y="552"/>
                  </a:lnTo>
                  <a:lnTo>
                    <a:pt x="1351" y="544"/>
                  </a:lnTo>
                  <a:lnTo>
                    <a:pt x="1351" y="540"/>
                  </a:lnTo>
                  <a:lnTo>
                    <a:pt x="1358" y="529"/>
                  </a:lnTo>
                  <a:lnTo>
                    <a:pt x="1359" y="518"/>
                  </a:lnTo>
                  <a:lnTo>
                    <a:pt x="1358" y="506"/>
                  </a:lnTo>
                  <a:lnTo>
                    <a:pt x="1353" y="495"/>
                  </a:lnTo>
                  <a:lnTo>
                    <a:pt x="1349" y="485"/>
                  </a:lnTo>
                  <a:lnTo>
                    <a:pt x="1343" y="476"/>
                  </a:lnTo>
                  <a:lnTo>
                    <a:pt x="1336" y="469"/>
                  </a:lnTo>
                  <a:lnTo>
                    <a:pt x="1328" y="464"/>
                  </a:lnTo>
                  <a:lnTo>
                    <a:pt x="1321" y="479"/>
                  </a:lnTo>
                  <a:lnTo>
                    <a:pt x="1313" y="493"/>
                  </a:lnTo>
                  <a:lnTo>
                    <a:pt x="1304" y="507"/>
                  </a:lnTo>
                  <a:lnTo>
                    <a:pt x="1295" y="521"/>
                  </a:lnTo>
                  <a:lnTo>
                    <a:pt x="1285" y="535"/>
                  </a:lnTo>
                  <a:lnTo>
                    <a:pt x="1274" y="549"/>
                  </a:lnTo>
                  <a:lnTo>
                    <a:pt x="1263" y="561"/>
                  </a:lnTo>
                  <a:lnTo>
                    <a:pt x="1251" y="573"/>
                  </a:lnTo>
                  <a:lnTo>
                    <a:pt x="1267" y="597"/>
                  </a:lnTo>
                  <a:lnTo>
                    <a:pt x="1284" y="620"/>
                  </a:lnTo>
                  <a:lnTo>
                    <a:pt x="1303" y="642"/>
                  </a:lnTo>
                  <a:lnTo>
                    <a:pt x="1322" y="663"/>
                  </a:lnTo>
                  <a:lnTo>
                    <a:pt x="1342" y="682"/>
                  </a:lnTo>
                  <a:lnTo>
                    <a:pt x="1362" y="702"/>
                  </a:lnTo>
                  <a:lnTo>
                    <a:pt x="1384" y="719"/>
                  </a:lnTo>
                  <a:lnTo>
                    <a:pt x="1407" y="737"/>
                  </a:lnTo>
                  <a:lnTo>
                    <a:pt x="1430" y="752"/>
                  </a:lnTo>
                  <a:lnTo>
                    <a:pt x="1455" y="765"/>
                  </a:lnTo>
                  <a:lnTo>
                    <a:pt x="1480" y="777"/>
                  </a:lnTo>
                  <a:lnTo>
                    <a:pt x="1505" y="788"/>
                  </a:lnTo>
                  <a:lnTo>
                    <a:pt x="1531" y="797"/>
                  </a:lnTo>
                  <a:lnTo>
                    <a:pt x="1557" y="805"/>
                  </a:lnTo>
                  <a:lnTo>
                    <a:pt x="1585" y="810"/>
                  </a:lnTo>
                  <a:lnTo>
                    <a:pt x="1612" y="814"/>
                  </a:lnTo>
                  <a:lnTo>
                    <a:pt x="1629" y="815"/>
                  </a:lnTo>
                  <a:lnTo>
                    <a:pt x="1645" y="816"/>
                  </a:lnTo>
                  <a:lnTo>
                    <a:pt x="1661" y="816"/>
                  </a:lnTo>
                  <a:lnTo>
                    <a:pt x="1677" y="815"/>
                  </a:lnTo>
                  <a:lnTo>
                    <a:pt x="1693" y="814"/>
                  </a:lnTo>
                  <a:lnTo>
                    <a:pt x="1709" y="813"/>
                  </a:lnTo>
                  <a:lnTo>
                    <a:pt x="1725" y="811"/>
                  </a:lnTo>
                  <a:lnTo>
                    <a:pt x="1740" y="811"/>
                  </a:lnTo>
                  <a:lnTo>
                    <a:pt x="1738" y="816"/>
                  </a:lnTo>
                  <a:lnTo>
                    <a:pt x="1734" y="820"/>
                  </a:lnTo>
                  <a:lnTo>
                    <a:pt x="1730" y="822"/>
                  </a:lnTo>
                  <a:lnTo>
                    <a:pt x="1724" y="824"/>
                  </a:lnTo>
                  <a:lnTo>
                    <a:pt x="1718" y="825"/>
                  </a:lnTo>
                  <a:lnTo>
                    <a:pt x="1714" y="828"/>
                  </a:lnTo>
                  <a:lnTo>
                    <a:pt x="1708" y="830"/>
                  </a:lnTo>
                  <a:lnTo>
                    <a:pt x="1703" y="832"/>
                  </a:lnTo>
                  <a:lnTo>
                    <a:pt x="1656" y="838"/>
                  </a:lnTo>
                  <a:lnTo>
                    <a:pt x="1611" y="840"/>
                  </a:lnTo>
                  <a:lnTo>
                    <a:pt x="1569" y="839"/>
                  </a:lnTo>
                  <a:lnTo>
                    <a:pt x="1528" y="835"/>
                  </a:lnTo>
                  <a:lnTo>
                    <a:pt x="1491" y="828"/>
                  </a:lnTo>
                  <a:lnTo>
                    <a:pt x="1457" y="817"/>
                  </a:lnTo>
                  <a:lnTo>
                    <a:pt x="1425" y="806"/>
                  </a:lnTo>
                  <a:lnTo>
                    <a:pt x="1394" y="791"/>
                  </a:lnTo>
                  <a:lnTo>
                    <a:pt x="1366" y="773"/>
                  </a:lnTo>
                  <a:lnTo>
                    <a:pt x="1339" y="754"/>
                  </a:lnTo>
                  <a:lnTo>
                    <a:pt x="1315" y="733"/>
                  </a:lnTo>
                  <a:lnTo>
                    <a:pt x="1293" y="710"/>
                  </a:lnTo>
                  <a:lnTo>
                    <a:pt x="1273" y="687"/>
                  </a:lnTo>
                  <a:lnTo>
                    <a:pt x="1254" y="662"/>
                  </a:lnTo>
                  <a:lnTo>
                    <a:pt x="1237" y="635"/>
                  </a:lnTo>
                  <a:lnTo>
                    <a:pt x="1221" y="608"/>
                  </a:lnTo>
                  <a:lnTo>
                    <a:pt x="1215" y="602"/>
                  </a:lnTo>
                  <a:lnTo>
                    <a:pt x="1209" y="599"/>
                  </a:lnTo>
                  <a:lnTo>
                    <a:pt x="1201" y="599"/>
                  </a:lnTo>
                  <a:lnTo>
                    <a:pt x="1193" y="603"/>
                  </a:lnTo>
                  <a:lnTo>
                    <a:pt x="1185" y="606"/>
                  </a:lnTo>
                  <a:lnTo>
                    <a:pt x="1176" y="611"/>
                  </a:lnTo>
                  <a:lnTo>
                    <a:pt x="1168" y="614"/>
                  </a:lnTo>
                  <a:lnTo>
                    <a:pt x="1160" y="617"/>
                  </a:lnTo>
                  <a:lnTo>
                    <a:pt x="1138" y="620"/>
                  </a:lnTo>
                  <a:lnTo>
                    <a:pt x="1118" y="628"/>
                  </a:lnTo>
                  <a:lnTo>
                    <a:pt x="1099" y="639"/>
                  </a:lnTo>
                  <a:lnTo>
                    <a:pt x="1081" y="652"/>
                  </a:lnTo>
                  <a:lnTo>
                    <a:pt x="1065" y="667"/>
                  </a:lnTo>
                  <a:lnTo>
                    <a:pt x="1052" y="685"/>
                  </a:lnTo>
                  <a:lnTo>
                    <a:pt x="1039" y="702"/>
                  </a:lnTo>
                  <a:lnTo>
                    <a:pt x="1028" y="719"/>
                  </a:lnTo>
                  <a:lnTo>
                    <a:pt x="1028" y="710"/>
                  </a:lnTo>
                  <a:lnTo>
                    <a:pt x="1033" y="680"/>
                  </a:lnTo>
                  <a:lnTo>
                    <a:pt x="1042" y="646"/>
                  </a:lnTo>
                  <a:lnTo>
                    <a:pt x="1057" y="617"/>
                  </a:lnTo>
                  <a:lnTo>
                    <a:pt x="1034" y="608"/>
                  </a:lnTo>
                  <a:lnTo>
                    <a:pt x="1012" y="595"/>
                  </a:lnTo>
                  <a:lnTo>
                    <a:pt x="990" y="581"/>
                  </a:lnTo>
                  <a:lnTo>
                    <a:pt x="970" y="565"/>
                  </a:lnTo>
                  <a:lnTo>
                    <a:pt x="949" y="548"/>
                  </a:lnTo>
                  <a:lnTo>
                    <a:pt x="928" y="529"/>
                  </a:lnTo>
                  <a:lnTo>
                    <a:pt x="910" y="511"/>
                  </a:lnTo>
                  <a:lnTo>
                    <a:pt x="891" y="492"/>
                  </a:lnTo>
                  <a:lnTo>
                    <a:pt x="871" y="496"/>
                  </a:lnTo>
                  <a:lnTo>
                    <a:pt x="849" y="502"/>
                  </a:lnTo>
                  <a:lnTo>
                    <a:pt x="829" y="507"/>
                  </a:lnTo>
                  <a:lnTo>
                    <a:pt x="808" y="514"/>
                  </a:lnTo>
                  <a:lnTo>
                    <a:pt x="789" y="522"/>
                  </a:lnTo>
                  <a:lnTo>
                    <a:pt x="769" y="530"/>
                  </a:lnTo>
                  <a:lnTo>
                    <a:pt x="751" y="541"/>
                  </a:lnTo>
                  <a:lnTo>
                    <a:pt x="732" y="552"/>
                  </a:lnTo>
                  <a:lnTo>
                    <a:pt x="714" y="564"/>
                  </a:lnTo>
                  <a:lnTo>
                    <a:pt x="697" y="576"/>
                  </a:lnTo>
                  <a:lnTo>
                    <a:pt x="679" y="590"/>
                  </a:lnTo>
                  <a:lnTo>
                    <a:pt x="663" y="604"/>
                  </a:lnTo>
                  <a:lnTo>
                    <a:pt x="647" y="620"/>
                  </a:lnTo>
                  <a:lnTo>
                    <a:pt x="632" y="636"/>
                  </a:lnTo>
                  <a:lnTo>
                    <a:pt x="617" y="654"/>
                  </a:lnTo>
                  <a:lnTo>
                    <a:pt x="603" y="671"/>
                  </a:lnTo>
                  <a:lnTo>
                    <a:pt x="595" y="684"/>
                  </a:lnTo>
                  <a:lnTo>
                    <a:pt x="587" y="697"/>
                  </a:lnTo>
                  <a:lnTo>
                    <a:pt x="580" y="711"/>
                  </a:lnTo>
                  <a:lnTo>
                    <a:pt x="575" y="724"/>
                  </a:lnTo>
                  <a:lnTo>
                    <a:pt x="569" y="738"/>
                  </a:lnTo>
                  <a:lnTo>
                    <a:pt x="563" y="752"/>
                  </a:lnTo>
                  <a:lnTo>
                    <a:pt x="559" y="767"/>
                  </a:lnTo>
                  <a:lnTo>
                    <a:pt x="554" y="780"/>
                  </a:lnTo>
                  <a:lnTo>
                    <a:pt x="546" y="775"/>
                  </a:lnTo>
                  <a:lnTo>
                    <a:pt x="541" y="765"/>
                  </a:lnTo>
                  <a:lnTo>
                    <a:pt x="539" y="755"/>
                  </a:lnTo>
                  <a:lnTo>
                    <a:pt x="536" y="745"/>
                  </a:lnTo>
                  <a:lnTo>
                    <a:pt x="536" y="710"/>
                  </a:lnTo>
                  <a:lnTo>
                    <a:pt x="541" y="679"/>
                  </a:lnTo>
                  <a:lnTo>
                    <a:pt x="553" y="649"/>
                  </a:lnTo>
                  <a:lnTo>
                    <a:pt x="570" y="621"/>
                  </a:lnTo>
                  <a:lnTo>
                    <a:pt x="590" y="596"/>
                  </a:lnTo>
                  <a:lnTo>
                    <a:pt x="614" y="573"/>
                  </a:lnTo>
                  <a:lnTo>
                    <a:pt x="639" y="552"/>
                  </a:lnTo>
                  <a:lnTo>
                    <a:pt x="667" y="533"/>
                  </a:lnTo>
                  <a:lnTo>
                    <a:pt x="678" y="526"/>
                  </a:lnTo>
                  <a:lnTo>
                    <a:pt x="691" y="520"/>
                  </a:lnTo>
                  <a:lnTo>
                    <a:pt x="703" y="514"/>
                  </a:lnTo>
                  <a:lnTo>
                    <a:pt x="715" y="508"/>
                  </a:lnTo>
                  <a:lnTo>
                    <a:pt x="728" y="504"/>
                  </a:lnTo>
                  <a:lnTo>
                    <a:pt x="741" y="499"/>
                  </a:lnTo>
                  <a:lnTo>
                    <a:pt x="753" y="495"/>
                  </a:lnTo>
                  <a:lnTo>
                    <a:pt x="766" y="490"/>
                  </a:lnTo>
                  <a:lnTo>
                    <a:pt x="779" y="487"/>
                  </a:lnTo>
                  <a:lnTo>
                    <a:pt x="791" y="483"/>
                  </a:lnTo>
                  <a:lnTo>
                    <a:pt x="805" y="479"/>
                  </a:lnTo>
                  <a:lnTo>
                    <a:pt x="818" y="475"/>
                  </a:lnTo>
                  <a:lnTo>
                    <a:pt x="832" y="472"/>
                  </a:lnTo>
                  <a:lnTo>
                    <a:pt x="844" y="468"/>
                  </a:lnTo>
                  <a:lnTo>
                    <a:pt x="858" y="465"/>
                  </a:lnTo>
                  <a:lnTo>
                    <a:pt x="871" y="461"/>
                  </a:lnTo>
                  <a:lnTo>
                    <a:pt x="865" y="449"/>
                  </a:lnTo>
                  <a:lnTo>
                    <a:pt x="858" y="435"/>
                  </a:lnTo>
                  <a:lnTo>
                    <a:pt x="851" y="421"/>
                  </a:lnTo>
                  <a:lnTo>
                    <a:pt x="844" y="408"/>
                  </a:lnTo>
                  <a:lnTo>
                    <a:pt x="837" y="394"/>
                  </a:lnTo>
                  <a:lnTo>
                    <a:pt x="832" y="381"/>
                  </a:lnTo>
                  <a:lnTo>
                    <a:pt x="825" y="366"/>
                  </a:lnTo>
                  <a:lnTo>
                    <a:pt x="820" y="352"/>
                  </a:lnTo>
                  <a:lnTo>
                    <a:pt x="579" y="430"/>
                  </a:lnTo>
                  <a:lnTo>
                    <a:pt x="571" y="427"/>
                  </a:lnTo>
                  <a:lnTo>
                    <a:pt x="552" y="419"/>
                  </a:lnTo>
                  <a:lnTo>
                    <a:pt x="523" y="408"/>
                  </a:lnTo>
                  <a:lnTo>
                    <a:pt x="485" y="394"/>
                  </a:lnTo>
                  <a:lnTo>
                    <a:pt x="441" y="378"/>
                  </a:lnTo>
                  <a:lnTo>
                    <a:pt x="392" y="362"/>
                  </a:lnTo>
                  <a:lnTo>
                    <a:pt x="340" y="344"/>
                  </a:lnTo>
                  <a:lnTo>
                    <a:pt x="287" y="325"/>
                  </a:lnTo>
                  <a:lnTo>
                    <a:pt x="233" y="307"/>
                  </a:lnTo>
                  <a:lnTo>
                    <a:pt x="181" y="290"/>
                  </a:lnTo>
                  <a:lnTo>
                    <a:pt x="132" y="273"/>
                  </a:lnTo>
                  <a:lnTo>
                    <a:pt x="89" y="258"/>
                  </a:lnTo>
                  <a:lnTo>
                    <a:pt x="53" y="246"/>
                  </a:lnTo>
                  <a:lnTo>
                    <a:pt x="24" y="237"/>
                  </a:lnTo>
                  <a:lnTo>
                    <a:pt x="7" y="231"/>
                  </a:lnTo>
                  <a:lnTo>
                    <a:pt x="0" y="229"/>
                  </a:lnTo>
                  <a:lnTo>
                    <a:pt x="0" y="202"/>
                  </a:lnTo>
                  <a:lnTo>
                    <a:pt x="569" y="402"/>
                  </a:lnTo>
                  <a:lnTo>
                    <a:pt x="812" y="321"/>
                  </a:lnTo>
                  <a:lnTo>
                    <a:pt x="807" y="306"/>
                  </a:lnTo>
                  <a:lnTo>
                    <a:pt x="805" y="288"/>
                  </a:lnTo>
                  <a:lnTo>
                    <a:pt x="799" y="275"/>
                  </a:lnTo>
                  <a:lnTo>
                    <a:pt x="787" y="271"/>
                  </a:lnTo>
                  <a:lnTo>
                    <a:pt x="582" y="340"/>
                  </a:lnTo>
                  <a:lnTo>
                    <a:pt x="572" y="341"/>
                  </a:lnTo>
                  <a:lnTo>
                    <a:pt x="552" y="337"/>
                  </a:lnTo>
                  <a:lnTo>
                    <a:pt x="523" y="330"/>
                  </a:lnTo>
                  <a:lnTo>
                    <a:pt x="485" y="321"/>
                  </a:lnTo>
                  <a:lnTo>
                    <a:pt x="441" y="308"/>
                  </a:lnTo>
                  <a:lnTo>
                    <a:pt x="393" y="294"/>
                  </a:lnTo>
                  <a:lnTo>
                    <a:pt x="342" y="278"/>
                  </a:lnTo>
                  <a:lnTo>
                    <a:pt x="289" y="262"/>
                  </a:lnTo>
                  <a:lnTo>
                    <a:pt x="237" y="246"/>
                  </a:lnTo>
                  <a:lnTo>
                    <a:pt x="187" y="230"/>
                  </a:lnTo>
                  <a:lnTo>
                    <a:pt x="139" y="214"/>
                  </a:lnTo>
                  <a:lnTo>
                    <a:pt x="97" y="201"/>
                  </a:lnTo>
                  <a:lnTo>
                    <a:pt x="61" y="189"/>
                  </a:lnTo>
                  <a:lnTo>
                    <a:pt x="35" y="180"/>
                  </a:lnTo>
                  <a:lnTo>
                    <a:pt x="16" y="174"/>
                  </a:lnTo>
                  <a:lnTo>
                    <a:pt x="10" y="172"/>
                  </a:lnTo>
                  <a:lnTo>
                    <a:pt x="7" y="172"/>
                  </a:lnTo>
                  <a:lnTo>
                    <a:pt x="5" y="165"/>
                  </a:lnTo>
                  <a:lnTo>
                    <a:pt x="5" y="158"/>
                  </a:lnTo>
                  <a:lnTo>
                    <a:pt x="5" y="151"/>
                  </a:lnTo>
                  <a:lnTo>
                    <a:pt x="5" y="143"/>
                  </a:lnTo>
                  <a:lnTo>
                    <a:pt x="569" y="315"/>
                  </a:lnTo>
                  <a:lnTo>
                    <a:pt x="785" y="243"/>
                  </a:lnTo>
                  <a:lnTo>
                    <a:pt x="794" y="237"/>
                  </a:lnTo>
                  <a:lnTo>
                    <a:pt x="805" y="229"/>
                  </a:lnTo>
                  <a:lnTo>
                    <a:pt x="819" y="220"/>
                  </a:lnTo>
                  <a:lnTo>
                    <a:pt x="834" y="212"/>
                  </a:lnTo>
                  <a:lnTo>
                    <a:pt x="849" y="204"/>
                  </a:lnTo>
                  <a:lnTo>
                    <a:pt x="864" y="196"/>
                  </a:lnTo>
                  <a:lnTo>
                    <a:pt x="876" y="190"/>
                  </a:lnTo>
                  <a:lnTo>
                    <a:pt x="888" y="186"/>
                  </a:lnTo>
                  <a:lnTo>
                    <a:pt x="891" y="193"/>
                  </a:lnTo>
                  <a:lnTo>
                    <a:pt x="890" y="200"/>
                  </a:lnTo>
                  <a:lnTo>
                    <a:pt x="886" y="205"/>
                  </a:lnTo>
                  <a:lnTo>
                    <a:pt x="880" y="212"/>
                  </a:lnTo>
                  <a:lnTo>
                    <a:pt x="874" y="218"/>
                  </a:lnTo>
                  <a:lnTo>
                    <a:pt x="867" y="224"/>
                  </a:lnTo>
                  <a:lnTo>
                    <a:pt x="861" y="230"/>
                  </a:lnTo>
                  <a:lnTo>
                    <a:pt x="858" y="237"/>
                  </a:lnTo>
                  <a:lnTo>
                    <a:pt x="848" y="254"/>
                  </a:lnTo>
                  <a:lnTo>
                    <a:pt x="842" y="269"/>
                  </a:lnTo>
                  <a:lnTo>
                    <a:pt x="842" y="284"/>
                  </a:lnTo>
                  <a:lnTo>
                    <a:pt x="845" y="300"/>
                  </a:lnTo>
                  <a:lnTo>
                    <a:pt x="852" y="316"/>
                  </a:lnTo>
                  <a:lnTo>
                    <a:pt x="861" y="333"/>
                  </a:lnTo>
                  <a:lnTo>
                    <a:pt x="873" y="354"/>
                  </a:lnTo>
                  <a:lnTo>
                    <a:pt x="886" y="377"/>
                  </a:lnTo>
                  <a:lnTo>
                    <a:pt x="901" y="401"/>
                  </a:lnTo>
                  <a:lnTo>
                    <a:pt x="916" y="424"/>
                  </a:lnTo>
                  <a:lnTo>
                    <a:pt x="932" y="447"/>
                  </a:lnTo>
                  <a:lnTo>
                    <a:pt x="949" y="469"/>
                  </a:lnTo>
                  <a:lnTo>
                    <a:pt x="966" y="491"/>
                  </a:lnTo>
                  <a:lnTo>
                    <a:pt x="985" y="513"/>
                  </a:lnTo>
                  <a:lnTo>
                    <a:pt x="1005" y="533"/>
                  </a:lnTo>
                  <a:lnTo>
                    <a:pt x="1026" y="552"/>
                  </a:lnTo>
                  <a:lnTo>
                    <a:pt x="1040" y="558"/>
                  </a:lnTo>
                  <a:lnTo>
                    <a:pt x="1055" y="564"/>
                  </a:lnTo>
                  <a:lnTo>
                    <a:pt x="1069" y="568"/>
                  </a:lnTo>
                  <a:lnTo>
                    <a:pt x="1084" y="573"/>
                  </a:lnTo>
                  <a:lnTo>
                    <a:pt x="1100" y="575"/>
                  </a:lnTo>
                  <a:lnTo>
                    <a:pt x="1115" y="576"/>
                  </a:lnTo>
                  <a:lnTo>
                    <a:pt x="1131" y="575"/>
                  </a:lnTo>
                  <a:lnTo>
                    <a:pt x="1147" y="573"/>
                  </a:lnTo>
                  <a:lnTo>
                    <a:pt x="1169" y="561"/>
                  </a:lnTo>
                  <a:lnTo>
                    <a:pt x="1190" y="548"/>
                  </a:lnTo>
                  <a:lnTo>
                    <a:pt x="1209" y="533"/>
                  </a:lnTo>
                  <a:lnTo>
                    <a:pt x="1229" y="514"/>
                  </a:lnTo>
                  <a:lnTo>
                    <a:pt x="1246" y="496"/>
                  </a:lnTo>
                  <a:lnTo>
                    <a:pt x="1262" y="476"/>
                  </a:lnTo>
                  <a:lnTo>
                    <a:pt x="1276" y="454"/>
                  </a:lnTo>
                  <a:lnTo>
                    <a:pt x="1288" y="432"/>
                  </a:lnTo>
                  <a:lnTo>
                    <a:pt x="1422" y="34"/>
                  </a:lnTo>
                  <a:lnTo>
                    <a:pt x="1429" y="27"/>
                  </a:lnTo>
                  <a:lnTo>
                    <a:pt x="1437" y="19"/>
                  </a:lnTo>
                  <a:lnTo>
                    <a:pt x="1445" y="12"/>
                  </a:lnTo>
                  <a:lnTo>
                    <a:pt x="1453" y="6"/>
                  </a:lnTo>
                  <a:lnTo>
                    <a:pt x="1463" y="2"/>
                  </a:lnTo>
                  <a:lnTo>
                    <a:pt x="1473" y="0"/>
                  </a:lnTo>
                  <a:lnTo>
                    <a:pt x="1483" y="2"/>
                  </a:lnTo>
                  <a:lnTo>
                    <a:pt x="149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4" name="Freeform 140"/>
            <p:cNvSpPr>
              <a:spLocks/>
            </p:cNvSpPr>
            <p:nvPr/>
          </p:nvSpPr>
          <p:spPr bwMode="auto">
            <a:xfrm>
              <a:off x="3106" y="3227"/>
              <a:ext cx="361" cy="452"/>
            </a:xfrm>
            <a:custGeom>
              <a:avLst/>
              <a:gdLst>
                <a:gd name="T0" fmla="*/ 171 w 722"/>
                <a:gd name="T1" fmla="*/ 405 h 903"/>
                <a:gd name="T2" fmla="*/ 204 w 722"/>
                <a:gd name="T3" fmla="*/ 181 h 903"/>
                <a:gd name="T4" fmla="*/ 242 w 722"/>
                <a:gd name="T5" fmla="*/ 100 h 903"/>
                <a:gd name="T6" fmla="*/ 287 w 722"/>
                <a:gd name="T7" fmla="*/ 95 h 903"/>
                <a:gd name="T8" fmla="*/ 288 w 722"/>
                <a:gd name="T9" fmla="*/ 278 h 903"/>
                <a:gd name="T10" fmla="*/ 322 w 722"/>
                <a:gd name="T11" fmla="*/ 257 h 903"/>
                <a:gd name="T12" fmla="*/ 340 w 722"/>
                <a:gd name="T13" fmla="*/ 216 h 903"/>
                <a:gd name="T14" fmla="*/ 349 w 722"/>
                <a:gd name="T15" fmla="*/ 90 h 903"/>
                <a:gd name="T16" fmla="*/ 339 w 722"/>
                <a:gd name="T17" fmla="*/ 49 h 903"/>
                <a:gd name="T18" fmla="*/ 305 w 722"/>
                <a:gd name="T19" fmla="*/ 19 h 903"/>
                <a:gd name="T20" fmla="*/ 249 w 722"/>
                <a:gd name="T21" fmla="*/ 15 h 903"/>
                <a:gd name="T22" fmla="*/ 193 w 722"/>
                <a:gd name="T23" fmla="*/ 22 h 903"/>
                <a:gd name="T24" fmla="*/ 141 w 722"/>
                <a:gd name="T25" fmla="*/ 38 h 903"/>
                <a:gd name="T26" fmla="*/ 85 w 722"/>
                <a:gd name="T27" fmla="*/ 63 h 903"/>
                <a:gd name="T28" fmla="*/ 49 w 722"/>
                <a:gd name="T29" fmla="*/ 106 h 903"/>
                <a:gd name="T30" fmla="*/ 23 w 722"/>
                <a:gd name="T31" fmla="*/ 233 h 903"/>
                <a:gd name="T32" fmla="*/ 28 w 722"/>
                <a:gd name="T33" fmla="*/ 283 h 903"/>
                <a:gd name="T34" fmla="*/ 55 w 722"/>
                <a:gd name="T35" fmla="*/ 321 h 903"/>
                <a:gd name="T36" fmla="*/ 87 w 722"/>
                <a:gd name="T37" fmla="*/ 331 h 903"/>
                <a:gd name="T38" fmla="*/ 113 w 722"/>
                <a:gd name="T39" fmla="*/ 334 h 903"/>
                <a:gd name="T40" fmla="*/ 138 w 722"/>
                <a:gd name="T41" fmla="*/ 333 h 903"/>
                <a:gd name="T42" fmla="*/ 165 w 722"/>
                <a:gd name="T43" fmla="*/ 326 h 903"/>
                <a:gd name="T44" fmla="*/ 165 w 722"/>
                <a:gd name="T45" fmla="*/ 339 h 903"/>
                <a:gd name="T46" fmla="*/ 138 w 722"/>
                <a:gd name="T47" fmla="*/ 346 h 903"/>
                <a:gd name="T48" fmla="*/ 113 w 722"/>
                <a:gd name="T49" fmla="*/ 350 h 903"/>
                <a:gd name="T50" fmla="*/ 88 w 722"/>
                <a:gd name="T51" fmla="*/ 349 h 903"/>
                <a:gd name="T52" fmla="*/ 61 w 722"/>
                <a:gd name="T53" fmla="*/ 344 h 903"/>
                <a:gd name="T54" fmla="*/ 27 w 722"/>
                <a:gd name="T55" fmla="*/ 325 h 903"/>
                <a:gd name="T56" fmla="*/ 5 w 722"/>
                <a:gd name="T57" fmla="*/ 293 h 903"/>
                <a:gd name="T58" fmla="*/ 3 w 722"/>
                <a:gd name="T59" fmla="*/ 183 h 903"/>
                <a:gd name="T60" fmla="*/ 31 w 722"/>
                <a:gd name="T61" fmla="*/ 79 h 903"/>
                <a:gd name="T62" fmla="*/ 49 w 722"/>
                <a:gd name="T63" fmla="*/ 54 h 903"/>
                <a:gd name="T64" fmla="*/ 72 w 722"/>
                <a:gd name="T65" fmla="*/ 39 h 903"/>
                <a:gd name="T66" fmla="*/ 99 w 722"/>
                <a:gd name="T67" fmla="*/ 30 h 903"/>
                <a:gd name="T68" fmla="*/ 137 w 722"/>
                <a:gd name="T69" fmla="*/ 20 h 903"/>
                <a:gd name="T70" fmla="*/ 152 w 722"/>
                <a:gd name="T71" fmla="*/ 17 h 903"/>
                <a:gd name="T72" fmla="*/ 187 w 722"/>
                <a:gd name="T73" fmla="*/ 10 h 903"/>
                <a:gd name="T74" fmla="*/ 230 w 722"/>
                <a:gd name="T75" fmla="*/ 3 h 903"/>
                <a:gd name="T76" fmla="*/ 266 w 722"/>
                <a:gd name="T77" fmla="*/ 0 h 903"/>
                <a:gd name="T78" fmla="*/ 315 w 722"/>
                <a:gd name="T79" fmla="*/ 7 h 903"/>
                <a:gd name="T80" fmla="*/ 350 w 722"/>
                <a:gd name="T81" fmla="*/ 35 h 903"/>
                <a:gd name="T82" fmla="*/ 361 w 722"/>
                <a:gd name="T83" fmla="*/ 105 h 903"/>
                <a:gd name="T84" fmla="*/ 360 w 722"/>
                <a:gd name="T85" fmla="*/ 181 h 903"/>
                <a:gd name="T86" fmla="*/ 354 w 722"/>
                <a:gd name="T87" fmla="*/ 235 h 903"/>
                <a:gd name="T88" fmla="*/ 325 w 722"/>
                <a:gd name="T89" fmla="*/ 278 h 903"/>
                <a:gd name="T90" fmla="*/ 301 w 722"/>
                <a:gd name="T91" fmla="*/ 292 h 903"/>
                <a:gd name="T92" fmla="*/ 277 w 722"/>
                <a:gd name="T93" fmla="*/ 305 h 903"/>
                <a:gd name="T94" fmla="*/ 289 w 722"/>
                <a:gd name="T95" fmla="*/ 107 h 903"/>
                <a:gd name="T96" fmla="*/ 250 w 722"/>
                <a:gd name="T97" fmla="*/ 113 h 903"/>
                <a:gd name="T98" fmla="*/ 178 w 722"/>
                <a:gd name="T99" fmla="*/ 452 h 90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22"/>
                <a:gd name="T151" fmla="*/ 0 h 903"/>
                <a:gd name="T152" fmla="*/ 722 w 722"/>
                <a:gd name="T153" fmla="*/ 903 h 903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22" h="903">
                  <a:moveTo>
                    <a:pt x="356" y="903"/>
                  </a:moveTo>
                  <a:lnTo>
                    <a:pt x="328" y="903"/>
                  </a:lnTo>
                  <a:lnTo>
                    <a:pt x="332" y="878"/>
                  </a:lnTo>
                  <a:lnTo>
                    <a:pt x="341" y="809"/>
                  </a:lnTo>
                  <a:lnTo>
                    <a:pt x="354" y="710"/>
                  </a:lnTo>
                  <a:lnTo>
                    <a:pt x="371" y="593"/>
                  </a:lnTo>
                  <a:lnTo>
                    <a:pt x="389" y="474"/>
                  </a:lnTo>
                  <a:lnTo>
                    <a:pt x="409" y="362"/>
                  </a:lnTo>
                  <a:lnTo>
                    <a:pt x="428" y="272"/>
                  </a:lnTo>
                  <a:lnTo>
                    <a:pt x="446" y="215"/>
                  </a:lnTo>
                  <a:lnTo>
                    <a:pt x="464" y="207"/>
                  </a:lnTo>
                  <a:lnTo>
                    <a:pt x="485" y="199"/>
                  </a:lnTo>
                  <a:lnTo>
                    <a:pt x="507" y="194"/>
                  </a:lnTo>
                  <a:lnTo>
                    <a:pt x="529" y="189"/>
                  </a:lnTo>
                  <a:lnTo>
                    <a:pt x="551" y="188"/>
                  </a:lnTo>
                  <a:lnTo>
                    <a:pt x="574" y="189"/>
                  </a:lnTo>
                  <a:lnTo>
                    <a:pt x="594" y="194"/>
                  </a:lnTo>
                  <a:lnTo>
                    <a:pt x="615" y="203"/>
                  </a:lnTo>
                  <a:lnTo>
                    <a:pt x="559" y="561"/>
                  </a:lnTo>
                  <a:lnTo>
                    <a:pt x="575" y="555"/>
                  </a:lnTo>
                  <a:lnTo>
                    <a:pt x="592" y="547"/>
                  </a:lnTo>
                  <a:lnTo>
                    <a:pt x="609" y="538"/>
                  </a:lnTo>
                  <a:lnTo>
                    <a:pt x="628" y="527"/>
                  </a:lnTo>
                  <a:lnTo>
                    <a:pt x="644" y="513"/>
                  </a:lnTo>
                  <a:lnTo>
                    <a:pt x="658" y="499"/>
                  </a:lnTo>
                  <a:lnTo>
                    <a:pt x="669" y="483"/>
                  </a:lnTo>
                  <a:lnTo>
                    <a:pt x="676" y="467"/>
                  </a:lnTo>
                  <a:lnTo>
                    <a:pt x="679" y="431"/>
                  </a:lnTo>
                  <a:lnTo>
                    <a:pt x="688" y="348"/>
                  </a:lnTo>
                  <a:lnTo>
                    <a:pt x="696" y="258"/>
                  </a:lnTo>
                  <a:lnTo>
                    <a:pt x="699" y="197"/>
                  </a:lnTo>
                  <a:lnTo>
                    <a:pt x="698" y="180"/>
                  </a:lnTo>
                  <a:lnTo>
                    <a:pt x="696" y="160"/>
                  </a:lnTo>
                  <a:lnTo>
                    <a:pt x="691" y="139"/>
                  </a:lnTo>
                  <a:lnTo>
                    <a:pt x="685" y="119"/>
                  </a:lnTo>
                  <a:lnTo>
                    <a:pt x="677" y="98"/>
                  </a:lnTo>
                  <a:lnTo>
                    <a:pt x="667" y="77"/>
                  </a:lnTo>
                  <a:lnTo>
                    <a:pt x="653" y="60"/>
                  </a:lnTo>
                  <a:lnTo>
                    <a:pt x="637" y="44"/>
                  </a:lnTo>
                  <a:lnTo>
                    <a:pt x="609" y="38"/>
                  </a:lnTo>
                  <a:lnTo>
                    <a:pt x="580" y="33"/>
                  </a:lnTo>
                  <a:lnTo>
                    <a:pt x="553" y="31"/>
                  </a:lnTo>
                  <a:lnTo>
                    <a:pt x="525" y="30"/>
                  </a:lnTo>
                  <a:lnTo>
                    <a:pt x="498" y="30"/>
                  </a:lnTo>
                  <a:lnTo>
                    <a:pt x="470" y="31"/>
                  </a:lnTo>
                  <a:lnTo>
                    <a:pt x="441" y="35"/>
                  </a:lnTo>
                  <a:lnTo>
                    <a:pt x="415" y="38"/>
                  </a:lnTo>
                  <a:lnTo>
                    <a:pt x="387" y="44"/>
                  </a:lnTo>
                  <a:lnTo>
                    <a:pt x="360" y="50"/>
                  </a:lnTo>
                  <a:lnTo>
                    <a:pt x="333" y="58"/>
                  </a:lnTo>
                  <a:lnTo>
                    <a:pt x="307" y="66"/>
                  </a:lnTo>
                  <a:lnTo>
                    <a:pt x="281" y="75"/>
                  </a:lnTo>
                  <a:lnTo>
                    <a:pt x="256" y="84"/>
                  </a:lnTo>
                  <a:lnTo>
                    <a:pt x="230" y="94"/>
                  </a:lnTo>
                  <a:lnTo>
                    <a:pt x="206" y="106"/>
                  </a:lnTo>
                  <a:lnTo>
                    <a:pt x="170" y="126"/>
                  </a:lnTo>
                  <a:lnTo>
                    <a:pt x="143" y="146"/>
                  </a:lnTo>
                  <a:lnTo>
                    <a:pt x="123" y="167"/>
                  </a:lnTo>
                  <a:lnTo>
                    <a:pt x="109" y="189"/>
                  </a:lnTo>
                  <a:lnTo>
                    <a:pt x="99" y="211"/>
                  </a:lnTo>
                  <a:lnTo>
                    <a:pt x="91" y="235"/>
                  </a:lnTo>
                  <a:lnTo>
                    <a:pt x="83" y="259"/>
                  </a:lnTo>
                  <a:lnTo>
                    <a:pt x="73" y="285"/>
                  </a:lnTo>
                  <a:lnTo>
                    <a:pt x="45" y="465"/>
                  </a:lnTo>
                  <a:lnTo>
                    <a:pt x="46" y="491"/>
                  </a:lnTo>
                  <a:lnTo>
                    <a:pt x="48" y="516"/>
                  </a:lnTo>
                  <a:lnTo>
                    <a:pt x="52" y="541"/>
                  </a:lnTo>
                  <a:lnTo>
                    <a:pt x="56" y="566"/>
                  </a:lnTo>
                  <a:lnTo>
                    <a:pt x="64" y="588"/>
                  </a:lnTo>
                  <a:lnTo>
                    <a:pt x="76" y="608"/>
                  </a:lnTo>
                  <a:lnTo>
                    <a:pt x="91" y="627"/>
                  </a:lnTo>
                  <a:lnTo>
                    <a:pt x="111" y="641"/>
                  </a:lnTo>
                  <a:lnTo>
                    <a:pt x="128" y="647"/>
                  </a:lnTo>
                  <a:lnTo>
                    <a:pt x="144" y="653"/>
                  </a:lnTo>
                  <a:lnTo>
                    <a:pt x="160" y="658"/>
                  </a:lnTo>
                  <a:lnTo>
                    <a:pt x="174" y="661"/>
                  </a:lnTo>
                  <a:lnTo>
                    <a:pt x="188" y="665"/>
                  </a:lnTo>
                  <a:lnTo>
                    <a:pt x="202" y="667"/>
                  </a:lnTo>
                  <a:lnTo>
                    <a:pt x="214" y="668"/>
                  </a:lnTo>
                  <a:lnTo>
                    <a:pt x="227" y="668"/>
                  </a:lnTo>
                  <a:lnTo>
                    <a:pt x="238" y="668"/>
                  </a:lnTo>
                  <a:lnTo>
                    <a:pt x="251" y="668"/>
                  </a:lnTo>
                  <a:lnTo>
                    <a:pt x="263" y="667"/>
                  </a:lnTo>
                  <a:lnTo>
                    <a:pt x="275" y="665"/>
                  </a:lnTo>
                  <a:lnTo>
                    <a:pt x="288" y="662"/>
                  </a:lnTo>
                  <a:lnTo>
                    <a:pt x="301" y="659"/>
                  </a:lnTo>
                  <a:lnTo>
                    <a:pt x="314" y="656"/>
                  </a:lnTo>
                  <a:lnTo>
                    <a:pt x="329" y="652"/>
                  </a:lnTo>
                  <a:lnTo>
                    <a:pt x="333" y="657"/>
                  </a:lnTo>
                  <a:lnTo>
                    <a:pt x="333" y="664"/>
                  </a:lnTo>
                  <a:lnTo>
                    <a:pt x="331" y="672"/>
                  </a:lnTo>
                  <a:lnTo>
                    <a:pt x="329" y="677"/>
                  </a:lnTo>
                  <a:lnTo>
                    <a:pt x="316" y="682"/>
                  </a:lnTo>
                  <a:lnTo>
                    <a:pt x="302" y="686"/>
                  </a:lnTo>
                  <a:lnTo>
                    <a:pt x="289" y="690"/>
                  </a:lnTo>
                  <a:lnTo>
                    <a:pt x="276" y="692"/>
                  </a:lnTo>
                  <a:lnTo>
                    <a:pt x="264" y="695"/>
                  </a:lnTo>
                  <a:lnTo>
                    <a:pt x="251" y="697"/>
                  </a:lnTo>
                  <a:lnTo>
                    <a:pt x="238" y="699"/>
                  </a:lnTo>
                  <a:lnTo>
                    <a:pt x="226" y="699"/>
                  </a:lnTo>
                  <a:lnTo>
                    <a:pt x="213" y="700"/>
                  </a:lnTo>
                  <a:lnTo>
                    <a:pt x="202" y="700"/>
                  </a:lnTo>
                  <a:lnTo>
                    <a:pt x="189" y="699"/>
                  </a:lnTo>
                  <a:lnTo>
                    <a:pt x="176" y="698"/>
                  </a:lnTo>
                  <a:lnTo>
                    <a:pt x="164" y="696"/>
                  </a:lnTo>
                  <a:lnTo>
                    <a:pt x="150" y="694"/>
                  </a:lnTo>
                  <a:lnTo>
                    <a:pt x="137" y="690"/>
                  </a:lnTo>
                  <a:lnTo>
                    <a:pt x="123" y="687"/>
                  </a:lnTo>
                  <a:lnTo>
                    <a:pt x="106" y="680"/>
                  </a:lnTo>
                  <a:lnTo>
                    <a:pt x="88" y="672"/>
                  </a:lnTo>
                  <a:lnTo>
                    <a:pt x="71" y="661"/>
                  </a:lnTo>
                  <a:lnTo>
                    <a:pt x="55" y="650"/>
                  </a:lnTo>
                  <a:lnTo>
                    <a:pt x="40" y="636"/>
                  </a:lnTo>
                  <a:lnTo>
                    <a:pt x="28" y="621"/>
                  </a:lnTo>
                  <a:lnTo>
                    <a:pt x="18" y="605"/>
                  </a:lnTo>
                  <a:lnTo>
                    <a:pt x="10" y="586"/>
                  </a:lnTo>
                  <a:lnTo>
                    <a:pt x="2" y="531"/>
                  </a:lnTo>
                  <a:lnTo>
                    <a:pt x="0" y="476"/>
                  </a:lnTo>
                  <a:lnTo>
                    <a:pt x="1" y="421"/>
                  </a:lnTo>
                  <a:lnTo>
                    <a:pt x="7" y="365"/>
                  </a:lnTo>
                  <a:lnTo>
                    <a:pt x="16" y="311"/>
                  </a:lnTo>
                  <a:lnTo>
                    <a:pt x="29" y="258"/>
                  </a:lnTo>
                  <a:lnTo>
                    <a:pt x="44" y="206"/>
                  </a:lnTo>
                  <a:lnTo>
                    <a:pt x="62" y="157"/>
                  </a:lnTo>
                  <a:lnTo>
                    <a:pt x="71" y="142"/>
                  </a:lnTo>
                  <a:lnTo>
                    <a:pt x="81" y="129"/>
                  </a:lnTo>
                  <a:lnTo>
                    <a:pt x="90" y="118"/>
                  </a:lnTo>
                  <a:lnTo>
                    <a:pt x="99" y="107"/>
                  </a:lnTo>
                  <a:lnTo>
                    <a:pt x="109" y="99"/>
                  </a:lnTo>
                  <a:lnTo>
                    <a:pt x="120" y="91"/>
                  </a:lnTo>
                  <a:lnTo>
                    <a:pt x="131" y="84"/>
                  </a:lnTo>
                  <a:lnTo>
                    <a:pt x="143" y="78"/>
                  </a:lnTo>
                  <a:lnTo>
                    <a:pt x="155" y="73"/>
                  </a:lnTo>
                  <a:lnTo>
                    <a:pt x="169" y="68"/>
                  </a:lnTo>
                  <a:lnTo>
                    <a:pt x="183" y="63"/>
                  </a:lnTo>
                  <a:lnTo>
                    <a:pt x="199" y="59"/>
                  </a:lnTo>
                  <a:lnTo>
                    <a:pt x="215" y="54"/>
                  </a:lnTo>
                  <a:lnTo>
                    <a:pt x="233" y="50"/>
                  </a:lnTo>
                  <a:lnTo>
                    <a:pt x="252" y="45"/>
                  </a:lnTo>
                  <a:lnTo>
                    <a:pt x="273" y="39"/>
                  </a:lnTo>
                  <a:lnTo>
                    <a:pt x="275" y="39"/>
                  </a:lnTo>
                  <a:lnTo>
                    <a:pt x="281" y="38"/>
                  </a:lnTo>
                  <a:lnTo>
                    <a:pt x="290" y="36"/>
                  </a:lnTo>
                  <a:lnTo>
                    <a:pt x="303" y="33"/>
                  </a:lnTo>
                  <a:lnTo>
                    <a:pt x="319" y="30"/>
                  </a:lnTo>
                  <a:lnTo>
                    <a:pt x="336" y="26"/>
                  </a:lnTo>
                  <a:lnTo>
                    <a:pt x="355" y="23"/>
                  </a:lnTo>
                  <a:lnTo>
                    <a:pt x="375" y="20"/>
                  </a:lnTo>
                  <a:lnTo>
                    <a:pt x="397" y="16"/>
                  </a:lnTo>
                  <a:lnTo>
                    <a:pt x="418" y="13"/>
                  </a:lnTo>
                  <a:lnTo>
                    <a:pt x="440" y="9"/>
                  </a:lnTo>
                  <a:lnTo>
                    <a:pt x="461" y="6"/>
                  </a:lnTo>
                  <a:lnTo>
                    <a:pt x="481" y="3"/>
                  </a:lnTo>
                  <a:lnTo>
                    <a:pt x="500" y="1"/>
                  </a:lnTo>
                  <a:lnTo>
                    <a:pt x="516" y="0"/>
                  </a:lnTo>
                  <a:lnTo>
                    <a:pt x="531" y="0"/>
                  </a:lnTo>
                  <a:lnTo>
                    <a:pt x="556" y="0"/>
                  </a:lnTo>
                  <a:lnTo>
                    <a:pt x="582" y="2"/>
                  </a:lnTo>
                  <a:lnTo>
                    <a:pt x="606" y="7"/>
                  </a:lnTo>
                  <a:lnTo>
                    <a:pt x="629" y="13"/>
                  </a:lnTo>
                  <a:lnTo>
                    <a:pt x="650" y="22"/>
                  </a:lnTo>
                  <a:lnTo>
                    <a:pt x="668" y="33"/>
                  </a:lnTo>
                  <a:lnTo>
                    <a:pt x="685" y="50"/>
                  </a:lnTo>
                  <a:lnTo>
                    <a:pt x="699" y="69"/>
                  </a:lnTo>
                  <a:lnTo>
                    <a:pt x="711" y="98"/>
                  </a:lnTo>
                  <a:lnTo>
                    <a:pt x="718" y="131"/>
                  </a:lnTo>
                  <a:lnTo>
                    <a:pt x="721" y="169"/>
                  </a:lnTo>
                  <a:lnTo>
                    <a:pt x="722" y="209"/>
                  </a:lnTo>
                  <a:lnTo>
                    <a:pt x="722" y="249"/>
                  </a:lnTo>
                  <a:lnTo>
                    <a:pt x="720" y="289"/>
                  </a:lnTo>
                  <a:lnTo>
                    <a:pt x="719" y="327"/>
                  </a:lnTo>
                  <a:lnTo>
                    <a:pt x="719" y="362"/>
                  </a:lnTo>
                  <a:lnTo>
                    <a:pt x="716" y="391"/>
                  </a:lnTo>
                  <a:lnTo>
                    <a:pt x="715" y="417"/>
                  </a:lnTo>
                  <a:lnTo>
                    <a:pt x="713" y="445"/>
                  </a:lnTo>
                  <a:lnTo>
                    <a:pt x="708" y="470"/>
                  </a:lnTo>
                  <a:lnTo>
                    <a:pt x="700" y="494"/>
                  </a:lnTo>
                  <a:lnTo>
                    <a:pt x="689" y="516"/>
                  </a:lnTo>
                  <a:lnTo>
                    <a:pt x="673" y="537"/>
                  </a:lnTo>
                  <a:lnTo>
                    <a:pt x="650" y="555"/>
                  </a:lnTo>
                  <a:lnTo>
                    <a:pt x="638" y="562"/>
                  </a:lnTo>
                  <a:lnTo>
                    <a:pt x="625" y="570"/>
                  </a:lnTo>
                  <a:lnTo>
                    <a:pt x="614" y="577"/>
                  </a:lnTo>
                  <a:lnTo>
                    <a:pt x="602" y="584"/>
                  </a:lnTo>
                  <a:lnTo>
                    <a:pt x="590" y="592"/>
                  </a:lnTo>
                  <a:lnTo>
                    <a:pt x="578" y="598"/>
                  </a:lnTo>
                  <a:lnTo>
                    <a:pt x="565" y="604"/>
                  </a:lnTo>
                  <a:lnTo>
                    <a:pt x="553" y="609"/>
                  </a:lnTo>
                  <a:lnTo>
                    <a:pt x="503" y="903"/>
                  </a:lnTo>
                  <a:lnTo>
                    <a:pt x="478" y="903"/>
                  </a:lnTo>
                  <a:lnTo>
                    <a:pt x="589" y="215"/>
                  </a:lnTo>
                  <a:lnTo>
                    <a:pt x="577" y="213"/>
                  </a:lnTo>
                  <a:lnTo>
                    <a:pt x="561" y="213"/>
                  </a:lnTo>
                  <a:lnTo>
                    <a:pt x="542" y="215"/>
                  </a:lnTo>
                  <a:lnTo>
                    <a:pt x="522" y="219"/>
                  </a:lnTo>
                  <a:lnTo>
                    <a:pt x="500" y="225"/>
                  </a:lnTo>
                  <a:lnTo>
                    <a:pt x="481" y="230"/>
                  </a:lnTo>
                  <a:lnTo>
                    <a:pt x="465" y="235"/>
                  </a:lnTo>
                  <a:lnTo>
                    <a:pt x="454" y="241"/>
                  </a:lnTo>
                  <a:lnTo>
                    <a:pt x="356" y="90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5" name="Freeform 141"/>
            <p:cNvSpPr>
              <a:spLocks/>
            </p:cNvSpPr>
            <p:nvPr/>
          </p:nvSpPr>
          <p:spPr bwMode="auto">
            <a:xfrm>
              <a:off x="3162" y="3260"/>
              <a:ext cx="214" cy="263"/>
            </a:xfrm>
            <a:custGeom>
              <a:avLst/>
              <a:gdLst>
                <a:gd name="T0" fmla="*/ 204 w 428"/>
                <a:gd name="T1" fmla="*/ 2 h 526"/>
                <a:gd name="T2" fmla="*/ 184 w 428"/>
                <a:gd name="T3" fmla="*/ 8 h 526"/>
                <a:gd name="T4" fmla="*/ 165 w 428"/>
                <a:gd name="T5" fmla="*/ 14 h 526"/>
                <a:gd name="T6" fmla="*/ 148 w 428"/>
                <a:gd name="T7" fmla="*/ 20 h 526"/>
                <a:gd name="T8" fmla="*/ 130 w 428"/>
                <a:gd name="T9" fmla="*/ 26 h 526"/>
                <a:gd name="T10" fmla="*/ 112 w 428"/>
                <a:gd name="T11" fmla="*/ 33 h 526"/>
                <a:gd name="T12" fmla="*/ 96 w 428"/>
                <a:gd name="T13" fmla="*/ 39 h 526"/>
                <a:gd name="T14" fmla="*/ 79 w 428"/>
                <a:gd name="T15" fmla="*/ 45 h 526"/>
                <a:gd name="T16" fmla="*/ 57 w 428"/>
                <a:gd name="T17" fmla="*/ 58 h 526"/>
                <a:gd name="T18" fmla="*/ 39 w 428"/>
                <a:gd name="T19" fmla="*/ 83 h 526"/>
                <a:gd name="T20" fmla="*/ 28 w 428"/>
                <a:gd name="T21" fmla="*/ 114 h 526"/>
                <a:gd name="T22" fmla="*/ 23 w 428"/>
                <a:gd name="T23" fmla="*/ 146 h 526"/>
                <a:gd name="T24" fmla="*/ 18 w 428"/>
                <a:gd name="T25" fmla="*/ 263 h 526"/>
                <a:gd name="T26" fmla="*/ 13 w 428"/>
                <a:gd name="T27" fmla="*/ 263 h 526"/>
                <a:gd name="T28" fmla="*/ 8 w 428"/>
                <a:gd name="T29" fmla="*/ 262 h 526"/>
                <a:gd name="T30" fmla="*/ 3 w 428"/>
                <a:gd name="T31" fmla="*/ 260 h 526"/>
                <a:gd name="T32" fmla="*/ 1 w 428"/>
                <a:gd name="T33" fmla="*/ 259 h 526"/>
                <a:gd name="T34" fmla="*/ 0 w 428"/>
                <a:gd name="T35" fmla="*/ 206 h 526"/>
                <a:gd name="T36" fmla="*/ 3 w 428"/>
                <a:gd name="T37" fmla="*/ 153 h 526"/>
                <a:gd name="T38" fmla="*/ 15 w 428"/>
                <a:gd name="T39" fmla="*/ 102 h 526"/>
                <a:gd name="T40" fmla="*/ 38 w 428"/>
                <a:gd name="T41" fmla="*/ 57 h 526"/>
                <a:gd name="T42" fmla="*/ 54 w 428"/>
                <a:gd name="T43" fmla="*/ 47 h 526"/>
                <a:gd name="T44" fmla="*/ 72 w 428"/>
                <a:gd name="T45" fmla="*/ 38 h 526"/>
                <a:gd name="T46" fmla="*/ 90 w 428"/>
                <a:gd name="T47" fmla="*/ 30 h 526"/>
                <a:gd name="T48" fmla="*/ 108 w 428"/>
                <a:gd name="T49" fmla="*/ 24 h 526"/>
                <a:gd name="T50" fmla="*/ 126 w 428"/>
                <a:gd name="T51" fmla="*/ 18 h 526"/>
                <a:gd name="T52" fmla="*/ 146 w 428"/>
                <a:gd name="T53" fmla="*/ 12 h 526"/>
                <a:gd name="T54" fmla="*/ 165 w 428"/>
                <a:gd name="T55" fmla="*/ 8 h 526"/>
                <a:gd name="T56" fmla="*/ 184 w 428"/>
                <a:gd name="T57" fmla="*/ 3 h 526"/>
                <a:gd name="T58" fmla="*/ 191 w 428"/>
                <a:gd name="T59" fmla="*/ 2 h 526"/>
                <a:gd name="T60" fmla="*/ 199 w 428"/>
                <a:gd name="T61" fmla="*/ 1 h 526"/>
                <a:gd name="T62" fmla="*/ 207 w 428"/>
                <a:gd name="T63" fmla="*/ 1 h 526"/>
                <a:gd name="T64" fmla="*/ 214 w 428"/>
                <a:gd name="T65" fmla="*/ 0 h 5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8"/>
                <a:gd name="T100" fmla="*/ 0 h 526"/>
                <a:gd name="T101" fmla="*/ 428 w 428"/>
                <a:gd name="T102" fmla="*/ 526 h 5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8" h="526">
                  <a:moveTo>
                    <a:pt x="428" y="0"/>
                  </a:moveTo>
                  <a:lnTo>
                    <a:pt x="407" y="5"/>
                  </a:lnTo>
                  <a:lnTo>
                    <a:pt x="388" y="11"/>
                  </a:lnTo>
                  <a:lnTo>
                    <a:pt x="368" y="17"/>
                  </a:lnTo>
                  <a:lnTo>
                    <a:pt x="349" y="23"/>
                  </a:lnTo>
                  <a:lnTo>
                    <a:pt x="330" y="28"/>
                  </a:lnTo>
                  <a:lnTo>
                    <a:pt x="312" y="34"/>
                  </a:lnTo>
                  <a:lnTo>
                    <a:pt x="295" y="41"/>
                  </a:lnTo>
                  <a:lnTo>
                    <a:pt x="276" y="47"/>
                  </a:lnTo>
                  <a:lnTo>
                    <a:pt x="259" y="53"/>
                  </a:lnTo>
                  <a:lnTo>
                    <a:pt x="242" y="60"/>
                  </a:lnTo>
                  <a:lnTo>
                    <a:pt x="225" y="65"/>
                  </a:lnTo>
                  <a:lnTo>
                    <a:pt x="208" y="71"/>
                  </a:lnTo>
                  <a:lnTo>
                    <a:pt x="191" y="78"/>
                  </a:lnTo>
                  <a:lnTo>
                    <a:pt x="175" y="84"/>
                  </a:lnTo>
                  <a:lnTo>
                    <a:pt x="157" y="91"/>
                  </a:lnTo>
                  <a:lnTo>
                    <a:pt x="141" y="96"/>
                  </a:lnTo>
                  <a:lnTo>
                    <a:pt x="115" y="116"/>
                  </a:lnTo>
                  <a:lnTo>
                    <a:pt x="94" y="140"/>
                  </a:lnTo>
                  <a:lnTo>
                    <a:pt x="78" y="167"/>
                  </a:lnTo>
                  <a:lnTo>
                    <a:pt x="66" y="197"/>
                  </a:lnTo>
                  <a:lnTo>
                    <a:pt x="57" y="228"/>
                  </a:lnTo>
                  <a:lnTo>
                    <a:pt x="50" y="260"/>
                  </a:lnTo>
                  <a:lnTo>
                    <a:pt x="45" y="292"/>
                  </a:lnTo>
                  <a:lnTo>
                    <a:pt x="39" y="323"/>
                  </a:lnTo>
                  <a:lnTo>
                    <a:pt x="35" y="525"/>
                  </a:lnTo>
                  <a:lnTo>
                    <a:pt x="32" y="526"/>
                  </a:lnTo>
                  <a:lnTo>
                    <a:pt x="27" y="526"/>
                  </a:lnTo>
                  <a:lnTo>
                    <a:pt x="22" y="525"/>
                  </a:lnTo>
                  <a:lnTo>
                    <a:pt x="16" y="524"/>
                  </a:lnTo>
                  <a:lnTo>
                    <a:pt x="10" y="522"/>
                  </a:lnTo>
                  <a:lnTo>
                    <a:pt x="5" y="520"/>
                  </a:lnTo>
                  <a:lnTo>
                    <a:pt x="2" y="518"/>
                  </a:lnTo>
                  <a:lnTo>
                    <a:pt x="1" y="518"/>
                  </a:lnTo>
                  <a:lnTo>
                    <a:pt x="0" y="465"/>
                  </a:lnTo>
                  <a:lnTo>
                    <a:pt x="0" y="412"/>
                  </a:lnTo>
                  <a:lnTo>
                    <a:pt x="2" y="358"/>
                  </a:lnTo>
                  <a:lnTo>
                    <a:pt x="7" y="306"/>
                  </a:lnTo>
                  <a:lnTo>
                    <a:pt x="16" y="254"/>
                  </a:lnTo>
                  <a:lnTo>
                    <a:pt x="30" y="205"/>
                  </a:lnTo>
                  <a:lnTo>
                    <a:pt x="49" y="159"/>
                  </a:lnTo>
                  <a:lnTo>
                    <a:pt x="76" y="115"/>
                  </a:lnTo>
                  <a:lnTo>
                    <a:pt x="92" y="105"/>
                  </a:lnTo>
                  <a:lnTo>
                    <a:pt x="109" y="94"/>
                  </a:lnTo>
                  <a:lnTo>
                    <a:pt x="126" y="85"/>
                  </a:lnTo>
                  <a:lnTo>
                    <a:pt x="144" y="77"/>
                  </a:lnTo>
                  <a:lnTo>
                    <a:pt x="161" y="69"/>
                  </a:lnTo>
                  <a:lnTo>
                    <a:pt x="179" y="61"/>
                  </a:lnTo>
                  <a:lnTo>
                    <a:pt x="198" y="54"/>
                  </a:lnTo>
                  <a:lnTo>
                    <a:pt x="216" y="48"/>
                  </a:lnTo>
                  <a:lnTo>
                    <a:pt x="235" y="41"/>
                  </a:lnTo>
                  <a:lnTo>
                    <a:pt x="253" y="37"/>
                  </a:lnTo>
                  <a:lnTo>
                    <a:pt x="272" y="31"/>
                  </a:lnTo>
                  <a:lnTo>
                    <a:pt x="291" y="25"/>
                  </a:lnTo>
                  <a:lnTo>
                    <a:pt x="310" y="20"/>
                  </a:lnTo>
                  <a:lnTo>
                    <a:pt x="329" y="16"/>
                  </a:lnTo>
                  <a:lnTo>
                    <a:pt x="348" y="11"/>
                  </a:lnTo>
                  <a:lnTo>
                    <a:pt x="367" y="7"/>
                  </a:lnTo>
                  <a:lnTo>
                    <a:pt x="375" y="5"/>
                  </a:lnTo>
                  <a:lnTo>
                    <a:pt x="382" y="4"/>
                  </a:lnTo>
                  <a:lnTo>
                    <a:pt x="390" y="3"/>
                  </a:lnTo>
                  <a:lnTo>
                    <a:pt x="398" y="3"/>
                  </a:lnTo>
                  <a:lnTo>
                    <a:pt x="405" y="2"/>
                  </a:lnTo>
                  <a:lnTo>
                    <a:pt x="413" y="1"/>
                  </a:lnTo>
                  <a:lnTo>
                    <a:pt x="420" y="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6" name="Freeform 142"/>
            <p:cNvSpPr>
              <a:spLocks/>
            </p:cNvSpPr>
            <p:nvPr/>
          </p:nvSpPr>
          <p:spPr bwMode="auto">
            <a:xfrm>
              <a:off x="3293" y="3347"/>
              <a:ext cx="64" cy="331"/>
            </a:xfrm>
            <a:custGeom>
              <a:avLst/>
              <a:gdLst>
                <a:gd name="T0" fmla="*/ 0 w 128"/>
                <a:gd name="T1" fmla="*/ 331 h 661"/>
                <a:gd name="T2" fmla="*/ 37 w 128"/>
                <a:gd name="T3" fmla="*/ 108 h 661"/>
                <a:gd name="T4" fmla="*/ 56 w 128"/>
                <a:gd name="T5" fmla="*/ 3 h 661"/>
                <a:gd name="T6" fmla="*/ 57 w 128"/>
                <a:gd name="T7" fmla="*/ 1 h 661"/>
                <a:gd name="T8" fmla="*/ 59 w 128"/>
                <a:gd name="T9" fmla="*/ 0 h 661"/>
                <a:gd name="T10" fmla="*/ 62 w 128"/>
                <a:gd name="T11" fmla="*/ 0 h 661"/>
                <a:gd name="T12" fmla="*/ 64 w 128"/>
                <a:gd name="T13" fmla="*/ 0 h 661"/>
                <a:gd name="T14" fmla="*/ 46 w 128"/>
                <a:gd name="T15" fmla="*/ 111 h 661"/>
                <a:gd name="T16" fmla="*/ 10 w 128"/>
                <a:gd name="T17" fmla="*/ 331 h 661"/>
                <a:gd name="T18" fmla="*/ 0 w 128"/>
                <a:gd name="T19" fmla="*/ 331 h 6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8"/>
                <a:gd name="T31" fmla="*/ 0 h 661"/>
                <a:gd name="T32" fmla="*/ 128 w 128"/>
                <a:gd name="T33" fmla="*/ 661 h 66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8" h="661">
                  <a:moveTo>
                    <a:pt x="0" y="661"/>
                  </a:moveTo>
                  <a:lnTo>
                    <a:pt x="74" y="215"/>
                  </a:lnTo>
                  <a:lnTo>
                    <a:pt x="113" y="6"/>
                  </a:lnTo>
                  <a:lnTo>
                    <a:pt x="114" y="1"/>
                  </a:lnTo>
                  <a:lnTo>
                    <a:pt x="118" y="0"/>
                  </a:lnTo>
                  <a:lnTo>
                    <a:pt x="124" y="0"/>
                  </a:lnTo>
                  <a:lnTo>
                    <a:pt x="128" y="0"/>
                  </a:lnTo>
                  <a:lnTo>
                    <a:pt x="92" y="222"/>
                  </a:lnTo>
                  <a:lnTo>
                    <a:pt x="20" y="661"/>
                  </a:lnTo>
                  <a:lnTo>
                    <a:pt x="0" y="6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7" name="Freeform 143"/>
            <p:cNvSpPr>
              <a:spLocks/>
            </p:cNvSpPr>
            <p:nvPr/>
          </p:nvSpPr>
          <p:spPr bwMode="auto">
            <a:xfrm>
              <a:off x="2649" y="2775"/>
              <a:ext cx="44" cy="198"/>
            </a:xfrm>
            <a:custGeom>
              <a:avLst/>
              <a:gdLst>
                <a:gd name="T0" fmla="*/ 44 w 88"/>
                <a:gd name="T1" fmla="*/ 197 h 395"/>
                <a:gd name="T2" fmla="*/ 40 w 88"/>
                <a:gd name="T3" fmla="*/ 0 h 395"/>
                <a:gd name="T4" fmla="*/ 0 w 88"/>
                <a:gd name="T5" fmla="*/ 1 h 395"/>
                <a:gd name="T6" fmla="*/ 5 w 88"/>
                <a:gd name="T7" fmla="*/ 198 h 395"/>
                <a:gd name="T8" fmla="*/ 44 w 88"/>
                <a:gd name="T9" fmla="*/ 197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395"/>
                <a:gd name="T17" fmla="*/ 88 w 88"/>
                <a:gd name="T18" fmla="*/ 395 h 3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395">
                  <a:moveTo>
                    <a:pt x="88" y="394"/>
                  </a:moveTo>
                  <a:lnTo>
                    <a:pt x="79" y="0"/>
                  </a:lnTo>
                  <a:lnTo>
                    <a:pt x="0" y="1"/>
                  </a:lnTo>
                  <a:lnTo>
                    <a:pt x="9" y="395"/>
                  </a:lnTo>
                  <a:lnTo>
                    <a:pt x="88" y="394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8" name="Freeform 144"/>
            <p:cNvSpPr>
              <a:spLocks/>
            </p:cNvSpPr>
            <p:nvPr/>
          </p:nvSpPr>
          <p:spPr bwMode="auto">
            <a:xfrm>
              <a:off x="2705" y="2698"/>
              <a:ext cx="45" cy="273"/>
            </a:xfrm>
            <a:custGeom>
              <a:avLst/>
              <a:gdLst>
                <a:gd name="T0" fmla="*/ 45 w 90"/>
                <a:gd name="T1" fmla="*/ 272 h 545"/>
                <a:gd name="T2" fmla="*/ 40 w 90"/>
                <a:gd name="T3" fmla="*/ 0 h 545"/>
                <a:gd name="T4" fmla="*/ 0 w 90"/>
                <a:gd name="T5" fmla="*/ 1 h 545"/>
                <a:gd name="T6" fmla="*/ 5 w 90"/>
                <a:gd name="T7" fmla="*/ 273 h 545"/>
                <a:gd name="T8" fmla="*/ 45 w 90"/>
                <a:gd name="T9" fmla="*/ 272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545"/>
                <a:gd name="T17" fmla="*/ 90 w 90"/>
                <a:gd name="T18" fmla="*/ 545 h 5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545">
                  <a:moveTo>
                    <a:pt x="90" y="543"/>
                  </a:moveTo>
                  <a:lnTo>
                    <a:pt x="80" y="0"/>
                  </a:lnTo>
                  <a:lnTo>
                    <a:pt x="0" y="2"/>
                  </a:lnTo>
                  <a:lnTo>
                    <a:pt x="9" y="545"/>
                  </a:lnTo>
                  <a:lnTo>
                    <a:pt x="90" y="543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319" name="Freeform 145"/>
            <p:cNvSpPr>
              <a:spLocks/>
            </p:cNvSpPr>
            <p:nvPr/>
          </p:nvSpPr>
          <p:spPr bwMode="auto">
            <a:xfrm>
              <a:off x="2760" y="2743"/>
              <a:ext cx="45" cy="225"/>
            </a:xfrm>
            <a:custGeom>
              <a:avLst/>
              <a:gdLst>
                <a:gd name="T0" fmla="*/ 45 w 90"/>
                <a:gd name="T1" fmla="*/ 224 h 450"/>
                <a:gd name="T2" fmla="*/ 40 w 90"/>
                <a:gd name="T3" fmla="*/ 0 h 450"/>
                <a:gd name="T4" fmla="*/ 0 w 90"/>
                <a:gd name="T5" fmla="*/ 2 h 450"/>
                <a:gd name="T6" fmla="*/ 5 w 90"/>
                <a:gd name="T7" fmla="*/ 225 h 450"/>
                <a:gd name="T8" fmla="*/ 45 w 90"/>
                <a:gd name="T9" fmla="*/ 224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450"/>
                <a:gd name="T17" fmla="*/ 90 w 90"/>
                <a:gd name="T18" fmla="*/ 450 h 4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450">
                  <a:moveTo>
                    <a:pt x="90" y="448"/>
                  </a:moveTo>
                  <a:lnTo>
                    <a:pt x="79" y="0"/>
                  </a:lnTo>
                  <a:lnTo>
                    <a:pt x="0" y="3"/>
                  </a:lnTo>
                  <a:lnTo>
                    <a:pt x="9" y="450"/>
                  </a:lnTo>
                  <a:lnTo>
                    <a:pt x="90" y="448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3554" name="Freeform 146"/>
          <p:cNvSpPr>
            <a:spLocks/>
          </p:cNvSpPr>
          <p:nvPr/>
        </p:nvSpPr>
        <p:spPr bwMode="auto">
          <a:xfrm>
            <a:off x="2911475" y="2141538"/>
            <a:ext cx="1389063" cy="762000"/>
          </a:xfrm>
          <a:custGeom>
            <a:avLst/>
            <a:gdLst>
              <a:gd name="T0" fmla="*/ 1389063 w 875"/>
              <a:gd name="T1" fmla="*/ 0 h 480"/>
              <a:gd name="T2" fmla="*/ 666750 w 875"/>
              <a:gd name="T3" fmla="*/ 169863 h 480"/>
              <a:gd name="T4" fmla="*/ 373063 w 875"/>
              <a:gd name="T5" fmla="*/ 665163 h 480"/>
              <a:gd name="T6" fmla="*/ 0 w 875"/>
              <a:gd name="T7" fmla="*/ 75565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875"/>
              <a:gd name="T13" fmla="*/ 0 h 480"/>
              <a:gd name="T14" fmla="*/ 875 w 875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75" h="480">
                <a:moveTo>
                  <a:pt x="875" y="0"/>
                </a:moveTo>
                <a:cubicBezTo>
                  <a:pt x="799" y="18"/>
                  <a:pt x="527" y="37"/>
                  <a:pt x="420" y="107"/>
                </a:cubicBezTo>
                <a:cubicBezTo>
                  <a:pt x="313" y="177"/>
                  <a:pt x="305" y="358"/>
                  <a:pt x="235" y="419"/>
                </a:cubicBezTo>
                <a:cubicBezTo>
                  <a:pt x="165" y="480"/>
                  <a:pt x="49" y="464"/>
                  <a:pt x="0" y="47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73555" name="Freeform 147"/>
          <p:cNvSpPr>
            <a:spLocks/>
          </p:cNvSpPr>
          <p:nvPr/>
        </p:nvSpPr>
        <p:spPr bwMode="auto">
          <a:xfrm>
            <a:off x="1749425" y="1727200"/>
            <a:ext cx="2551113" cy="428625"/>
          </a:xfrm>
          <a:custGeom>
            <a:avLst/>
            <a:gdLst>
              <a:gd name="T0" fmla="*/ 2551113 w 1607"/>
              <a:gd name="T1" fmla="*/ 290512 h 270"/>
              <a:gd name="T2" fmla="*/ 1636713 w 1607"/>
              <a:gd name="T3" fmla="*/ 30162 h 270"/>
              <a:gd name="T4" fmla="*/ 903288 w 1607"/>
              <a:gd name="T5" fmla="*/ 109537 h 270"/>
              <a:gd name="T6" fmla="*/ 384175 w 1607"/>
              <a:gd name="T7" fmla="*/ 403225 h 270"/>
              <a:gd name="T8" fmla="*/ 0 w 1607"/>
              <a:gd name="T9" fmla="*/ 266700 h 2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7"/>
              <a:gd name="T16" fmla="*/ 0 h 270"/>
              <a:gd name="T17" fmla="*/ 1607 w 1607"/>
              <a:gd name="T18" fmla="*/ 270 h 2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7" h="270">
                <a:moveTo>
                  <a:pt x="1607" y="183"/>
                </a:moveTo>
                <a:cubicBezTo>
                  <a:pt x="1405" y="110"/>
                  <a:pt x="1204" y="38"/>
                  <a:pt x="1031" y="19"/>
                </a:cubicBezTo>
                <a:cubicBezTo>
                  <a:pt x="858" y="0"/>
                  <a:pt x="700" y="30"/>
                  <a:pt x="569" y="69"/>
                </a:cubicBezTo>
                <a:cubicBezTo>
                  <a:pt x="438" y="108"/>
                  <a:pt x="337" y="238"/>
                  <a:pt x="242" y="254"/>
                </a:cubicBezTo>
                <a:cubicBezTo>
                  <a:pt x="147" y="270"/>
                  <a:pt x="73" y="219"/>
                  <a:pt x="0" y="16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73556" name="Freeform 148"/>
          <p:cNvSpPr>
            <a:spLocks/>
          </p:cNvSpPr>
          <p:nvPr/>
        </p:nvSpPr>
        <p:spPr bwMode="auto">
          <a:xfrm>
            <a:off x="4954588" y="2130425"/>
            <a:ext cx="1196975" cy="846138"/>
          </a:xfrm>
          <a:custGeom>
            <a:avLst/>
            <a:gdLst>
              <a:gd name="T0" fmla="*/ 0 w 754"/>
              <a:gd name="T1" fmla="*/ 0 h 533"/>
              <a:gd name="T2" fmla="*/ 260350 w 754"/>
              <a:gd name="T3" fmla="*/ 406400 h 533"/>
              <a:gd name="T4" fmla="*/ 858838 w 754"/>
              <a:gd name="T5" fmla="*/ 450850 h 533"/>
              <a:gd name="T6" fmla="*/ 1196975 w 754"/>
              <a:gd name="T7" fmla="*/ 846138 h 533"/>
              <a:gd name="T8" fmla="*/ 0 60000 65536"/>
              <a:gd name="T9" fmla="*/ 0 60000 65536"/>
              <a:gd name="T10" fmla="*/ 0 60000 65536"/>
              <a:gd name="T11" fmla="*/ 0 60000 65536"/>
              <a:gd name="T12" fmla="*/ 0 w 754"/>
              <a:gd name="T13" fmla="*/ 0 h 533"/>
              <a:gd name="T14" fmla="*/ 754 w 754"/>
              <a:gd name="T15" fmla="*/ 533 h 5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4" h="533">
                <a:moveTo>
                  <a:pt x="0" y="0"/>
                </a:moveTo>
                <a:cubicBezTo>
                  <a:pt x="37" y="104"/>
                  <a:pt x="74" y="209"/>
                  <a:pt x="164" y="256"/>
                </a:cubicBezTo>
                <a:cubicBezTo>
                  <a:pt x="254" y="303"/>
                  <a:pt x="443" y="238"/>
                  <a:pt x="541" y="284"/>
                </a:cubicBezTo>
                <a:cubicBezTo>
                  <a:pt x="639" y="330"/>
                  <a:pt x="696" y="431"/>
                  <a:pt x="754" y="533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4" name="Group 174"/>
          <p:cNvGrpSpPr>
            <a:grpSpLocks/>
          </p:cNvGrpSpPr>
          <p:nvPr/>
        </p:nvGrpSpPr>
        <p:grpSpPr bwMode="auto">
          <a:xfrm>
            <a:off x="3798888" y="982663"/>
            <a:ext cx="1147762" cy="1514475"/>
            <a:chOff x="2393" y="619"/>
            <a:chExt cx="723" cy="954"/>
          </a:xfrm>
        </p:grpSpPr>
        <p:pic>
          <p:nvPicPr>
            <p:cNvPr id="9284" name="Picture 40" descr="Корпус-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21515224" flipH="1">
              <a:off x="2676" y="740"/>
              <a:ext cx="440" cy="8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85" name="Rectangle 151"/>
            <p:cNvSpPr>
              <a:spLocks noChangeArrowheads="1"/>
            </p:cNvSpPr>
            <p:nvPr/>
          </p:nvSpPr>
          <p:spPr bwMode="auto">
            <a:xfrm>
              <a:off x="2393" y="619"/>
              <a:ext cx="26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a-GE" b="1">
                  <a:latin typeface="Arial" charset="0"/>
                </a:rPr>
                <a:t>მბ</a:t>
              </a:r>
              <a:endParaRPr lang="ru-RU" b="1">
                <a:latin typeface="Arial" charset="0"/>
              </a:endParaRPr>
            </a:p>
          </p:txBody>
        </p:sp>
      </p:grpSp>
      <p:sp>
        <p:nvSpPr>
          <p:cNvPr id="273560" name="Rectangle 152"/>
          <p:cNvSpPr>
            <a:spLocks noChangeArrowheads="1"/>
          </p:cNvSpPr>
          <p:nvPr/>
        </p:nvSpPr>
        <p:spPr bwMode="auto">
          <a:xfrm>
            <a:off x="5689600" y="2085975"/>
            <a:ext cx="1684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მბმს-კლიენტი</a:t>
            </a:r>
            <a:endParaRPr lang="ru-RU" b="1">
              <a:latin typeface="Arial" charset="0"/>
            </a:endParaRPr>
          </a:p>
        </p:txBody>
      </p:sp>
      <p:sp>
        <p:nvSpPr>
          <p:cNvPr id="273561" name="Rectangle 153"/>
          <p:cNvSpPr>
            <a:spLocks noChangeArrowheads="1"/>
          </p:cNvSpPr>
          <p:nvPr/>
        </p:nvSpPr>
        <p:spPr bwMode="auto">
          <a:xfrm>
            <a:off x="3341688" y="3025775"/>
            <a:ext cx="16843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მბმს-კლიენტი</a:t>
            </a:r>
            <a:endParaRPr lang="ru-RU" b="1">
              <a:latin typeface="Arial" charset="0"/>
            </a:endParaRPr>
          </a:p>
        </p:txBody>
      </p:sp>
      <p:sp>
        <p:nvSpPr>
          <p:cNvPr id="273562" name="Rectangle 154"/>
          <p:cNvSpPr>
            <a:spLocks noChangeArrowheads="1"/>
          </p:cNvSpPr>
          <p:nvPr/>
        </p:nvSpPr>
        <p:spPr bwMode="auto">
          <a:xfrm>
            <a:off x="674688" y="935038"/>
            <a:ext cx="1684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მბმს-კლიენტი</a:t>
            </a:r>
            <a:endParaRPr lang="ru-RU" b="1">
              <a:latin typeface="Arial" charset="0"/>
            </a:endParaRPr>
          </a:p>
        </p:txBody>
      </p:sp>
      <p:grpSp>
        <p:nvGrpSpPr>
          <p:cNvPr id="5" name="Group 76"/>
          <p:cNvGrpSpPr>
            <a:grpSpLocks/>
          </p:cNvGrpSpPr>
          <p:nvPr/>
        </p:nvGrpSpPr>
        <p:grpSpPr bwMode="auto">
          <a:xfrm flipH="1">
            <a:off x="2359025" y="2584450"/>
            <a:ext cx="1168400" cy="1169988"/>
            <a:chOff x="1950" y="2534"/>
            <a:chExt cx="1547" cy="1277"/>
          </a:xfrm>
        </p:grpSpPr>
        <p:sp>
          <p:nvSpPr>
            <p:cNvPr id="9250" name="AutoShape 77"/>
            <p:cNvSpPr>
              <a:spLocks noChangeAspect="1" noChangeArrowheads="1" noTextEdit="1"/>
            </p:cNvSpPr>
            <p:nvPr/>
          </p:nvSpPr>
          <p:spPr bwMode="auto">
            <a:xfrm>
              <a:off x="1950" y="2537"/>
              <a:ext cx="1440" cy="1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1" name="AutoShape 78"/>
            <p:cNvSpPr>
              <a:spLocks noChangeAspect="1" noChangeArrowheads="1" noTextEdit="1"/>
            </p:cNvSpPr>
            <p:nvPr/>
          </p:nvSpPr>
          <p:spPr bwMode="auto">
            <a:xfrm>
              <a:off x="2366" y="2534"/>
              <a:ext cx="1131" cy="1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2" name="Freeform 79"/>
            <p:cNvSpPr>
              <a:spLocks/>
            </p:cNvSpPr>
            <p:nvPr/>
          </p:nvSpPr>
          <p:spPr bwMode="auto">
            <a:xfrm>
              <a:off x="2145" y="3062"/>
              <a:ext cx="921" cy="399"/>
            </a:xfrm>
            <a:custGeom>
              <a:avLst/>
              <a:gdLst>
                <a:gd name="T0" fmla="*/ 0 w 921"/>
                <a:gd name="T1" fmla="*/ 190 h 399"/>
                <a:gd name="T2" fmla="*/ 522 w 921"/>
                <a:gd name="T3" fmla="*/ 399 h 399"/>
                <a:gd name="T4" fmla="*/ 913 w 921"/>
                <a:gd name="T5" fmla="*/ 251 h 399"/>
                <a:gd name="T6" fmla="*/ 921 w 921"/>
                <a:gd name="T7" fmla="*/ 85 h 399"/>
                <a:gd name="T8" fmla="*/ 680 w 921"/>
                <a:gd name="T9" fmla="*/ 0 h 399"/>
                <a:gd name="T10" fmla="*/ 0 w 921"/>
                <a:gd name="T11" fmla="*/ 190 h 3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1"/>
                <a:gd name="T19" fmla="*/ 0 h 399"/>
                <a:gd name="T20" fmla="*/ 921 w 921"/>
                <a:gd name="T21" fmla="*/ 399 h 3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1" h="399">
                  <a:moveTo>
                    <a:pt x="0" y="190"/>
                  </a:moveTo>
                  <a:lnTo>
                    <a:pt x="522" y="399"/>
                  </a:lnTo>
                  <a:lnTo>
                    <a:pt x="913" y="251"/>
                  </a:lnTo>
                  <a:lnTo>
                    <a:pt x="921" y="85"/>
                  </a:lnTo>
                  <a:lnTo>
                    <a:pt x="680" y="0"/>
                  </a:lnTo>
                  <a:lnTo>
                    <a:pt x="0" y="190"/>
                  </a:lnTo>
                  <a:close/>
                </a:path>
              </a:pathLst>
            </a:custGeom>
            <a:blipFill dpi="0" rotWithShape="1">
              <a:blip r:embed="rId3" cstate="print"/>
              <a:srcRect/>
              <a:tile tx="0" ty="0" sx="100000" sy="100000" flip="none" algn="tl"/>
            </a:blip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3" name="Freeform 80"/>
            <p:cNvSpPr>
              <a:spLocks/>
            </p:cNvSpPr>
            <p:nvPr/>
          </p:nvSpPr>
          <p:spPr bwMode="auto">
            <a:xfrm>
              <a:off x="3002" y="2631"/>
              <a:ext cx="338" cy="438"/>
            </a:xfrm>
            <a:custGeom>
              <a:avLst/>
              <a:gdLst>
                <a:gd name="T0" fmla="*/ 266 w 676"/>
                <a:gd name="T1" fmla="*/ 217 h 876"/>
                <a:gd name="T2" fmla="*/ 271 w 676"/>
                <a:gd name="T3" fmla="*/ 184 h 876"/>
                <a:gd name="T4" fmla="*/ 271 w 676"/>
                <a:gd name="T5" fmla="*/ 150 h 876"/>
                <a:gd name="T6" fmla="*/ 265 w 676"/>
                <a:gd name="T7" fmla="*/ 117 h 876"/>
                <a:gd name="T8" fmla="*/ 255 w 676"/>
                <a:gd name="T9" fmla="*/ 88 h 876"/>
                <a:gd name="T10" fmla="*/ 240 w 676"/>
                <a:gd name="T11" fmla="*/ 61 h 876"/>
                <a:gd name="T12" fmla="*/ 222 w 676"/>
                <a:gd name="T13" fmla="*/ 38 h 876"/>
                <a:gd name="T14" fmla="*/ 200 w 676"/>
                <a:gd name="T15" fmla="*/ 20 h 876"/>
                <a:gd name="T16" fmla="*/ 176 w 676"/>
                <a:gd name="T17" fmla="*/ 7 h 876"/>
                <a:gd name="T18" fmla="*/ 150 w 676"/>
                <a:gd name="T19" fmla="*/ 1 h 876"/>
                <a:gd name="T20" fmla="*/ 122 w 676"/>
                <a:gd name="T21" fmla="*/ 1 h 876"/>
                <a:gd name="T22" fmla="*/ 95 w 676"/>
                <a:gd name="T23" fmla="*/ 7 h 876"/>
                <a:gd name="T24" fmla="*/ 71 w 676"/>
                <a:gd name="T25" fmla="*/ 20 h 876"/>
                <a:gd name="T26" fmla="*/ 49 w 676"/>
                <a:gd name="T27" fmla="*/ 38 h 876"/>
                <a:gd name="T28" fmla="*/ 31 w 676"/>
                <a:gd name="T29" fmla="*/ 61 h 876"/>
                <a:gd name="T30" fmla="*/ 17 w 676"/>
                <a:gd name="T31" fmla="*/ 88 h 876"/>
                <a:gd name="T32" fmla="*/ 6 w 676"/>
                <a:gd name="T33" fmla="*/ 117 h 876"/>
                <a:gd name="T34" fmla="*/ 1 w 676"/>
                <a:gd name="T35" fmla="*/ 150 h 876"/>
                <a:gd name="T36" fmla="*/ 1 w 676"/>
                <a:gd name="T37" fmla="*/ 185 h 876"/>
                <a:gd name="T38" fmla="*/ 5 w 676"/>
                <a:gd name="T39" fmla="*/ 217 h 876"/>
                <a:gd name="T40" fmla="*/ 15 w 676"/>
                <a:gd name="T41" fmla="*/ 247 h 876"/>
                <a:gd name="T42" fmla="*/ 28 w 676"/>
                <a:gd name="T43" fmla="*/ 274 h 876"/>
                <a:gd name="T44" fmla="*/ 45 w 676"/>
                <a:gd name="T45" fmla="*/ 297 h 876"/>
                <a:gd name="T46" fmla="*/ 66 w 676"/>
                <a:gd name="T47" fmla="*/ 315 h 876"/>
                <a:gd name="T48" fmla="*/ 89 w 676"/>
                <a:gd name="T49" fmla="*/ 328 h 876"/>
                <a:gd name="T50" fmla="*/ 115 w 676"/>
                <a:gd name="T51" fmla="*/ 334 h 876"/>
                <a:gd name="T52" fmla="*/ 133 w 676"/>
                <a:gd name="T53" fmla="*/ 335 h 876"/>
                <a:gd name="T54" fmla="*/ 139 w 676"/>
                <a:gd name="T55" fmla="*/ 335 h 876"/>
                <a:gd name="T56" fmla="*/ 145 w 676"/>
                <a:gd name="T57" fmla="*/ 334 h 876"/>
                <a:gd name="T58" fmla="*/ 151 w 676"/>
                <a:gd name="T59" fmla="*/ 332 h 876"/>
                <a:gd name="T60" fmla="*/ 138 w 676"/>
                <a:gd name="T61" fmla="*/ 389 h 876"/>
                <a:gd name="T62" fmla="*/ 143 w 676"/>
                <a:gd name="T63" fmla="*/ 393 h 876"/>
                <a:gd name="T64" fmla="*/ 157 w 676"/>
                <a:gd name="T65" fmla="*/ 404 h 876"/>
                <a:gd name="T66" fmla="*/ 178 w 676"/>
                <a:gd name="T67" fmla="*/ 419 h 876"/>
                <a:gd name="T68" fmla="*/ 205 w 676"/>
                <a:gd name="T69" fmla="*/ 433 h 876"/>
                <a:gd name="T70" fmla="*/ 220 w 676"/>
                <a:gd name="T71" fmla="*/ 438 h 876"/>
                <a:gd name="T72" fmla="*/ 235 w 676"/>
                <a:gd name="T73" fmla="*/ 438 h 876"/>
                <a:gd name="T74" fmla="*/ 251 w 676"/>
                <a:gd name="T75" fmla="*/ 435 h 876"/>
                <a:gd name="T76" fmla="*/ 266 w 676"/>
                <a:gd name="T77" fmla="*/ 430 h 876"/>
                <a:gd name="T78" fmla="*/ 279 w 676"/>
                <a:gd name="T79" fmla="*/ 423 h 876"/>
                <a:gd name="T80" fmla="*/ 291 w 676"/>
                <a:gd name="T81" fmla="*/ 417 h 876"/>
                <a:gd name="T82" fmla="*/ 301 w 676"/>
                <a:gd name="T83" fmla="*/ 412 h 876"/>
                <a:gd name="T84" fmla="*/ 309 w 676"/>
                <a:gd name="T85" fmla="*/ 408 h 876"/>
                <a:gd name="T86" fmla="*/ 320 w 676"/>
                <a:gd name="T87" fmla="*/ 400 h 876"/>
                <a:gd name="T88" fmla="*/ 329 w 676"/>
                <a:gd name="T89" fmla="*/ 385 h 876"/>
                <a:gd name="T90" fmla="*/ 336 w 676"/>
                <a:gd name="T91" fmla="*/ 372 h 876"/>
                <a:gd name="T92" fmla="*/ 338 w 676"/>
                <a:gd name="T93" fmla="*/ 366 h 87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676"/>
                <a:gd name="T142" fmla="*/ 0 h 876"/>
                <a:gd name="T143" fmla="*/ 676 w 676"/>
                <a:gd name="T144" fmla="*/ 876 h 87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676" h="876">
                  <a:moveTo>
                    <a:pt x="521" y="464"/>
                  </a:moveTo>
                  <a:lnTo>
                    <a:pt x="531" y="433"/>
                  </a:lnTo>
                  <a:lnTo>
                    <a:pt x="538" y="402"/>
                  </a:lnTo>
                  <a:lnTo>
                    <a:pt x="541" y="368"/>
                  </a:lnTo>
                  <a:lnTo>
                    <a:pt x="542" y="335"/>
                  </a:lnTo>
                  <a:lnTo>
                    <a:pt x="541" y="300"/>
                  </a:lnTo>
                  <a:lnTo>
                    <a:pt x="536" y="267"/>
                  </a:lnTo>
                  <a:lnTo>
                    <a:pt x="529" y="235"/>
                  </a:lnTo>
                  <a:lnTo>
                    <a:pt x="521" y="205"/>
                  </a:lnTo>
                  <a:lnTo>
                    <a:pt x="510" y="175"/>
                  </a:lnTo>
                  <a:lnTo>
                    <a:pt x="496" y="147"/>
                  </a:lnTo>
                  <a:lnTo>
                    <a:pt x="480" y="122"/>
                  </a:lnTo>
                  <a:lnTo>
                    <a:pt x="463" y="97"/>
                  </a:lnTo>
                  <a:lnTo>
                    <a:pt x="444" y="76"/>
                  </a:lnTo>
                  <a:lnTo>
                    <a:pt x="422" y="57"/>
                  </a:lnTo>
                  <a:lnTo>
                    <a:pt x="400" y="40"/>
                  </a:lnTo>
                  <a:lnTo>
                    <a:pt x="377" y="26"/>
                  </a:lnTo>
                  <a:lnTo>
                    <a:pt x="352" y="15"/>
                  </a:lnTo>
                  <a:lnTo>
                    <a:pt x="326" y="6"/>
                  </a:lnTo>
                  <a:lnTo>
                    <a:pt x="299" y="1"/>
                  </a:lnTo>
                  <a:lnTo>
                    <a:pt x="271" y="0"/>
                  </a:lnTo>
                  <a:lnTo>
                    <a:pt x="244" y="1"/>
                  </a:lnTo>
                  <a:lnTo>
                    <a:pt x="217" y="6"/>
                  </a:lnTo>
                  <a:lnTo>
                    <a:pt x="191" y="15"/>
                  </a:lnTo>
                  <a:lnTo>
                    <a:pt x="166" y="26"/>
                  </a:lnTo>
                  <a:lnTo>
                    <a:pt x="142" y="40"/>
                  </a:lnTo>
                  <a:lnTo>
                    <a:pt x="119" y="57"/>
                  </a:lnTo>
                  <a:lnTo>
                    <a:pt x="99" y="76"/>
                  </a:lnTo>
                  <a:lnTo>
                    <a:pt x="79" y="97"/>
                  </a:lnTo>
                  <a:lnTo>
                    <a:pt x="62" y="122"/>
                  </a:lnTo>
                  <a:lnTo>
                    <a:pt x="46" y="147"/>
                  </a:lnTo>
                  <a:lnTo>
                    <a:pt x="33" y="175"/>
                  </a:lnTo>
                  <a:lnTo>
                    <a:pt x="22" y="205"/>
                  </a:lnTo>
                  <a:lnTo>
                    <a:pt x="12" y="235"/>
                  </a:lnTo>
                  <a:lnTo>
                    <a:pt x="5" y="267"/>
                  </a:lnTo>
                  <a:lnTo>
                    <a:pt x="1" y="300"/>
                  </a:lnTo>
                  <a:lnTo>
                    <a:pt x="0" y="335"/>
                  </a:lnTo>
                  <a:lnTo>
                    <a:pt x="1" y="369"/>
                  </a:lnTo>
                  <a:lnTo>
                    <a:pt x="4" y="402"/>
                  </a:lnTo>
                  <a:lnTo>
                    <a:pt x="11" y="434"/>
                  </a:lnTo>
                  <a:lnTo>
                    <a:pt x="19" y="465"/>
                  </a:lnTo>
                  <a:lnTo>
                    <a:pt x="30" y="494"/>
                  </a:lnTo>
                  <a:lnTo>
                    <a:pt x="42" y="521"/>
                  </a:lnTo>
                  <a:lnTo>
                    <a:pt x="57" y="548"/>
                  </a:lnTo>
                  <a:lnTo>
                    <a:pt x="73" y="571"/>
                  </a:lnTo>
                  <a:lnTo>
                    <a:pt x="91" y="593"/>
                  </a:lnTo>
                  <a:lnTo>
                    <a:pt x="111" y="612"/>
                  </a:lnTo>
                  <a:lnTo>
                    <a:pt x="132" y="630"/>
                  </a:lnTo>
                  <a:lnTo>
                    <a:pt x="155" y="644"/>
                  </a:lnTo>
                  <a:lnTo>
                    <a:pt x="179" y="655"/>
                  </a:lnTo>
                  <a:lnTo>
                    <a:pt x="205" y="663"/>
                  </a:lnTo>
                  <a:lnTo>
                    <a:pt x="231" y="668"/>
                  </a:lnTo>
                  <a:lnTo>
                    <a:pt x="259" y="670"/>
                  </a:lnTo>
                  <a:lnTo>
                    <a:pt x="265" y="670"/>
                  </a:lnTo>
                  <a:lnTo>
                    <a:pt x="270" y="669"/>
                  </a:lnTo>
                  <a:lnTo>
                    <a:pt x="277" y="669"/>
                  </a:lnTo>
                  <a:lnTo>
                    <a:pt x="283" y="668"/>
                  </a:lnTo>
                  <a:lnTo>
                    <a:pt x="290" y="667"/>
                  </a:lnTo>
                  <a:lnTo>
                    <a:pt x="296" y="665"/>
                  </a:lnTo>
                  <a:lnTo>
                    <a:pt x="301" y="664"/>
                  </a:lnTo>
                  <a:lnTo>
                    <a:pt x="307" y="663"/>
                  </a:lnTo>
                  <a:lnTo>
                    <a:pt x="276" y="778"/>
                  </a:lnTo>
                  <a:lnTo>
                    <a:pt x="278" y="781"/>
                  </a:lnTo>
                  <a:lnTo>
                    <a:pt x="285" y="786"/>
                  </a:lnTo>
                  <a:lnTo>
                    <a:pt x="298" y="797"/>
                  </a:lnTo>
                  <a:lnTo>
                    <a:pt x="313" y="808"/>
                  </a:lnTo>
                  <a:lnTo>
                    <a:pt x="333" y="822"/>
                  </a:lnTo>
                  <a:lnTo>
                    <a:pt x="356" y="837"/>
                  </a:lnTo>
                  <a:lnTo>
                    <a:pt x="381" y="852"/>
                  </a:lnTo>
                  <a:lnTo>
                    <a:pt x="410" y="866"/>
                  </a:lnTo>
                  <a:lnTo>
                    <a:pt x="425" y="872"/>
                  </a:lnTo>
                  <a:lnTo>
                    <a:pt x="440" y="875"/>
                  </a:lnTo>
                  <a:lnTo>
                    <a:pt x="456" y="876"/>
                  </a:lnTo>
                  <a:lnTo>
                    <a:pt x="471" y="875"/>
                  </a:lnTo>
                  <a:lnTo>
                    <a:pt x="487" y="873"/>
                  </a:lnTo>
                  <a:lnTo>
                    <a:pt x="502" y="869"/>
                  </a:lnTo>
                  <a:lnTo>
                    <a:pt x="517" y="865"/>
                  </a:lnTo>
                  <a:lnTo>
                    <a:pt x="531" y="859"/>
                  </a:lnTo>
                  <a:lnTo>
                    <a:pt x="544" y="853"/>
                  </a:lnTo>
                  <a:lnTo>
                    <a:pt x="558" y="846"/>
                  </a:lnTo>
                  <a:lnTo>
                    <a:pt x="571" y="839"/>
                  </a:lnTo>
                  <a:lnTo>
                    <a:pt x="582" y="834"/>
                  </a:lnTo>
                  <a:lnTo>
                    <a:pt x="593" y="828"/>
                  </a:lnTo>
                  <a:lnTo>
                    <a:pt x="602" y="823"/>
                  </a:lnTo>
                  <a:lnTo>
                    <a:pt x="610" y="819"/>
                  </a:lnTo>
                  <a:lnTo>
                    <a:pt x="617" y="816"/>
                  </a:lnTo>
                  <a:lnTo>
                    <a:pt x="629" y="809"/>
                  </a:lnTo>
                  <a:lnTo>
                    <a:pt x="640" y="799"/>
                  </a:lnTo>
                  <a:lnTo>
                    <a:pt x="649" y="785"/>
                  </a:lnTo>
                  <a:lnTo>
                    <a:pt x="658" y="770"/>
                  </a:lnTo>
                  <a:lnTo>
                    <a:pt x="665" y="755"/>
                  </a:lnTo>
                  <a:lnTo>
                    <a:pt x="671" y="743"/>
                  </a:lnTo>
                  <a:lnTo>
                    <a:pt x="675" y="735"/>
                  </a:lnTo>
                  <a:lnTo>
                    <a:pt x="676" y="731"/>
                  </a:lnTo>
                  <a:lnTo>
                    <a:pt x="521" y="464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4" name="Freeform 81"/>
            <p:cNvSpPr>
              <a:spLocks/>
            </p:cNvSpPr>
            <p:nvPr/>
          </p:nvSpPr>
          <p:spPr bwMode="auto">
            <a:xfrm>
              <a:off x="3005" y="2536"/>
              <a:ext cx="491" cy="398"/>
            </a:xfrm>
            <a:custGeom>
              <a:avLst/>
              <a:gdLst>
                <a:gd name="T0" fmla="*/ 488 w 983"/>
                <a:gd name="T1" fmla="*/ 180 h 798"/>
                <a:gd name="T2" fmla="*/ 481 w 983"/>
                <a:gd name="T3" fmla="*/ 151 h 798"/>
                <a:gd name="T4" fmla="*/ 470 w 983"/>
                <a:gd name="T5" fmla="*/ 129 h 798"/>
                <a:gd name="T6" fmla="*/ 450 w 983"/>
                <a:gd name="T7" fmla="*/ 100 h 798"/>
                <a:gd name="T8" fmla="*/ 425 w 983"/>
                <a:gd name="T9" fmla="*/ 79 h 798"/>
                <a:gd name="T10" fmla="*/ 391 w 983"/>
                <a:gd name="T11" fmla="*/ 71 h 798"/>
                <a:gd name="T12" fmla="*/ 360 w 983"/>
                <a:gd name="T13" fmla="*/ 75 h 798"/>
                <a:gd name="T14" fmla="*/ 332 w 983"/>
                <a:gd name="T15" fmla="*/ 81 h 798"/>
                <a:gd name="T16" fmla="*/ 311 w 983"/>
                <a:gd name="T17" fmla="*/ 62 h 798"/>
                <a:gd name="T18" fmla="*/ 282 w 983"/>
                <a:gd name="T19" fmla="*/ 35 h 798"/>
                <a:gd name="T20" fmla="*/ 243 w 983"/>
                <a:gd name="T21" fmla="*/ 13 h 798"/>
                <a:gd name="T22" fmla="*/ 216 w 983"/>
                <a:gd name="T23" fmla="*/ 4 h 798"/>
                <a:gd name="T24" fmla="*/ 188 w 983"/>
                <a:gd name="T25" fmla="*/ 0 h 798"/>
                <a:gd name="T26" fmla="*/ 158 w 983"/>
                <a:gd name="T27" fmla="*/ 1 h 798"/>
                <a:gd name="T28" fmla="*/ 132 w 983"/>
                <a:gd name="T29" fmla="*/ 5 h 798"/>
                <a:gd name="T30" fmla="*/ 109 w 983"/>
                <a:gd name="T31" fmla="*/ 8 h 798"/>
                <a:gd name="T32" fmla="*/ 87 w 983"/>
                <a:gd name="T33" fmla="*/ 13 h 798"/>
                <a:gd name="T34" fmla="*/ 69 w 983"/>
                <a:gd name="T35" fmla="*/ 18 h 798"/>
                <a:gd name="T36" fmla="*/ 53 w 983"/>
                <a:gd name="T37" fmla="*/ 25 h 798"/>
                <a:gd name="T38" fmla="*/ 20 w 983"/>
                <a:gd name="T39" fmla="*/ 48 h 798"/>
                <a:gd name="T40" fmla="*/ 3 w 983"/>
                <a:gd name="T41" fmla="*/ 79 h 798"/>
                <a:gd name="T42" fmla="*/ 1 w 983"/>
                <a:gd name="T43" fmla="*/ 115 h 798"/>
                <a:gd name="T44" fmla="*/ 11 w 983"/>
                <a:gd name="T45" fmla="*/ 144 h 798"/>
                <a:gd name="T46" fmla="*/ 34 w 983"/>
                <a:gd name="T47" fmla="*/ 166 h 798"/>
                <a:gd name="T48" fmla="*/ 67 w 983"/>
                <a:gd name="T49" fmla="*/ 182 h 798"/>
                <a:gd name="T50" fmla="*/ 109 w 983"/>
                <a:gd name="T51" fmla="*/ 194 h 798"/>
                <a:gd name="T52" fmla="*/ 159 w 983"/>
                <a:gd name="T53" fmla="*/ 202 h 798"/>
                <a:gd name="T54" fmla="*/ 179 w 983"/>
                <a:gd name="T55" fmla="*/ 209 h 798"/>
                <a:gd name="T56" fmla="*/ 199 w 983"/>
                <a:gd name="T57" fmla="*/ 222 h 798"/>
                <a:gd name="T58" fmla="*/ 210 w 983"/>
                <a:gd name="T59" fmla="*/ 301 h 798"/>
                <a:gd name="T60" fmla="*/ 216 w 983"/>
                <a:gd name="T61" fmla="*/ 316 h 798"/>
                <a:gd name="T62" fmla="*/ 237 w 983"/>
                <a:gd name="T63" fmla="*/ 350 h 798"/>
                <a:gd name="T64" fmla="*/ 269 w 983"/>
                <a:gd name="T65" fmla="*/ 382 h 798"/>
                <a:gd name="T66" fmla="*/ 298 w 983"/>
                <a:gd name="T67" fmla="*/ 398 h 798"/>
                <a:gd name="T68" fmla="*/ 324 w 983"/>
                <a:gd name="T69" fmla="*/ 393 h 798"/>
                <a:gd name="T70" fmla="*/ 344 w 983"/>
                <a:gd name="T71" fmla="*/ 368 h 798"/>
                <a:gd name="T72" fmla="*/ 347 w 983"/>
                <a:gd name="T73" fmla="*/ 341 h 798"/>
                <a:gd name="T74" fmla="*/ 345 w 983"/>
                <a:gd name="T75" fmla="*/ 328 h 798"/>
                <a:gd name="T76" fmla="*/ 355 w 983"/>
                <a:gd name="T77" fmla="*/ 336 h 798"/>
                <a:gd name="T78" fmla="*/ 378 w 983"/>
                <a:gd name="T79" fmla="*/ 347 h 798"/>
                <a:gd name="T80" fmla="*/ 405 w 983"/>
                <a:gd name="T81" fmla="*/ 349 h 798"/>
                <a:gd name="T82" fmla="*/ 443 w 983"/>
                <a:gd name="T83" fmla="*/ 330 h 798"/>
                <a:gd name="T84" fmla="*/ 477 w 983"/>
                <a:gd name="T85" fmla="*/ 291 h 798"/>
                <a:gd name="T86" fmla="*/ 490 w 983"/>
                <a:gd name="T87" fmla="*/ 236 h 79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83"/>
                <a:gd name="T133" fmla="*/ 0 h 798"/>
                <a:gd name="T134" fmla="*/ 983 w 983"/>
                <a:gd name="T135" fmla="*/ 798 h 79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83" h="798">
                  <a:moveTo>
                    <a:pt x="982" y="406"/>
                  </a:moveTo>
                  <a:lnTo>
                    <a:pt x="979" y="383"/>
                  </a:lnTo>
                  <a:lnTo>
                    <a:pt x="977" y="361"/>
                  </a:lnTo>
                  <a:lnTo>
                    <a:pt x="972" y="341"/>
                  </a:lnTo>
                  <a:lnTo>
                    <a:pt x="968" y="322"/>
                  </a:lnTo>
                  <a:lnTo>
                    <a:pt x="962" y="303"/>
                  </a:lnTo>
                  <a:lnTo>
                    <a:pt x="955" y="287"/>
                  </a:lnTo>
                  <a:lnTo>
                    <a:pt x="948" y="272"/>
                  </a:lnTo>
                  <a:lnTo>
                    <a:pt x="940" y="259"/>
                  </a:lnTo>
                  <a:lnTo>
                    <a:pt x="926" y="238"/>
                  </a:lnTo>
                  <a:lnTo>
                    <a:pt x="914" y="218"/>
                  </a:lnTo>
                  <a:lnTo>
                    <a:pt x="900" y="200"/>
                  </a:lnTo>
                  <a:lnTo>
                    <a:pt x="886" y="184"/>
                  </a:lnTo>
                  <a:lnTo>
                    <a:pt x="870" y="171"/>
                  </a:lnTo>
                  <a:lnTo>
                    <a:pt x="850" y="159"/>
                  </a:lnTo>
                  <a:lnTo>
                    <a:pt x="829" y="150"/>
                  </a:lnTo>
                  <a:lnTo>
                    <a:pt x="803" y="144"/>
                  </a:lnTo>
                  <a:lnTo>
                    <a:pt x="782" y="143"/>
                  </a:lnTo>
                  <a:lnTo>
                    <a:pt x="762" y="144"/>
                  </a:lnTo>
                  <a:lnTo>
                    <a:pt x="741" y="147"/>
                  </a:lnTo>
                  <a:lnTo>
                    <a:pt x="720" y="150"/>
                  </a:lnTo>
                  <a:lnTo>
                    <a:pt x="701" y="155"/>
                  </a:lnTo>
                  <a:lnTo>
                    <a:pt x="682" y="158"/>
                  </a:lnTo>
                  <a:lnTo>
                    <a:pt x="665" y="162"/>
                  </a:lnTo>
                  <a:lnTo>
                    <a:pt x="651" y="164"/>
                  </a:lnTo>
                  <a:lnTo>
                    <a:pt x="638" y="144"/>
                  </a:lnTo>
                  <a:lnTo>
                    <a:pt x="622" y="125"/>
                  </a:lnTo>
                  <a:lnTo>
                    <a:pt x="605" y="105"/>
                  </a:lnTo>
                  <a:lnTo>
                    <a:pt x="586" y="87"/>
                  </a:lnTo>
                  <a:lnTo>
                    <a:pt x="564" y="70"/>
                  </a:lnTo>
                  <a:lnTo>
                    <a:pt x="539" y="53"/>
                  </a:lnTo>
                  <a:lnTo>
                    <a:pt x="514" y="38"/>
                  </a:lnTo>
                  <a:lnTo>
                    <a:pt x="486" y="26"/>
                  </a:lnTo>
                  <a:lnTo>
                    <a:pt x="469" y="19"/>
                  </a:lnTo>
                  <a:lnTo>
                    <a:pt x="451" y="13"/>
                  </a:lnTo>
                  <a:lnTo>
                    <a:pt x="432" y="9"/>
                  </a:lnTo>
                  <a:lnTo>
                    <a:pt x="414" y="5"/>
                  </a:lnTo>
                  <a:lnTo>
                    <a:pt x="395" y="2"/>
                  </a:lnTo>
                  <a:lnTo>
                    <a:pt x="376" y="0"/>
                  </a:lnTo>
                  <a:lnTo>
                    <a:pt x="355" y="0"/>
                  </a:lnTo>
                  <a:lnTo>
                    <a:pt x="336" y="2"/>
                  </a:lnTo>
                  <a:lnTo>
                    <a:pt x="317" y="3"/>
                  </a:lnTo>
                  <a:lnTo>
                    <a:pt x="299" y="5"/>
                  </a:lnTo>
                  <a:lnTo>
                    <a:pt x="281" y="7"/>
                  </a:lnTo>
                  <a:lnTo>
                    <a:pt x="265" y="10"/>
                  </a:lnTo>
                  <a:lnTo>
                    <a:pt x="249" y="12"/>
                  </a:lnTo>
                  <a:lnTo>
                    <a:pt x="233" y="14"/>
                  </a:lnTo>
                  <a:lnTo>
                    <a:pt x="218" y="17"/>
                  </a:lnTo>
                  <a:lnTo>
                    <a:pt x="203" y="20"/>
                  </a:lnTo>
                  <a:lnTo>
                    <a:pt x="189" y="23"/>
                  </a:lnTo>
                  <a:lnTo>
                    <a:pt x="175" y="27"/>
                  </a:lnTo>
                  <a:lnTo>
                    <a:pt x="163" y="30"/>
                  </a:lnTo>
                  <a:lnTo>
                    <a:pt x="150" y="34"/>
                  </a:lnTo>
                  <a:lnTo>
                    <a:pt x="139" y="37"/>
                  </a:lnTo>
                  <a:lnTo>
                    <a:pt x="127" y="42"/>
                  </a:lnTo>
                  <a:lnTo>
                    <a:pt x="117" y="47"/>
                  </a:lnTo>
                  <a:lnTo>
                    <a:pt x="106" y="51"/>
                  </a:lnTo>
                  <a:lnTo>
                    <a:pt x="81" y="65"/>
                  </a:lnTo>
                  <a:lnTo>
                    <a:pt x="59" y="80"/>
                  </a:lnTo>
                  <a:lnTo>
                    <a:pt x="41" y="97"/>
                  </a:lnTo>
                  <a:lnTo>
                    <a:pt x="26" y="116"/>
                  </a:lnTo>
                  <a:lnTo>
                    <a:pt x="14" y="136"/>
                  </a:lnTo>
                  <a:lnTo>
                    <a:pt x="6" y="159"/>
                  </a:lnTo>
                  <a:lnTo>
                    <a:pt x="2" y="184"/>
                  </a:lnTo>
                  <a:lnTo>
                    <a:pt x="0" y="209"/>
                  </a:lnTo>
                  <a:lnTo>
                    <a:pt x="2" y="231"/>
                  </a:lnTo>
                  <a:lnTo>
                    <a:pt x="6" y="252"/>
                  </a:lnTo>
                  <a:lnTo>
                    <a:pt x="13" y="271"/>
                  </a:lnTo>
                  <a:lnTo>
                    <a:pt x="23" y="288"/>
                  </a:lnTo>
                  <a:lnTo>
                    <a:pt x="36" y="305"/>
                  </a:lnTo>
                  <a:lnTo>
                    <a:pt x="51" y="320"/>
                  </a:lnTo>
                  <a:lnTo>
                    <a:pt x="68" y="332"/>
                  </a:lnTo>
                  <a:lnTo>
                    <a:pt x="88" y="344"/>
                  </a:lnTo>
                  <a:lnTo>
                    <a:pt x="110" y="355"/>
                  </a:lnTo>
                  <a:lnTo>
                    <a:pt x="134" y="365"/>
                  </a:lnTo>
                  <a:lnTo>
                    <a:pt x="161" y="374"/>
                  </a:lnTo>
                  <a:lnTo>
                    <a:pt x="189" y="382"/>
                  </a:lnTo>
                  <a:lnTo>
                    <a:pt x="219" y="389"/>
                  </a:lnTo>
                  <a:lnTo>
                    <a:pt x="250" y="394"/>
                  </a:lnTo>
                  <a:lnTo>
                    <a:pt x="285" y="400"/>
                  </a:lnTo>
                  <a:lnTo>
                    <a:pt x="319" y="406"/>
                  </a:lnTo>
                  <a:lnTo>
                    <a:pt x="330" y="408"/>
                  </a:lnTo>
                  <a:lnTo>
                    <a:pt x="344" y="413"/>
                  </a:lnTo>
                  <a:lnTo>
                    <a:pt x="359" y="419"/>
                  </a:lnTo>
                  <a:lnTo>
                    <a:pt x="374" y="427"/>
                  </a:lnTo>
                  <a:lnTo>
                    <a:pt x="386" y="436"/>
                  </a:lnTo>
                  <a:lnTo>
                    <a:pt x="398" y="445"/>
                  </a:lnTo>
                  <a:lnTo>
                    <a:pt x="405" y="456"/>
                  </a:lnTo>
                  <a:lnTo>
                    <a:pt x="407" y="467"/>
                  </a:lnTo>
                  <a:lnTo>
                    <a:pt x="421" y="603"/>
                  </a:lnTo>
                  <a:lnTo>
                    <a:pt x="422" y="606"/>
                  </a:lnTo>
                  <a:lnTo>
                    <a:pt x="427" y="618"/>
                  </a:lnTo>
                  <a:lnTo>
                    <a:pt x="433" y="634"/>
                  </a:lnTo>
                  <a:lnTo>
                    <a:pt x="445" y="655"/>
                  </a:lnTo>
                  <a:lnTo>
                    <a:pt x="458" y="678"/>
                  </a:lnTo>
                  <a:lnTo>
                    <a:pt x="474" y="702"/>
                  </a:lnTo>
                  <a:lnTo>
                    <a:pt x="493" y="725"/>
                  </a:lnTo>
                  <a:lnTo>
                    <a:pt x="516" y="747"/>
                  </a:lnTo>
                  <a:lnTo>
                    <a:pt x="539" y="765"/>
                  </a:lnTo>
                  <a:lnTo>
                    <a:pt x="560" y="779"/>
                  </a:lnTo>
                  <a:lnTo>
                    <a:pt x="579" y="790"/>
                  </a:lnTo>
                  <a:lnTo>
                    <a:pt x="597" y="797"/>
                  </a:lnTo>
                  <a:lnTo>
                    <a:pt x="614" y="798"/>
                  </a:lnTo>
                  <a:lnTo>
                    <a:pt x="630" y="794"/>
                  </a:lnTo>
                  <a:lnTo>
                    <a:pt x="648" y="787"/>
                  </a:lnTo>
                  <a:lnTo>
                    <a:pt x="665" y="774"/>
                  </a:lnTo>
                  <a:lnTo>
                    <a:pt x="680" y="756"/>
                  </a:lnTo>
                  <a:lnTo>
                    <a:pt x="689" y="738"/>
                  </a:lnTo>
                  <a:lnTo>
                    <a:pt x="694" y="718"/>
                  </a:lnTo>
                  <a:lnTo>
                    <a:pt x="696" y="700"/>
                  </a:lnTo>
                  <a:lnTo>
                    <a:pt x="695" y="684"/>
                  </a:lnTo>
                  <a:lnTo>
                    <a:pt x="693" y="670"/>
                  </a:lnTo>
                  <a:lnTo>
                    <a:pt x="691" y="662"/>
                  </a:lnTo>
                  <a:lnTo>
                    <a:pt x="690" y="658"/>
                  </a:lnTo>
                  <a:lnTo>
                    <a:pt x="693" y="661"/>
                  </a:lnTo>
                  <a:lnTo>
                    <a:pt x="700" y="665"/>
                  </a:lnTo>
                  <a:lnTo>
                    <a:pt x="710" y="673"/>
                  </a:lnTo>
                  <a:lnTo>
                    <a:pt x="724" y="681"/>
                  </a:lnTo>
                  <a:lnTo>
                    <a:pt x="739" y="689"/>
                  </a:lnTo>
                  <a:lnTo>
                    <a:pt x="756" y="696"/>
                  </a:lnTo>
                  <a:lnTo>
                    <a:pt x="773" y="701"/>
                  </a:lnTo>
                  <a:lnTo>
                    <a:pt x="791" y="702"/>
                  </a:lnTo>
                  <a:lnTo>
                    <a:pt x="810" y="699"/>
                  </a:lnTo>
                  <a:lnTo>
                    <a:pt x="834" y="689"/>
                  </a:lnTo>
                  <a:lnTo>
                    <a:pt x="860" y="677"/>
                  </a:lnTo>
                  <a:lnTo>
                    <a:pt x="886" y="661"/>
                  </a:lnTo>
                  <a:lnTo>
                    <a:pt x="911" y="639"/>
                  </a:lnTo>
                  <a:lnTo>
                    <a:pt x="934" y="613"/>
                  </a:lnTo>
                  <a:lnTo>
                    <a:pt x="954" y="583"/>
                  </a:lnTo>
                  <a:lnTo>
                    <a:pt x="967" y="550"/>
                  </a:lnTo>
                  <a:lnTo>
                    <a:pt x="975" y="512"/>
                  </a:lnTo>
                  <a:lnTo>
                    <a:pt x="981" y="474"/>
                  </a:lnTo>
                  <a:lnTo>
                    <a:pt x="983" y="439"/>
                  </a:lnTo>
                  <a:lnTo>
                    <a:pt x="982" y="406"/>
                  </a:lnTo>
                  <a:close/>
                </a:path>
              </a:pathLst>
            </a:custGeom>
            <a:solidFill>
              <a:srgbClr val="66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5" name="Freeform 82"/>
            <p:cNvSpPr>
              <a:spLocks/>
            </p:cNvSpPr>
            <p:nvPr/>
          </p:nvSpPr>
          <p:spPr bwMode="auto">
            <a:xfrm>
              <a:off x="2615" y="3448"/>
              <a:ext cx="675" cy="230"/>
            </a:xfrm>
            <a:custGeom>
              <a:avLst/>
              <a:gdLst>
                <a:gd name="T0" fmla="*/ 10 w 1349"/>
                <a:gd name="T1" fmla="*/ 230 h 461"/>
                <a:gd name="T2" fmla="*/ 675 w 1349"/>
                <a:gd name="T3" fmla="*/ 230 h 461"/>
                <a:gd name="T4" fmla="*/ 529 w 1349"/>
                <a:gd name="T5" fmla="*/ 41 h 461"/>
                <a:gd name="T6" fmla="*/ 528 w 1349"/>
                <a:gd name="T7" fmla="*/ 41 h 461"/>
                <a:gd name="T8" fmla="*/ 525 w 1349"/>
                <a:gd name="T9" fmla="*/ 41 h 461"/>
                <a:gd name="T10" fmla="*/ 521 w 1349"/>
                <a:gd name="T11" fmla="*/ 40 h 461"/>
                <a:gd name="T12" fmla="*/ 516 w 1349"/>
                <a:gd name="T13" fmla="*/ 39 h 461"/>
                <a:gd name="T14" fmla="*/ 509 w 1349"/>
                <a:gd name="T15" fmla="*/ 37 h 461"/>
                <a:gd name="T16" fmla="*/ 501 w 1349"/>
                <a:gd name="T17" fmla="*/ 36 h 461"/>
                <a:gd name="T18" fmla="*/ 492 w 1349"/>
                <a:gd name="T19" fmla="*/ 34 h 461"/>
                <a:gd name="T20" fmla="*/ 482 w 1349"/>
                <a:gd name="T21" fmla="*/ 32 h 461"/>
                <a:gd name="T22" fmla="*/ 471 w 1349"/>
                <a:gd name="T23" fmla="*/ 30 h 461"/>
                <a:gd name="T24" fmla="*/ 458 w 1349"/>
                <a:gd name="T25" fmla="*/ 28 h 461"/>
                <a:gd name="T26" fmla="*/ 446 w 1349"/>
                <a:gd name="T27" fmla="*/ 26 h 461"/>
                <a:gd name="T28" fmla="*/ 432 w 1349"/>
                <a:gd name="T29" fmla="*/ 23 h 461"/>
                <a:gd name="T30" fmla="*/ 418 w 1349"/>
                <a:gd name="T31" fmla="*/ 21 h 461"/>
                <a:gd name="T32" fmla="*/ 403 w 1349"/>
                <a:gd name="T33" fmla="*/ 19 h 461"/>
                <a:gd name="T34" fmla="*/ 388 w 1349"/>
                <a:gd name="T35" fmla="*/ 17 h 461"/>
                <a:gd name="T36" fmla="*/ 372 w 1349"/>
                <a:gd name="T37" fmla="*/ 14 h 461"/>
                <a:gd name="T38" fmla="*/ 356 w 1349"/>
                <a:gd name="T39" fmla="*/ 12 h 461"/>
                <a:gd name="T40" fmla="*/ 340 w 1349"/>
                <a:gd name="T41" fmla="*/ 10 h 461"/>
                <a:gd name="T42" fmla="*/ 324 w 1349"/>
                <a:gd name="T43" fmla="*/ 8 h 461"/>
                <a:gd name="T44" fmla="*/ 308 w 1349"/>
                <a:gd name="T45" fmla="*/ 6 h 461"/>
                <a:gd name="T46" fmla="*/ 291 w 1349"/>
                <a:gd name="T47" fmla="*/ 4 h 461"/>
                <a:gd name="T48" fmla="*/ 275 w 1349"/>
                <a:gd name="T49" fmla="*/ 3 h 461"/>
                <a:gd name="T50" fmla="*/ 260 w 1349"/>
                <a:gd name="T51" fmla="*/ 2 h 461"/>
                <a:gd name="T52" fmla="*/ 244 w 1349"/>
                <a:gd name="T53" fmla="*/ 1 h 461"/>
                <a:gd name="T54" fmla="*/ 230 w 1349"/>
                <a:gd name="T55" fmla="*/ 0 h 461"/>
                <a:gd name="T56" fmla="*/ 215 w 1349"/>
                <a:gd name="T57" fmla="*/ 0 h 461"/>
                <a:gd name="T58" fmla="*/ 202 w 1349"/>
                <a:gd name="T59" fmla="*/ 0 h 461"/>
                <a:gd name="T60" fmla="*/ 188 w 1349"/>
                <a:gd name="T61" fmla="*/ 0 h 461"/>
                <a:gd name="T62" fmla="*/ 176 w 1349"/>
                <a:gd name="T63" fmla="*/ 2 h 461"/>
                <a:gd name="T64" fmla="*/ 165 w 1349"/>
                <a:gd name="T65" fmla="*/ 3 h 461"/>
                <a:gd name="T66" fmla="*/ 154 w 1349"/>
                <a:gd name="T67" fmla="*/ 4 h 461"/>
                <a:gd name="T68" fmla="*/ 145 w 1349"/>
                <a:gd name="T69" fmla="*/ 7 h 461"/>
                <a:gd name="T70" fmla="*/ 138 w 1349"/>
                <a:gd name="T71" fmla="*/ 9 h 461"/>
                <a:gd name="T72" fmla="*/ 131 w 1349"/>
                <a:gd name="T73" fmla="*/ 11 h 461"/>
                <a:gd name="T74" fmla="*/ 124 w 1349"/>
                <a:gd name="T75" fmla="*/ 14 h 461"/>
                <a:gd name="T76" fmla="*/ 116 w 1349"/>
                <a:gd name="T77" fmla="*/ 17 h 461"/>
                <a:gd name="T78" fmla="*/ 108 w 1349"/>
                <a:gd name="T79" fmla="*/ 21 h 461"/>
                <a:gd name="T80" fmla="*/ 99 w 1349"/>
                <a:gd name="T81" fmla="*/ 25 h 461"/>
                <a:gd name="T82" fmla="*/ 91 w 1349"/>
                <a:gd name="T83" fmla="*/ 30 h 461"/>
                <a:gd name="T84" fmla="*/ 82 w 1349"/>
                <a:gd name="T85" fmla="*/ 34 h 461"/>
                <a:gd name="T86" fmla="*/ 74 w 1349"/>
                <a:gd name="T87" fmla="*/ 40 h 461"/>
                <a:gd name="T88" fmla="*/ 66 w 1349"/>
                <a:gd name="T89" fmla="*/ 45 h 461"/>
                <a:gd name="T90" fmla="*/ 58 w 1349"/>
                <a:gd name="T91" fmla="*/ 51 h 461"/>
                <a:gd name="T92" fmla="*/ 50 w 1349"/>
                <a:gd name="T93" fmla="*/ 57 h 461"/>
                <a:gd name="T94" fmla="*/ 42 w 1349"/>
                <a:gd name="T95" fmla="*/ 64 h 461"/>
                <a:gd name="T96" fmla="*/ 35 w 1349"/>
                <a:gd name="T97" fmla="*/ 71 h 461"/>
                <a:gd name="T98" fmla="*/ 29 w 1349"/>
                <a:gd name="T99" fmla="*/ 79 h 461"/>
                <a:gd name="T100" fmla="*/ 23 w 1349"/>
                <a:gd name="T101" fmla="*/ 87 h 461"/>
                <a:gd name="T102" fmla="*/ 10 w 1349"/>
                <a:gd name="T103" fmla="*/ 111 h 461"/>
                <a:gd name="T104" fmla="*/ 3 w 1349"/>
                <a:gd name="T105" fmla="*/ 135 h 461"/>
                <a:gd name="T106" fmla="*/ 0 w 1349"/>
                <a:gd name="T107" fmla="*/ 159 h 461"/>
                <a:gd name="T108" fmla="*/ 0 w 1349"/>
                <a:gd name="T109" fmla="*/ 182 h 461"/>
                <a:gd name="T110" fmla="*/ 3 w 1349"/>
                <a:gd name="T111" fmla="*/ 202 h 461"/>
                <a:gd name="T112" fmla="*/ 6 w 1349"/>
                <a:gd name="T113" fmla="*/ 216 h 461"/>
                <a:gd name="T114" fmla="*/ 9 w 1349"/>
                <a:gd name="T115" fmla="*/ 227 h 461"/>
                <a:gd name="T116" fmla="*/ 10 w 1349"/>
                <a:gd name="T117" fmla="*/ 230 h 46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349"/>
                <a:gd name="T178" fmla="*/ 0 h 461"/>
                <a:gd name="T179" fmla="*/ 1349 w 1349"/>
                <a:gd name="T180" fmla="*/ 461 h 461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349" h="461">
                  <a:moveTo>
                    <a:pt x="19" y="461"/>
                  </a:moveTo>
                  <a:lnTo>
                    <a:pt x="1349" y="461"/>
                  </a:lnTo>
                  <a:lnTo>
                    <a:pt x="1057" y="83"/>
                  </a:lnTo>
                  <a:lnTo>
                    <a:pt x="1056" y="83"/>
                  </a:lnTo>
                  <a:lnTo>
                    <a:pt x="1050" y="82"/>
                  </a:lnTo>
                  <a:lnTo>
                    <a:pt x="1042" y="80"/>
                  </a:lnTo>
                  <a:lnTo>
                    <a:pt x="1031" y="79"/>
                  </a:lnTo>
                  <a:lnTo>
                    <a:pt x="1018" y="75"/>
                  </a:lnTo>
                  <a:lnTo>
                    <a:pt x="1002" y="73"/>
                  </a:lnTo>
                  <a:lnTo>
                    <a:pt x="984" y="68"/>
                  </a:lnTo>
                  <a:lnTo>
                    <a:pt x="964" y="65"/>
                  </a:lnTo>
                  <a:lnTo>
                    <a:pt x="941" y="61"/>
                  </a:lnTo>
                  <a:lnTo>
                    <a:pt x="916" y="57"/>
                  </a:lnTo>
                  <a:lnTo>
                    <a:pt x="891" y="52"/>
                  </a:lnTo>
                  <a:lnTo>
                    <a:pt x="863" y="47"/>
                  </a:lnTo>
                  <a:lnTo>
                    <a:pt x="835" y="43"/>
                  </a:lnTo>
                  <a:lnTo>
                    <a:pt x="805" y="38"/>
                  </a:lnTo>
                  <a:lnTo>
                    <a:pt x="775" y="34"/>
                  </a:lnTo>
                  <a:lnTo>
                    <a:pt x="744" y="29"/>
                  </a:lnTo>
                  <a:lnTo>
                    <a:pt x="711" y="24"/>
                  </a:lnTo>
                  <a:lnTo>
                    <a:pt x="679" y="20"/>
                  </a:lnTo>
                  <a:lnTo>
                    <a:pt x="647" y="16"/>
                  </a:lnTo>
                  <a:lnTo>
                    <a:pt x="615" y="13"/>
                  </a:lnTo>
                  <a:lnTo>
                    <a:pt x="582" y="9"/>
                  </a:lnTo>
                  <a:lnTo>
                    <a:pt x="550" y="7"/>
                  </a:lnTo>
                  <a:lnTo>
                    <a:pt x="519" y="5"/>
                  </a:lnTo>
                  <a:lnTo>
                    <a:pt x="488" y="3"/>
                  </a:lnTo>
                  <a:lnTo>
                    <a:pt x="459" y="1"/>
                  </a:lnTo>
                  <a:lnTo>
                    <a:pt x="430" y="0"/>
                  </a:lnTo>
                  <a:lnTo>
                    <a:pt x="403" y="1"/>
                  </a:lnTo>
                  <a:lnTo>
                    <a:pt x="376" y="1"/>
                  </a:lnTo>
                  <a:lnTo>
                    <a:pt x="352" y="4"/>
                  </a:lnTo>
                  <a:lnTo>
                    <a:pt x="329" y="6"/>
                  </a:lnTo>
                  <a:lnTo>
                    <a:pt x="308" y="9"/>
                  </a:lnTo>
                  <a:lnTo>
                    <a:pt x="290" y="14"/>
                  </a:lnTo>
                  <a:lnTo>
                    <a:pt x="276" y="19"/>
                  </a:lnTo>
                  <a:lnTo>
                    <a:pt x="262" y="23"/>
                  </a:lnTo>
                  <a:lnTo>
                    <a:pt x="247" y="29"/>
                  </a:lnTo>
                  <a:lnTo>
                    <a:pt x="231" y="35"/>
                  </a:lnTo>
                  <a:lnTo>
                    <a:pt x="215" y="43"/>
                  </a:lnTo>
                  <a:lnTo>
                    <a:pt x="198" y="51"/>
                  </a:lnTo>
                  <a:lnTo>
                    <a:pt x="182" y="60"/>
                  </a:lnTo>
                  <a:lnTo>
                    <a:pt x="164" y="69"/>
                  </a:lnTo>
                  <a:lnTo>
                    <a:pt x="147" y="80"/>
                  </a:lnTo>
                  <a:lnTo>
                    <a:pt x="131" y="91"/>
                  </a:lnTo>
                  <a:lnTo>
                    <a:pt x="115" y="103"/>
                  </a:lnTo>
                  <a:lnTo>
                    <a:pt x="99" y="115"/>
                  </a:lnTo>
                  <a:lnTo>
                    <a:pt x="84" y="129"/>
                  </a:lnTo>
                  <a:lnTo>
                    <a:pt x="70" y="143"/>
                  </a:lnTo>
                  <a:lnTo>
                    <a:pt x="57" y="158"/>
                  </a:lnTo>
                  <a:lnTo>
                    <a:pt x="46" y="174"/>
                  </a:lnTo>
                  <a:lnTo>
                    <a:pt x="19" y="223"/>
                  </a:lnTo>
                  <a:lnTo>
                    <a:pt x="5" y="271"/>
                  </a:lnTo>
                  <a:lnTo>
                    <a:pt x="0" y="319"/>
                  </a:lnTo>
                  <a:lnTo>
                    <a:pt x="0" y="364"/>
                  </a:lnTo>
                  <a:lnTo>
                    <a:pt x="5" y="404"/>
                  </a:lnTo>
                  <a:lnTo>
                    <a:pt x="11" y="433"/>
                  </a:lnTo>
                  <a:lnTo>
                    <a:pt x="17" y="454"/>
                  </a:lnTo>
                  <a:lnTo>
                    <a:pt x="19" y="461"/>
                  </a:lnTo>
                  <a:close/>
                </a:path>
              </a:pathLst>
            </a:custGeom>
            <a:solidFill>
              <a:srgbClr val="0035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6" name="Freeform 83"/>
            <p:cNvSpPr>
              <a:spLocks/>
            </p:cNvSpPr>
            <p:nvPr/>
          </p:nvSpPr>
          <p:spPr bwMode="auto">
            <a:xfrm>
              <a:off x="2759" y="2982"/>
              <a:ext cx="688" cy="680"/>
            </a:xfrm>
            <a:custGeom>
              <a:avLst/>
              <a:gdLst>
                <a:gd name="T0" fmla="*/ 381 w 1375"/>
                <a:gd name="T1" fmla="*/ 22 h 1360"/>
                <a:gd name="T2" fmla="*/ 361 w 1375"/>
                <a:gd name="T3" fmla="*/ 28 h 1360"/>
                <a:gd name="T4" fmla="*/ 330 w 1375"/>
                <a:gd name="T5" fmla="*/ 38 h 1360"/>
                <a:gd name="T6" fmla="*/ 295 w 1375"/>
                <a:gd name="T7" fmla="*/ 55 h 1360"/>
                <a:gd name="T8" fmla="*/ 263 w 1375"/>
                <a:gd name="T9" fmla="*/ 81 h 1360"/>
                <a:gd name="T10" fmla="*/ 236 w 1375"/>
                <a:gd name="T11" fmla="*/ 120 h 1360"/>
                <a:gd name="T12" fmla="*/ 217 w 1375"/>
                <a:gd name="T13" fmla="*/ 169 h 1360"/>
                <a:gd name="T14" fmla="*/ 204 w 1375"/>
                <a:gd name="T15" fmla="*/ 230 h 1360"/>
                <a:gd name="T16" fmla="*/ 195 w 1375"/>
                <a:gd name="T17" fmla="*/ 313 h 1360"/>
                <a:gd name="T18" fmla="*/ 185 w 1375"/>
                <a:gd name="T19" fmla="*/ 380 h 1360"/>
                <a:gd name="T20" fmla="*/ 158 w 1375"/>
                <a:gd name="T21" fmla="*/ 411 h 1360"/>
                <a:gd name="T22" fmla="*/ 116 w 1375"/>
                <a:gd name="T23" fmla="*/ 388 h 1360"/>
                <a:gd name="T24" fmla="*/ 91 w 1375"/>
                <a:gd name="T25" fmla="*/ 342 h 1360"/>
                <a:gd name="T26" fmla="*/ 0 w 1375"/>
                <a:gd name="T27" fmla="*/ 373 h 1360"/>
                <a:gd name="T28" fmla="*/ 4 w 1375"/>
                <a:gd name="T29" fmla="*/ 388 h 1360"/>
                <a:gd name="T30" fmla="*/ 16 w 1375"/>
                <a:gd name="T31" fmla="*/ 426 h 1360"/>
                <a:gd name="T32" fmla="*/ 32 w 1375"/>
                <a:gd name="T33" fmla="*/ 468 h 1360"/>
                <a:gd name="T34" fmla="*/ 49 w 1375"/>
                <a:gd name="T35" fmla="*/ 496 h 1360"/>
                <a:gd name="T36" fmla="*/ 71 w 1375"/>
                <a:gd name="T37" fmla="*/ 523 h 1360"/>
                <a:gd name="T38" fmla="*/ 97 w 1375"/>
                <a:gd name="T39" fmla="*/ 547 h 1360"/>
                <a:gd name="T40" fmla="*/ 121 w 1375"/>
                <a:gd name="T41" fmla="*/ 563 h 1360"/>
                <a:gd name="T42" fmla="*/ 142 w 1375"/>
                <a:gd name="T43" fmla="*/ 571 h 1360"/>
                <a:gd name="T44" fmla="*/ 164 w 1375"/>
                <a:gd name="T45" fmla="*/ 574 h 1360"/>
                <a:gd name="T46" fmla="*/ 180 w 1375"/>
                <a:gd name="T47" fmla="*/ 571 h 1360"/>
                <a:gd name="T48" fmla="*/ 209 w 1375"/>
                <a:gd name="T49" fmla="*/ 566 h 1360"/>
                <a:gd name="T50" fmla="*/ 219 w 1375"/>
                <a:gd name="T51" fmla="*/ 572 h 1360"/>
                <a:gd name="T52" fmla="*/ 227 w 1375"/>
                <a:gd name="T53" fmla="*/ 587 h 1360"/>
                <a:gd name="T54" fmla="*/ 238 w 1375"/>
                <a:gd name="T55" fmla="*/ 609 h 1360"/>
                <a:gd name="T56" fmla="*/ 261 w 1375"/>
                <a:gd name="T57" fmla="*/ 633 h 1360"/>
                <a:gd name="T58" fmla="*/ 302 w 1375"/>
                <a:gd name="T59" fmla="*/ 657 h 1360"/>
                <a:gd name="T60" fmla="*/ 367 w 1375"/>
                <a:gd name="T61" fmla="*/ 676 h 1360"/>
                <a:gd name="T62" fmla="*/ 427 w 1375"/>
                <a:gd name="T63" fmla="*/ 680 h 1360"/>
                <a:gd name="T64" fmla="*/ 478 w 1375"/>
                <a:gd name="T65" fmla="*/ 675 h 1360"/>
                <a:gd name="T66" fmla="*/ 515 w 1375"/>
                <a:gd name="T67" fmla="*/ 666 h 1360"/>
                <a:gd name="T68" fmla="*/ 536 w 1375"/>
                <a:gd name="T69" fmla="*/ 658 h 1360"/>
                <a:gd name="T70" fmla="*/ 547 w 1375"/>
                <a:gd name="T71" fmla="*/ 638 h 1360"/>
                <a:gd name="T72" fmla="*/ 576 w 1375"/>
                <a:gd name="T73" fmla="*/ 563 h 1360"/>
                <a:gd name="T74" fmla="*/ 615 w 1375"/>
                <a:gd name="T75" fmla="*/ 455 h 1360"/>
                <a:gd name="T76" fmla="*/ 654 w 1375"/>
                <a:gd name="T77" fmla="*/ 343 h 1360"/>
                <a:gd name="T78" fmla="*/ 681 w 1375"/>
                <a:gd name="T79" fmla="*/ 255 h 1360"/>
                <a:gd name="T80" fmla="*/ 688 w 1375"/>
                <a:gd name="T81" fmla="*/ 204 h 1360"/>
                <a:gd name="T82" fmla="*/ 682 w 1375"/>
                <a:gd name="T83" fmla="*/ 146 h 1360"/>
                <a:gd name="T84" fmla="*/ 667 w 1375"/>
                <a:gd name="T85" fmla="*/ 94 h 1360"/>
                <a:gd name="T86" fmla="*/ 644 w 1375"/>
                <a:gd name="T87" fmla="*/ 59 h 1360"/>
                <a:gd name="T88" fmla="*/ 601 w 1375"/>
                <a:gd name="T89" fmla="*/ 15 h 1360"/>
                <a:gd name="T90" fmla="*/ 572 w 1375"/>
                <a:gd name="T91" fmla="*/ 1 h 1360"/>
                <a:gd name="T92" fmla="*/ 527 w 1375"/>
                <a:gd name="T93" fmla="*/ 48 h 1360"/>
                <a:gd name="T94" fmla="*/ 480 w 1375"/>
                <a:gd name="T95" fmla="*/ 62 h 1360"/>
                <a:gd name="T96" fmla="*/ 437 w 1375"/>
                <a:gd name="T97" fmla="*/ 53 h 1360"/>
                <a:gd name="T98" fmla="*/ 404 w 1375"/>
                <a:gd name="T99" fmla="*/ 36 h 1360"/>
                <a:gd name="T100" fmla="*/ 387 w 1375"/>
                <a:gd name="T101" fmla="*/ 23 h 13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375"/>
                <a:gd name="T154" fmla="*/ 0 h 1360"/>
                <a:gd name="T155" fmla="*/ 1375 w 1375"/>
                <a:gd name="T156" fmla="*/ 1360 h 136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375" h="1360">
                  <a:moveTo>
                    <a:pt x="771" y="44"/>
                  </a:moveTo>
                  <a:lnTo>
                    <a:pt x="769" y="44"/>
                  </a:lnTo>
                  <a:lnTo>
                    <a:pt x="762" y="45"/>
                  </a:lnTo>
                  <a:lnTo>
                    <a:pt x="752" y="48"/>
                  </a:lnTo>
                  <a:lnTo>
                    <a:pt x="738" y="51"/>
                  </a:lnTo>
                  <a:lnTo>
                    <a:pt x="722" y="56"/>
                  </a:lnTo>
                  <a:lnTo>
                    <a:pt x="702" y="61"/>
                  </a:lnTo>
                  <a:lnTo>
                    <a:pt x="681" y="68"/>
                  </a:lnTo>
                  <a:lnTo>
                    <a:pt x="660" y="76"/>
                  </a:lnTo>
                  <a:lnTo>
                    <a:pt x="635" y="87"/>
                  </a:lnTo>
                  <a:lnTo>
                    <a:pt x="612" y="98"/>
                  </a:lnTo>
                  <a:lnTo>
                    <a:pt x="589" y="111"/>
                  </a:lnTo>
                  <a:lnTo>
                    <a:pt x="566" y="126"/>
                  </a:lnTo>
                  <a:lnTo>
                    <a:pt x="544" y="143"/>
                  </a:lnTo>
                  <a:lnTo>
                    <a:pt x="525" y="162"/>
                  </a:lnTo>
                  <a:lnTo>
                    <a:pt x="506" y="182"/>
                  </a:lnTo>
                  <a:lnTo>
                    <a:pt x="491" y="205"/>
                  </a:lnTo>
                  <a:lnTo>
                    <a:pt x="472" y="240"/>
                  </a:lnTo>
                  <a:lnTo>
                    <a:pt x="456" y="272"/>
                  </a:lnTo>
                  <a:lnTo>
                    <a:pt x="443" y="305"/>
                  </a:lnTo>
                  <a:lnTo>
                    <a:pt x="433" y="338"/>
                  </a:lnTo>
                  <a:lnTo>
                    <a:pt x="423" y="374"/>
                  </a:lnTo>
                  <a:lnTo>
                    <a:pt x="415" y="414"/>
                  </a:lnTo>
                  <a:lnTo>
                    <a:pt x="408" y="460"/>
                  </a:lnTo>
                  <a:lnTo>
                    <a:pt x="400" y="514"/>
                  </a:lnTo>
                  <a:lnTo>
                    <a:pt x="394" y="571"/>
                  </a:lnTo>
                  <a:lnTo>
                    <a:pt x="389" y="626"/>
                  </a:lnTo>
                  <a:lnTo>
                    <a:pt x="384" y="677"/>
                  </a:lnTo>
                  <a:lnTo>
                    <a:pt x="379" y="722"/>
                  </a:lnTo>
                  <a:lnTo>
                    <a:pt x="369" y="760"/>
                  </a:lnTo>
                  <a:lnTo>
                    <a:pt x="357" y="791"/>
                  </a:lnTo>
                  <a:lnTo>
                    <a:pt x="339" y="813"/>
                  </a:lnTo>
                  <a:lnTo>
                    <a:pt x="315" y="823"/>
                  </a:lnTo>
                  <a:lnTo>
                    <a:pt x="285" y="821"/>
                  </a:lnTo>
                  <a:lnTo>
                    <a:pt x="258" y="803"/>
                  </a:lnTo>
                  <a:lnTo>
                    <a:pt x="232" y="777"/>
                  </a:lnTo>
                  <a:lnTo>
                    <a:pt x="212" y="746"/>
                  </a:lnTo>
                  <a:lnTo>
                    <a:pt x="194" y="714"/>
                  </a:lnTo>
                  <a:lnTo>
                    <a:pt x="182" y="685"/>
                  </a:lnTo>
                  <a:lnTo>
                    <a:pt x="174" y="665"/>
                  </a:lnTo>
                  <a:lnTo>
                    <a:pt x="171" y="657"/>
                  </a:lnTo>
                  <a:lnTo>
                    <a:pt x="0" y="747"/>
                  </a:lnTo>
                  <a:lnTo>
                    <a:pt x="1" y="750"/>
                  </a:lnTo>
                  <a:lnTo>
                    <a:pt x="3" y="761"/>
                  </a:lnTo>
                  <a:lnTo>
                    <a:pt x="7" y="776"/>
                  </a:lnTo>
                  <a:lnTo>
                    <a:pt x="13" y="796"/>
                  </a:lnTo>
                  <a:lnTo>
                    <a:pt x="20" y="822"/>
                  </a:lnTo>
                  <a:lnTo>
                    <a:pt x="31" y="852"/>
                  </a:lnTo>
                  <a:lnTo>
                    <a:pt x="41" y="884"/>
                  </a:lnTo>
                  <a:lnTo>
                    <a:pt x="55" y="919"/>
                  </a:lnTo>
                  <a:lnTo>
                    <a:pt x="63" y="937"/>
                  </a:lnTo>
                  <a:lnTo>
                    <a:pt x="72" y="955"/>
                  </a:lnTo>
                  <a:lnTo>
                    <a:pt x="84" y="974"/>
                  </a:lnTo>
                  <a:lnTo>
                    <a:pt x="98" y="992"/>
                  </a:lnTo>
                  <a:lnTo>
                    <a:pt x="111" y="1011"/>
                  </a:lnTo>
                  <a:lnTo>
                    <a:pt x="126" y="1028"/>
                  </a:lnTo>
                  <a:lnTo>
                    <a:pt x="142" y="1045"/>
                  </a:lnTo>
                  <a:lnTo>
                    <a:pt x="159" y="1063"/>
                  </a:lnTo>
                  <a:lnTo>
                    <a:pt x="176" y="1078"/>
                  </a:lnTo>
                  <a:lnTo>
                    <a:pt x="193" y="1093"/>
                  </a:lnTo>
                  <a:lnTo>
                    <a:pt x="209" y="1105"/>
                  </a:lnTo>
                  <a:lnTo>
                    <a:pt x="225" y="1117"/>
                  </a:lnTo>
                  <a:lnTo>
                    <a:pt x="241" y="1126"/>
                  </a:lnTo>
                  <a:lnTo>
                    <a:pt x="256" y="1133"/>
                  </a:lnTo>
                  <a:lnTo>
                    <a:pt x="270" y="1139"/>
                  </a:lnTo>
                  <a:lnTo>
                    <a:pt x="283" y="1142"/>
                  </a:lnTo>
                  <a:lnTo>
                    <a:pt x="304" y="1146"/>
                  </a:lnTo>
                  <a:lnTo>
                    <a:pt x="318" y="1147"/>
                  </a:lnTo>
                  <a:lnTo>
                    <a:pt x="328" y="1148"/>
                  </a:lnTo>
                  <a:lnTo>
                    <a:pt x="337" y="1147"/>
                  </a:lnTo>
                  <a:lnTo>
                    <a:pt x="346" y="1144"/>
                  </a:lnTo>
                  <a:lnTo>
                    <a:pt x="360" y="1142"/>
                  </a:lnTo>
                  <a:lnTo>
                    <a:pt x="379" y="1137"/>
                  </a:lnTo>
                  <a:lnTo>
                    <a:pt x="406" y="1132"/>
                  </a:lnTo>
                  <a:lnTo>
                    <a:pt x="418" y="1131"/>
                  </a:lnTo>
                  <a:lnTo>
                    <a:pt x="426" y="1133"/>
                  </a:lnTo>
                  <a:lnTo>
                    <a:pt x="433" y="1137"/>
                  </a:lnTo>
                  <a:lnTo>
                    <a:pt x="438" y="1143"/>
                  </a:lnTo>
                  <a:lnTo>
                    <a:pt x="443" y="1152"/>
                  </a:lnTo>
                  <a:lnTo>
                    <a:pt x="448" y="1163"/>
                  </a:lnTo>
                  <a:lnTo>
                    <a:pt x="453" y="1174"/>
                  </a:lnTo>
                  <a:lnTo>
                    <a:pt x="459" y="1188"/>
                  </a:lnTo>
                  <a:lnTo>
                    <a:pt x="467" y="1202"/>
                  </a:lnTo>
                  <a:lnTo>
                    <a:pt x="476" y="1218"/>
                  </a:lnTo>
                  <a:lnTo>
                    <a:pt x="488" y="1233"/>
                  </a:lnTo>
                  <a:lnTo>
                    <a:pt x="503" y="1249"/>
                  </a:lnTo>
                  <a:lnTo>
                    <a:pt x="521" y="1265"/>
                  </a:lnTo>
                  <a:lnTo>
                    <a:pt x="543" y="1282"/>
                  </a:lnTo>
                  <a:lnTo>
                    <a:pt x="571" y="1298"/>
                  </a:lnTo>
                  <a:lnTo>
                    <a:pt x="603" y="1313"/>
                  </a:lnTo>
                  <a:lnTo>
                    <a:pt x="648" y="1330"/>
                  </a:lnTo>
                  <a:lnTo>
                    <a:pt x="692" y="1343"/>
                  </a:lnTo>
                  <a:lnTo>
                    <a:pt x="734" y="1351"/>
                  </a:lnTo>
                  <a:lnTo>
                    <a:pt x="776" y="1356"/>
                  </a:lnTo>
                  <a:lnTo>
                    <a:pt x="816" y="1360"/>
                  </a:lnTo>
                  <a:lnTo>
                    <a:pt x="854" y="1360"/>
                  </a:lnTo>
                  <a:lnTo>
                    <a:pt x="890" y="1358"/>
                  </a:lnTo>
                  <a:lnTo>
                    <a:pt x="924" y="1354"/>
                  </a:lnTo>
                  <a:lnTo>
                    <a:pt x="956" y="1349"/>
                  </a:lnTo>
                  <a:lnTo>
                    <a:pt x="983" y="1344"/>
                  </a:lnTo>
                  <a:lnTo>
                    <a:pt x="1009" y="1338"/>
                  </a:lnTo>
                  <a:lnTo>
                    <a:pt x="1029" y="1331"/>
                  </a:lnTo>
                  <a:lnTo>
                    <a:pt x="1048" y="1325"/>
                  </a:lnTo>
                  <a:lnTo>
                    <a:pt x="1062" y="1320"/>
                  </a:lnTo>
                  <a:lnTo>
                    <a:pt x="1071" y="1315"/>
                  </a:lnTo>
                  <a:lnTo>
                    <a:pt x="1077" y="1313"/>
                  </a:lnTo>
                  <a:lnTo>
                    <a:pt x="1082" y="1302"/>
                  </a:lnTo>
                  <a:lnTo>
                    <a:pt x="1094" y="1276"/>
                  </a:lnTo>
                  <a:lnTo>
                    <a:pt x="1110" y="1237"/>
                  </a:lnTo>
                  <a:lnTo>
                    <a:pt x="1129" y="1186"/>
                  </a:lnTo>
                  <a:lnTo>
                    <a:pt x="1151" y="1126"/>
                  </a:lnTo>
                  <a:lnTo>
                    <a:pt x="1177" y="1059"/>
                  </a:lnTo>
                  <a:lnTo>
                    <a:pt x="1203" y="987"/>
                  </a:lnTo>
                  <a:lnTo>
                    <a:pt x="1230" y="911"/>
                  </a:lnTo>
                  <a:lnTo>
                    <a:pt x="1256" y="834"/>
                  </a:lnTo>
                  <a:lnTo>
                    <a:pt x="1283" y="758"/>
                  </a:lnTo>
                  <a:lnTo>
                    <a:pt x="1307" y="687"/>
                  </a:lnTo>
                  <a:lnTo>
                    <a:pt x="1328" y="619"/>
                  </a:lnTo>
                  <a:lnTo>
                    <a:pt x="1346" y="560"/>
                  </a:lnTo>
                  <a:lnTo>
                    <a:pt x="1361" y="510"/>
                  </a:lnTo>
                  <a:lnTo>
                    <a:pt x="1370" y="470"/>
                  </a:lnTo>
                  <a:lnTo>
                    <a:pt x="1375" y="445"/>
                  </a:lnTo>
                  <a:lnTo>
                    <a:pt x="1375" y="408"/>
                  </a:lnTo>
                  <a:lnTo>
                    <a:pt x="1374" y="369"/>
                  </a:lnTo>
                  <a:lnTo>
                    <a:pt x="1370" y="330"/>
                  </a:lnTo>
                  <a:lnTo>
                    <a:pt x="1364" y="292"/>
                  </a:lnTo>
                  <a:lnTo>
                    <a:pt x="1356" y="255"/>
                  </a:lnTo>
                  <a:lnTo>
                    <a:pt x="1346" y="220"/>
                  </a:lnTo>
                  <a:lnTo>
                    <a:pt x="1334" y="189"/>
                  </a:lnTo>
                  <a:lnTo>
                    <a:pt x="1322" y="163"/>
                  </a:lnTo>
                  <a:lnTo>
                    <a:pt x="1308" y="144"/>
                  </a:lnTo>
                  <a:lnTo>
                    <a:pt x="1287" y="118"/>
                  </a:lnTo>
                  <a:lnTo>
                    <a:pt x="1260" y="88"/>
                  </a:lnTo>
                  <a:lnTo>
                    <a:pt x="1231" y="58"/>
                  </a:lnTo>
                  <a:lnTo>
                    <a:pt x="1201" y="31"/>
                  </a:lnTo>
                  <a:lnTo>
                    <a:pt x="1174" y="11"/>
                  </a:lnTo>
                  <a:lnTo>
                    <a:pt x="1155" y="0"/>
                  </a:lnTo>
                  <a:lnTo>
                    <a:pt x="1143" y="3"/>
                  </a:lnTo>
                  <a:lnTo>
                    <a:pt x="1115" y="43"/>
                  </a:lnTo>
                  <a:lnTo>
                    <a:pt x="1085" y="74"/>
                  </a:lnTo>
                  <a:lnTo>
                    <a:pt x="1053" y="97"/>
                  </a:lnTo>
                  <a:lnTo>
                    <a:pt x="1022" y="112"/>
                  </a:lnTo>
                  <a:lnTo>
                    <a:pt x="990" y="120"/>
                  </a:lnTo>
                  <a:lnTo>
                    <a:pt x="960" y="124"/>
                  </a:lnTo>
                  <a:lnTo>
                    <a:pt x="930" y="121"/>
                  </a:lnTo>
                  <a:lnTo>
                    <a:pt x="901" y="114"/>
                  </a:lnTo>
                  <a:lnTo>
                    <a:pt x="874" y="106"/>
                  </a:lnTo>
                  <a:lnTo>
                    <a:pt x="850" y="96"/>
                  </a:lnTo>
                  <a:lnTo>
                    <a:pt x="828" y="83"/>
                  </a:lnTo>
                  <a:lnTo>
                    <a:pt x="808" y="72"/>
                  </a:lnTo>
                  <a:lnTo>
                    <a:pt x="793" y="61"/>
                  </a:lnTo>
                  <a:lnTo>
                    <a:pt x="782" y="52"/>
                  </a:lnTo>
                  <a:lnTo>
                    <a:pt x="774" y="46"/>
                  </a:lnTo>
                  <a:lnTo>
                    <a:pt x="771" y="44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7" name="Freeform 84"/>
            <p:cNvSpPr>
              <a:spLocks/>
            </p:cNvSpPr>
            <p:nvPr/>
          </p:nvSpPr>
          <p:spPr bwMode="auto">
            <a:xfrm>
              <a:off x="2430" y="2576"/>
              <a:ext cx="541" cy="663"/>
            </a:xfrm>
            <a:custGeom>
              <a:avLst/>
              <a:gdLst>
                <a:gd name="T0" fmla="*/ 11 w 1081"/>
                <a:gd name="T1" fmla="*/ 93 h 1326"/>
                <a:gd name="T2" fmla="*/ 35 w 1081"/>
                <a:gd name="T3" fmla="*/ 530 h 1326"/>
                <a:gd name="T4" fmla="*/ 165 w 1081"/>
                <a:gd name="T5" fmla="*/ 533 h 1326"/>
                <a:gd name="T6" fmla="*/ 165 w 1081"/>
                <a:gd name="T7" fmla="*/ 546 h 1326"/>
                <a:gd name="T8" fmla="*/ 0 w 1081"/>
                <a:gd name="T9" fmla="*/ 562 h 1326"/>
                <a:gd name="T10" fmla="*/ 0 w 1081"/>
                <a:gd name="T11" fmla="*/ 610 h 1326"/>
                <a:gd name="T12" fmla="*/ 136 w 1081"/>
                <a:gd name="T13" fmla="*/ 663 h 1326"/>
                <a:gd name="T14" fmla="*/ 509 w 1081"/>
                <a:gd name="T15" fmla="*/ 583 h 1326"/>
                <a:gd name="T16" fmla="*/ 509 w 1081"/>
                <a:gd name="T17" fmla="*/ 554 h 1326"/>
                <a:gd name="T18" fmla="*/ 392 w 1081"/>
                <a:gd name="T19" fmla="*/ 533 h 1326"/>
                <a:gd name="T20" fmla="*/ 392 w 1081"/>
                <a:gd name="T21" fmla="*/ 508 h 1326"/>
                <a:gd name="T22" fmla="*/ 527 w 1081"/>
                <a:gd name="T23" fmla="*/ 460 h 1326"/>
                <a:gd name="T24" fmla="*/ 541 w 1081"/>
                <a:gd name="T25" fmla="*/ 10 h 1326"/>
                <a:gd name="T26" fmla="*/ 96 w 1081"/>
                <a:gd name="T27" fmla="*/ 0 h 1326"/>
                <a:gd name="T28" fmla="*/ 11 w 1081"/>
                <a:gd name="T29" fmla="*/ 93 h 13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81"/>
                <a:gd name="T46" fmla="*/ 0 h 1326"/>
                <a:gd name="T47" fmla="*/ 1081 w 1081"/>
                <a:gd name="T48" fmla="*/ 1326 h 132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81" h="1326">
                  <a:moveTo>
                    <a:pt x="22" y="187"/>
                  </a:moveTo>
                  <a:lnTo>
                    <a:pt x="69" y="1060"/>
                  </a:lnTo>
                  <a:lnTo>
                    <a:pt x="330" y="1065"/>
                  </a:lnTo>
                  <a:lnTo>
                    <a:pt x="330" y="1091"/>
                  </a:lnTo>
                  <a:lnTo>
                    <a:pt x="0" y="1123"/>
                  </a:lnTo>
                  <a:lnTo>
                    <a:pt x="0" y="1219"/>
                  </a:lnTo>
                  <a:lnTo>
                    <a:pt x="272" y="1326"/>
                  </a:lnTo>
                  <a:lnTo>
                    <a:pt x="1017" y="1166"/>
                  </a:lnTo>
                  <a:lnTo>
                    <a:pt x="1017" y="1107"/>
                  </a:lnTo>
                  <a:lnTo>
                    <a:pt x="783" y="1065"/>
                  </a:lnTo>
                  <a:lnTo>
                    <a:pt x="783" y="1017"/>
                  </a:lnTo>
                  <a:lnTo>
                    <a:pt x="1054" y="921"/>
                  </a:lnTo>
                  <a:lnTo>
                    <a:pt x="1081" y="21"/>
                  </a:lnTo>
                  <a:lnTo>
                    <a:pt x="192" y="0"/>
                  </a:lnTo>
                  <a:lnTo>
                    <a:pt x="22" y="187"/>
                  </a:lnTo>
                  <a:close/>
                </a:path>
              </a:pathLst>
            </a:custGeom>
            <a:solidFill>
              <a:srgbClr val="D8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8" name="Freeform 85"/>
            <p:cNvSpPr>
              <a:spLocks/>
            </p:cNvSpPr>
            <p:nvPr/>
          </p:nvSpPr>
          <p:spPr bwMode="auto">
            <a:xfrm>
              <a:off x="2513" y="3149"/>
              <a:ext cx="476" cy="189"/>
            </a:xfrm>
            <a:custGeom>
              <a:avLst/>
              <a:gdLst>
                <a:gd name="T0" fmla="*/ 2 w 952"/>
                <a:gd name="T1" fmla="*/ 75 h 378"/>
                <a:gd name="T2" fmla="*/ 0 w 952"/>
                <a:gd name="T3" fmla="*/ 112 h 378"/>
                <a:gd name="T4" fmla="*/ 184 w 952"/>
                <a:gd name="T5" fmla="*/ 189 h 378"/>
                <a:gd name="T6" fmla="*/ 465 w 952"/>
                <a:gd name="T7" fmla="*/ 106 h 378"/>
                <a:gd name="T8" fmla="*/ 476 w 952"/>
                <a:gd name="T9" fmla="*/ 22 h 378"/>
                <a:gd name="T10" fmla="*/ 412 w 952"/>
                <a:gd name="T11" fmla="*/ 0 h 378"/>
                <a:gd name="T12" fmla="*/ 2 w 952"/>
                <a:gd name="T13" fmla="*/ 75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2"/>
                <a:gd name="T22" fmla="*/ 0 h 378"/>
                <a:gd name="T23" fmla="*/ 952 w 952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2" h="378">
                  <a:moveTo>
                    <a:pt x="4" y="149"/>
                  </a:moveTo>
                  <a:lnTo>
                    <a:pt x="0" y="224"/>
                  </a:lnTo>
                  <a:lnTo>
                    <a:pt x="367" y="378"/>
                  </a:lnTo>
                  <a:lnTo>
                    <a:pt x="930" y="212"/>
                  </a:lnTo>
                  <a:lnTo>
                    <a:pt x="952" y="43"/>
                  </a:lnTo>
                  <a:lnTo>
                    <a:pt x="824" y="0"/>
                  </a:lnTo>
                  <a:lnTo>
                    <a:pt x="4" y="149"/>
                  </a:lnTo>
                  <a:close/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9" name="Freeform 86"/>
            <p:cNvSpPr>
              <a:spLocks/>
            </p:cNvSpPr>
            <p:nvPr/>
          </p:nvSpPr>
          <p:spPr bwMode="auto">
            <a:xfrm>
              <a:off x="2897" y="3162"/>
              <a:ext cx="92" cy="125"/>
            </a:xfrm>
            <a:custGeom>
              <a:avLst/>
              <a:gdLst>
                <a:gd name="T0" fmla="*/ 3 w 184"/>
                <a:gd name="T1" fmla="*/ 35 h 250"/>
                <a:gd name="T2" fmla="*/ 3 w 184"/>
                <a:gd name="T3" fmla="*/ 38 h 250"/>
                <a:gd name="T4" fmla="*/ 3 w 184"/>
                <a:gd name="T5" fmla="*/ 42 h 250"/>
                <a:gd name="T6" fmla="*/ 1 w 184"/>
                <a:gd name="T7" fmla="*/ 47 h 250"/>
                <a:gd name="T8" fmla="*/ 3 w 184"/>
                <a:gd name="T9" fmla="*/ 51 h 250"/>
                <a:gd name="T10" fmla="*/ 9 w 184"/>
                <a:gd name="T11" fmla="*/ 58 h 250"/>
                <a:gd name="T12" fmla="*/ 15 w 184"/>
                <a:gd name="T13" fmla="*/ 63 h 250"/>
                <a:gd name="T14" fmla="*/ 22 w 184"/>
                <a:gd name="T15" fmla="*/ 69 h 250"/>
                <a:gd name="T16" fmla="*/ 28 w 184"/>
                <a:gd name="T17" fmla="*/ 74 h 250"/>
                <a:gd name="T18" fmla="*/ 35 w 184"/>
                <a:gd name="T19" fmla="*/ 79 h 250"/>
                <a:gd name="T20" fmla="*/ 39 w 184"/>
                <a:gd name="T21" fmla="*/ 83 h 250"/>
                <a:gd name="T22" fmla="*/ 43 w 184"/>
                <a:gd name="T23" fmla="*/ 85 h 250"/>
                <a:gd name="T24" fmla="*/ 44 w 184"/>
                <a:gd name="T25" fmla="*/ 85 h 250"/>
                <a:gd name="T26" fmla="*/ 71 w 184"/>
                <a:gd name="T27" fmla="*/ 125 h 250"/>
                <a:gd name="T28" fmla="*/ 92 w 184"/>
                <a:gd name="T29" fmla="*/ 21 h 250"/>
                <a:gd name="T30" fmla="*/ 36 w 184"/>
                <a:gd name="T31" fmla="*/ 0 h 250"/>
                <a:gd name="T32" fmla="*/ 34 w 184"/>
                <a:gd name="T33" fmla="*/ 1 h 250"/>
                <a:gd name="T34" fmla="*/ 28 w 184"/>
                <a:gd name="T35" fmla="*/ 2 h 250"/>
                <a:gd name="T36" fmla="*/ 22 w 184"/>
                <a:gd name="T37" fmla="*/ 6 h 250"/>
                <a:gd name="T38" fmla="*/ 14 w 184"/>
                <a:gd name="T39" fmla="*/ 10 h 250"/>
                <a:gd name="T40" fmla="*/ 7 w 184"/>
                <a:gd name="T41" fmla="*/ 15 h 250"/>
                <a:gd name="T42" fmla="*/ 3 w 184"/>
                <a:gd name="T43" fmla="*/ 21 h 250"/>
                <a:gd name="T44" fmla="*/ 0 w 184"/>
                <a:gd name="T45" fmla="*/ 28 h 250"/>
                <a:gd name="T46" fmla="*/ 3 w 184"/>
                <a:gd name="T47" fmla="*/ 35 h 2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84"/>
                <a:gd name="T73" fmla="*/ 0 h 250"/>
                <a:gd name="T74" fmla="*/ 184 w 184"/>
                <a:gd name="T75" fmla="*/ 250 h 25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84" h="250">
                  <a:moveTo>
                    <a:pt x="6" y="70"/>
                  </a:moveTo>
                  <a:lnTo>
                    <a:pt x="7" y="76"/>
                  </a:lnTo>
                  <a:lnTo>
                    <a:pt x="5" y="84"/>
                  </a:lnTo>
                  <a:lnTo>
                    <a:pt x="3" y="93"/>
                  </a:lnTo>
                  <a:lnTo>
                    <a:pt x="7" y="102"/>
                  </a:lnTo>
                  <a:lnTo>
                    <a:pt x="18" y="115"/>
                  </a:lnTo>
                  <a:lnTo>
                    <a:pt x="31" y="127"/>
                  </a:lnTo>
                  <a:lnTo>
                    <a:pt x="44" y="138"/>
                  </a:lnTo>
                  <a:lnTo>
                    <a:pt x="57" y="148"/>
                  </a:lnTo>
                  <a:lnTo>
                    <a:pt x="69" y="158"/>
                  </a:lnTo>
                  <a:lnTo>
                    <a:pt x="78" y="165"/>
                  </a:lnTo>
                  <a:lnTo>
                    <a:pt x="85" y="169"/>
                  </a:lnTo>
                  <a:lnTo>
                    <a:pt x="87" y="170"/>
                  </a:lnTo>
                  <a:lnTo>
                    <a:pt x="142" y="250"/>
                  </a:lnTo>
                  <a:lnTo>
                    <a:pt x="184" y="42"/>
                  </a:lnTo>
                  <a:lnTo>
                    <a:pt x="72" y="0"/>
                  </a:lnTo>
                  <a:lnTo>
                    <a:pt x="68" y="1"/>
                  </a:lnTo>
                  <a:lnTo>
                    <a:pt x="57" y="4"/>
                  </a:lnTo>
                  <a:lnTo>
                    <a:pt x="44" y="11"/>
                  </a:lnTo>
                  <a:lnTo>
                    <a:pt x="29" y="19"/>
                  </a:lnTo>
                  <a:lnTo>
                    <a:pt x="14" y="30"/>
                  </a:lnTo>
                  <a:lnTo>
                    <a:pt x="5" y="41"/>
                  </a:lnTo>
                  <a:lnTo>
                    <a:pt x="0" y="55"/>
                  </a:lnTo>
                  <a:lnTo>
                    <a:pt x="6" y="70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0" name="Freeform 87"/>
            <p:cNvSpPr>
              <a:spLocks/>
            </p:cNvSpPr>
            <p:nvPr/>
          </p:nvSpPr>
          <p:spPr bwMode="auto">
            <a:xfrm>
              <a:off x="2728" y="3190"/>
              <a:ext cx="144" cy="160"/>
            </a:xfrm>
            <a:custGeom>
              <a:avLst/>
              <a:gdLst>
                <a:gd name="T0" fmla="*/ 6 w 288"/>
                <a:gd name="T1" fmla="*/ 38 h 322"/>
                <a:gd name="T2" fmla="*/ 14 w 288"/>
                <a:gd name="T3" fmla="*/ 61 h 322"/>
                <a:gd name="T4" fmla="*/ 16 w 288"/>
                <a:gd name="T5" fmla="*/ 85 h 322"/>
                <a:gd name="T6" fmla="*/ 15 w 288"/>
                <a:gd name="T7" fmla="*/ 107 h 322"/>
                <a:gd name="T8" fmla="*/ 17 w 288"/>
                <a:gd name="T9" fmla="*/ 131 h 322"/>
                <a:gd name="T10" fmla="*/ 24 w 288"/>
                <a:gd name="T11" fmla="*/ 151 h 322"/>
                <a:gd name="T12" fmla="*/ 42 w 288"/>
                <a:gd name="T13" fmla="*/ 160 h 322"/>
                <a:gd name="T14" fmla="*/ 69 w 288"/>
                <a:gd name="T15" fmla="*/ 151 h 322"/>
                <a:gd name="T16" fmla="*/ 95 w 288"/>
                <a:gd name="T17" fmla="*/ 134 h 322"/>
                <a:gd name="T18" fmla="*/ 112 w 288"/>
                <a:gd name="T19" fmla="*/ 120 h 322"/>
                <a:gd name="T20" fmla="*/ 116 w 288"/>
                <a:gd name="T21" fmla="*/ 116 h 322"/>
                <a:gd name="T22" fmla="*/ 124 w 288"/>
                <a:gd name="T23" fmla="*/ 104 h 322"/>
                <a:gd name="T24" fmla="*/ 135 w 288"/>
                <a:gd name="T25" fmla="*/ 85 h 322"/>
                <a:gd name="T26" fmla="*/ 143 w 288"/>
                <a:gd name="T27" fmla="*/ 70 h 322"/>
                <a:gd name="T28" fmla="*/ 144 w 288"/>
                <a:gd name="T29" fmla="*/ 52 h 322"/>
                <a:gd name="T30" fmla="*/ 138 w 288"/>
                <a:gd name="T31" fmla="*/ 11 h 322"/>
                <a:gd name="T32" fmla="*/ 123 w 288"/>
                <a:gd name="T33" fmla="*/ 2 h 322"/>
                <a:gd name="T34" fmla="*/ 115 w 288"/>
                <a:gd name="T35" fmla="*/ 10 h 322"/>
                <a:gd name="T36" fmla="*/ 111 w 288"/>
                <a:gd name="T37" fmla="*/ 22 h 322"/>
                <a:gd name="T38" fmla="*/ 109 w 288"/>
                <a:gd name="T39" fmla="*/ 31 h 322"/>
                <a:gd name="T40" fmla="*/ 108 w 288"/>
                <a:gd name="T41" fmla="*/ 32 h 322"/>
                <a:gd name="T42" fmla="*/ 104 w 288"/>
                <a:gd name="T43" fmla="*/ 25 h 322"/>
                <a:gd name="T44" fmla="*/ 98 w 288"/>
                <a:gd name="T45" fmla="*/ 14 h 322"/>
                <a:gd name="T46" fmla="*/ 93 w 288"/>
                <a:gd name="T47" fmla="*/ 4 h 322"/>
                <a:gd name="T48" fmla="*/ 89 w 288"/>
                <a:gd name="T49" fmla="*/ 0 h 322"/>
                <a:gd name="T50" fmla="*/ 79 w 288"/>
                <a:gd name="T51" fmla="*/ 0 h 322"/>
                <a:gd name="T52" fmla="*/ 66 w 288"/>
                <a:gd name="T53" fmla="*/ 2 h 322"/>
                <a:gd name="T54" fmla="*/ 49 w 288"/>
                <a:gd name="T55" fmla="*/ 6 h 322"/>
                <a:gd name="T56" fmla="*/ 33 w 288"/>
                <a:gd name="T57" fmla="*/ 10 h 322"/>
                <a:gd name="T58" fmla="*/ 17 w 288"/>
                <a:gd name="T59" fmla="*/ 15 h 322"/>
                <a:gd name="T60" fmla="*/ 5 w 288"/>
                <a:gd name="T61" fmla="*/ 20 h 322"/>
                <a:gd name="T62" fmla="*/ 0 w 288"/>
                <a:gd name="T63" fmla="*/ 26 h 3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88"/>
                <a:gd name="T97" fmla="*/ 0 h 322"/>
                <a:gd name="T98" fmla="*/ 288 w 288"/>
                <a:gd name="T99" fmla="*/ 322 h 32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88" h="322">
                  <a:moveTo>
                    <a:pt x="0" y="57"/>
                  </a:moveTo>
                  <a:lnTo>
                    <a:pt x="12" y="76"/>
                  </a:lnTo>
                  <a:lnTo>
                    <a:pt x="22" y="98"/>
                  </a:lnTo>
                  <a:lnTo>
                    <a:pt x="29" y="123"/>
                  </a:lnTo>
                  <a:lnTo>
                    <a:pt x="33" y="152"/>
                  </a:lnTo>
                  <a:lnTo>
                    <a:pt x="32" y="171"/>
                  </a:lnTo>
                  <a:lnTo>
                    <a:pt x="30" y="193"/>
                  </a:lnTo>
                  <a:lnTo>
                    <a:pt x="30" y="216"/>
                  </a:lnTo>
                  <a:lnTo>
                    <a:pt x="30" y="241"/>
                  </a:lnTo>
                  <a:lnTo>
                    <a:pt x="33" y="264"/>
                  </a:lnTo>
                  <a:lnTo>
                    <a:pt x="38" y="286"/>
                  </a:lnTo>
                  <a:lnTo>
                    <a:pt x="49" y="304"/>
                  </a:lnTo>
                  <a:lnTo>
                    <a:pt x="64" y="317"/>
                  </a:lnTo>
                  <a:lnTo>
                    <a:pt x="85" y="322"/>
                  </a:lnTo>
                  <a:lnTo>
                    <a:pt x="110" y="316"/>
                  </a:lnTo>
                  <a:lnTo>
                    <a:pt x="137" y="303"/>
                  </a:lnTo>
                  <a:lnTo>
                    <a:pt x="165" y="287"/>
                  </a:lnTo>
                  <a:lnTo>
                    <a:pt x="190" y="270"/>
                  </a:lnTo>
                  <a:lnTo>
                    <a:pt x="210" y="254"/>
                  </a:lnTo>
                  <a:lnTo>
                    <a:pt x="225" y="242"/>
                  </a:lnTo>
                  <a:lnTo>
                    <a:pt x="230" y="237"/>
                  </a:lnTo>
                  <a:lnTo>
                    <a:pt x="232" y="234"/>
                  </a:lnTo>
                  <a:lnTo>
                    <a:pt x="239" y="224"/>
                  </a:lnTo>
                  <a:lnTo>
                    <a:pt x="248" y="209"/>
                  </a:lnTo>
                  <a:lnTo>
                    <a:pt x="258" y="190"/>
                  </a:lnTo>
                  <a:lnTo>
                    <a:pt x="269" y="172"/>
                  </a:lnTo>
                  <a:lnTo>
                    <a:pt x="279" y="154"/>
                  </a:lnTo>
                  <a:lnTo>
                    <a:pt x="286" y="140"/>
                  </a:lnTo>
                  <a:lnTo>
                    <a:pt x="288" y="130"/>
                  </a:lnTo>
                  <a:lnTo>
                    <a:pt x="288" y="104"/>
                  </a:lnTo>
                  <a:lnTo>
                    <a:pt x="285" y="62"/>
                  </a:lnTo>
                  <a:lnTo>
                    <a:pt x="275" y="22"/>
                  </a:lnTo>
                  <a:lnTo>
                    <a:pt x="256" y="2"/>
                  </a:lnTo>
                  <a:lnTo>
                    <a:pt x="246" y="4"/>
                  </a:lnTo>
                  <a:lnTo>
                    <a:pt x="237" y="10"/>
                  </a:lnTo>
                  <a:lnTo>
                    <a:pt x="231" y="21"/>
                  </a:lnTo>
                  <a:lnTo>
                    <a:pt x="225" y="32"/>
                  </a:lnTo>
                  <a:lnTo>
                    <a:pt x="222" y="45"/>
                  </a:lnTo>
                  <a:lnTo>
                    <a:pt x="219" y="57"/>
                  </a:lnTo>
                  <a:lnTo>
                    <a:pt x="218" y="63"/>
                  </a:lnTo>
                  <a:lnTo>
                    <a:pt x="218" y="67"/>
                  </a:lnTo>
                  <a:lnTo>
                    <a:pt x="217" y="65"/>
                  </a:lnTo>
                  <a:lnTo>
                    <a:pt x="214" y="59"/>
                  </a:lnTo>
                  <a:lnTo>
                    <a:pt x="209" y="50"/>
                  </a:lnTo>
                  <a:lnTo>
                    <a:pt x="203" y="39"/>
                  </a:lnTo>
                  <a:lnTo>
                    <a:pt x="197" y="28"/>
                  </a:lnTo>
                  <a:lnTo>
                    <a:pt x="192" y="17"/>
                  </a:lnTo>
                  <a:lnTo>
                    <a:pt x="186" y="8"/>
                  </a:lnTo>
                  <a:lnTo>
                    <a:pt x="181" y="2"/>
                  </a:lnTo>
                  <a:lnTo>
                    <a:pt x="178" y="1"/>
                  </a:lnTo>
                  <a:lnTo>
                    <a:pt x="170" y="0"/>
                  </a:lnTo>
                  <a:lnTo>
                    <a:pt x="159" y="1"/>
                  </a:lnTo>
                  <a:lnTo>
                    <a:pt x="147" y="2"/>
                  </a:lnTo>
                  <a:lnTo>
                    <a:pt x="132" y="5"/>
                  </a:lnTo>
                  <a:lnTo>
                    <a:pt x="116" y="8"/>
                  </a:lnTo>
                  <a:lnTo>
                    <a:pt x="99" y="12"/>
                  </a:lnTo>
                  <a:lnTo>
                    <a:pt x="82" y="15"/>
                  </a:lnTo>
                  <a:lnTo>
                    <a:pt x="65" y="20"/>
                  </a:lnTo>
                  <a:lnTo>
                    <a:pt x="49" y="25"/>
                  </a:lnTo>
                  <a:lnTo>
                    <a:pt x="34" y="30"/>
                  </a:lnTo>
                  <a:lnTo>
                    <a:pt x="21" y="36"/>
                  </a:lnTo>
                  <a:lnTo>
                    <a:pt x="11" y="40"/>
                  </a:lnTo>
                  <a:lnTo>
                    <a:pt x="4" y="46"/>
                  </a:lnTo>
                  <a:lnTo>
                    <a:pt x="0" y="5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2CC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1" name="Freeform 88"/>
            <p:cNvSpPr>
              <a:spLocks/>
            </p:cNvSpPr>
            <p:nvPr/>
          </p:nvSpPr>
          <p:spPr bwMode="auto">
            <a:xfrm>
              <a:off x="3089" y="3216"/>
              <a:ext cx="394" cy="380"/>
            </a:xfrm>
            <a:custGeom>
              <a:avLst/>
              <a:gdLst>
                <a:gd name="T0" fmla="*/ 58 w 787"/>
                <a:gd name="T1" fmla="*/ 52 h 759"/>
                <a:gd name="T2" fmla="*/ 40 w 787"/>
                <a:gd name="T3" fmla="*/ 73 h 759"/>
                <a:gd name="T4" fmla="*/ 25 w 787"/>
                <a:gd name="T5" fmla="*/ 102 h 759"/>
                <a:gd name="T6" fmla="*/ 16 w 787"/>
                <a:gd name="T7" fmla="*/ 130 h 759"/>
                <a:gd name="T8" fmla="*/ 8 w 787"/>
                <a:gd name="T9" fmla="*/ 191 h 759"/>
                <a:gd name="T10" fmla="*/ 1 w 787"/>
                <a:gd name="T11" fmla="*/ 275 h 759"/>
                <a:gd name="T12" fmla="*/ 1 w 787"/>
                <a:gd name="T13" fmla="*/ 292 h 759"/>
                <a:gd name="T14" fmla="*/ 6 w 787"/>
                <a:gd name="T15" fmla="*/ 310 h 759"/>
                <a:gd name="T16" fmla="*/ 18 w 787"/>
                <a:gd name="T17" fmla="*/ 336 h 759"/>
                <a:gd name="T18" fmla="*/ 43 w 787"/>
                <a:gd name="T19" fmla="*/ 360 h 759"/>
                <a:gd name="T20" fmla="*/ 73 w 787"/>
                <a:gd name="T21" fmla="*/ 373 h 759"/>
                <a:gd name="T22" fmla="*/ 99 w 787"/>
                <a:gd name="T23" fmla="*/ 378 h 759"/>
                <a:gd name="T24" fmla="*/ 122 w 787"/>
                <a:gd name="T25" fmla="*/ 380 h 759"/>
                <a:gd name="T26" fmla="*/ 143 w 787"/>
                <a:gd name="T27" fmla="*/ 379 h 759"/>
                <a:gd name="T28" fmla="*/ 160 w 787"/>
                <a:gd name="T29" fmla="*/ 376 h 759"/>
                <a:gd name="T30" fmla="*/ 175 w 787"/>
                <a:gd name="T31" fmla="*/ 372 h 759"/>
                <a:gd name="T32" fmla="*/ 184 w 787"/>
                <a:gd name="T33" fmla="*/ 369 h 759"/>
                <a:gd name="T34" fmla="*/ 189 w 787"/>
                <a:gd name="T35" fmla="*/ 367 h 759"/>
                <a:gd name="T36" fmla="*/ 192 w 787"/>
                <a:gd name="T37" fmla="*/ 366 h 759"/>
                <a:gd name="T38" fmla="*/ 206 w 787"/>
                <a:gd name="T39" fmla="*/ 361 h 759"/>
                <a:gd name="T40" fmla="*/ 229 w 787"/>
                <a:gd name="T41" fmla="*/ 353 h 759"/>
                <a:gd name="T42" fmla="*/ 259 w 787"/>
                <a:gd name="T43" fmla="*/ 343 h 759"/>
                <a:gd name="T44" fmla="*/ 290 w 787"/>
                <a:gd name="T45" fmla="*/ 332 h 759"/>
                <a:gd name="T46" fmla="*/ 321 w 787"/>
                <a:gd name="T47" fmla="*/ 319 h 759"/>
                <a:gd name="T48" fmla="*/ 346 w 787"/>
                <a:gd name="T49" fmla="*/ 308 h 759"/>
                <a:gd name="T50" fmla="*/ 362 w 787"/>
                <a:gd name="T51" fmla="*/ 299 h 759"/>
                <a:gd name="T52" fmla="*/ 375 w 787"/>
                <a:gd name="T53" fmla="*/ 271 h 759"/>
                <a:gd name="T54" fmla="*/ 389 w 787"/>
                <a:gd name="T55" fmla="*/ 203 h 759"/>
                <a:gd name="T56" fmla="*/ 394 w 787"/>
                <a:gd name="T57" fmla="*/ 124 h 759"/>
                <a:gd name="T58" fmla="*/ 387 w 787"/>
                <a:gd name="T59" fmla="*/ 59 h 759"/>
                <a:gd name="T60" fmla="*/ 366 w 787"/>
                <a:gd name="T61" fmla="*/ 26 h 759"/>
                <a:gd name="T62" fmla="*/ 344 w 787"/>
                <a:gd name="T63" fmla="*/ 10 h 759"/>
                <a:gd name="T64" fmla="*/ 326 w 787"/>
                <a:gd name="T65" fmla="*/ 2 h 759"/>
                <a:gd name="T66" fmla="*/ 316 w 787"/>
                <a:gd name="T67" fmla="*/ 0 h 759"/>
                <a:gd name="T68" fmla="*/ 313 w 787"/>
                <a:gd name="T69" fmla="*/ 0 h 759"/>
                <a:gd name="T70" fmla="*/ 306 w 787"/>
                <a:gd name="T71" fmla="*/ 0 h 759"/>
                <a:gd name="T72" fmla="*/ 291 w 787"/>
                <a:gd name="T73" fmla="*/ 1 h 759"/>
                <a:gd name="T74" fmla="*/ 272 w 787"/>
                <a:gd name="T75" fmla="*/ 1 h 759"/>
                <a:gd name="T76" fmla="*/ 249 w 787"/>
                <a:gd name="T77" fmla="*/ 3 h 759"/>
                <a:gd name="T78" fmla="*/ 223 w 787"/>
                <a:gd name="T79" fmla="*/ 5 h 759"/>
                <a:gd name="T80" fmla="*/ 196 w 787"/>
                <a:gd name="T81" fmla="*/ 9 h 759"/>
                <a:gd name="T82" fmla="*/ 169 w 787"/>
                <a:gd name="T83" fmla="*/ 14 h 759"/>
                <a:gd name="T84" fmla="*/ 139 w 787"/>
                <a:gd name="T85" fmla="*/ 22 h 759"/>
                <a:gd name="T86" fmla="*/ 111 w 787"/>
                <a:gd name="T87" fmla="*/ 30 h 759"/>
                <a:gd name="T88" fmla="*/ 90 w 787"/>
                <a:gd name="T89" fmla="*/ 37 h 759"/>
                <a:gd name="T90" fmla="*/ 74 w 787"/>
                <a:gd name="T91" fmla="*/ 43 h 75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87"/>
                <a:gd name="T139" fmla="*/ 0 h 759"/>
                <a:gd name="T140" fmla="*/ 787 w 787"/>
                <a:gd name="T141" fmla="*/ 759 h 75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87" h="759">
                  <a:moveTo>
                    <a:pt x="132" y="91"/>
                  </a:moveTo>
                  <a:lnTo>
                    <a:pt x="115" y="103"/>
                  </a:lnTo>
                  <a:lnTo>
                    <a:pt x="97" y="121"/>
                  </a:lnTo>
                  <a:lnTo>
                    <a:pt x="80" y="146"/>
                  </a:lnTo>
                  <a:lnTo>
                    <a:pt x="64" y="174"/>
                  </a:lnTo>
                  <a:lnTo>
                    <a:pt x="50" y="204"/>
                  </a:lnTo>
                  <a:lnTo>
                    <a:pt x="39" y="234"/>
                  </a:lnTo>
                  <a:lnTo>
                    <a:pt x="31" y="260"/>
                  </a:lnTo>
                  <a:lnTo>
                    <a:pt x="26" y="282"/>
                  </a:lnTo>
                  <a:lnTo>
                    <a:pt x="16" y="381"/>
                  </a:lnTo>
                  <a:lnTo>
                    <a:pt x="8" y="477"/>
                  </a:lnTo>
                  <a:lnTo>
                    <a:pt x="2" y="549"/>
                  </a:lnTo>
                  <a:lnTo>
                    <a:pt x="0" y="577"/>
                  </a:lnTo>
                  <a:lnTo>
                    <a:pt x="1" y="583"/>
                  </a:lnTo>
                  <a:lnTo>
                    <a:pt x="4" y="597"/>
                  </a:lnTo>
                  <a:lnTo>
                    <a:pt x="11" y="619"/>
                  </a:lnTo>
                  <a:lnTo>
                    <a:pt x="21" y="644"/>
                  </a:lnTo>
                  <a:lnTo>
                    <a:pt x="36" y="672"/>
                  </a:lnTo>
                  <a:lnTo>
                    <a:pt x="57" y="698"/>
                  </a:lnTo>
                  <a:lnTo>
                    <a:pt x="85" y="720"/>
                  </a:lnTo>
                  <a:lnTo>
                    <a:pt x="118" y="737"/>
                  </a:lnTo>
                  <a:lnTo>
                    <a:pt x="145" y="746"/>
                  </a:lnTo>
                  <a:lnTo>
                    <a:pt x="171" y="752"/>
                  </a:lnTo>
                  <a:lnTo>
                    <a:pt x="197" y="756"/>
                  </a:lnTo>
                  <a:lnTo>
                    <a:pt x="221" y="758"/>
                  </a:lnTo>
                  <a:lnTo>
                    <a:pt x="243" y="759"/>
                  </a:lnTo>
                  <a:lnTo>
                    <a:pt x="264" y="759"/>
                  </a:lnTo>
                  <a:lnTo>
                    <a:pt x="285" y="757"/>
                  </a:lnTo>
                  <a:lnTo>
                    <a:pt x="304" y="755"/>
                  </a:lnTo>
                  <a:lnTo>
                    <a:pt x="320" y="751"/>
                  </a:lnTo>
                  <a:lnTo>
                    <a:pt x="335" y="748"/>
                  </a:lnTo>
                  <a:lnTo>
                    <a:pt x="349" y="744"/>
                  </a:lnTo>
                  <a:lnTo>
                    <a:pt x="359" y="741"/>
                  </a:lnTo>
                  <a:lnTo>
                    <a:pt x="368" y="737"/>
                  </a:lnTo>
                  <a:lnTo>
                    <a:pt x="374" y="735"/>
                  </a:lnTo>
                  <a:lnTo>
                    <a:pt x="378" y="734"/>
                  </a:lnTo>
                  <a:lnTo>
                    <a:pt x="380" y="733"/>
                  </a:lnTo>
                  <a:lnTo>
                    <a:pt x="383" y="732"/>
                  </a:lnTo>
                  <a:lnTo>
                    <a:pt x="393" y="728"/>
                  </a:lnTo>
                  <a:lnTo>
                    <a:pt x="411" y="722"/>
                  </a:lnTo>
                  <a:lnTo>
                    <a:pt x="431" y="716"/>
                  </a:lnTo>
                  <a:lnTo>
                    <a:pt x="457" y="706"/>
                  </a:lnTo>
                  <a:lnTo>
                    <a:pt x="486" y="697"/>
                  </a:lnTo>
                  <a:lnTo>
                    <a:pt x="517" y="686"/>
                  </a:lnTo>
                  <a:lnTo>
                    <a:pt x="548" y="674"/>
                  </a:lnTo>
                  <a:lnTo>
                    <a:pt x="580" y="663"/>
                  </a:lnTo>
                  <a:lnTo>
                    <a:pt x="611" y="650"/>
                  </a:lnTo>
                  <a:lnTo>
                    <a:pt x="641" y="638"/>
                  </a:lnTo>
                  <a:lnTo>
                    <a:pt x="668" y="627"/>
                  </a:lnTo>
                  <a:lnTo>
                    <a:pt x="692" y="615"/>
                  </a:lnTo>
                  <a:lnTo>
                    <a:pt x="710" y="605"/>
                  </a:lnTo>
                  <a:lnTo>
                    <a:pt x="724" y="597"/>
                  </a:lnTo>
                  <a:lnTo>
                    <a:pt x="731" y="589"/>
                  </a:lnTo>
                  <a:lnTo>
                    <a:pt x="749" y="542"/>
                  </a:lnTo>
                  <a:lnTo>
                    <a:pt x="764" y="478"/>
                  </a:lnTo>
                  <a:lnTo>
                    <a:pt x="777" y="405"/>
                  </a:lnTo>
                  <a:lnTo>
                    <a:pt x="785" y="325"/>
                  </a:lnTo>
                  <a:lnTo>
                    <a:pt x="787" y="247"/>
                  </a:lnTo>
                  <a:lnTo>
                    <a:pt x="784" y="175"/>
                  </a:lnTo>
                  <a:lnTo>
                    <a:pt x="774" y="118"/>
                  </a:lnTo>
                  <a:lnTo>
                    <a:pt x="756" y="78"/>
                  </a:lnTo>
                  <a:lnTo>
                    <a:pt x="732" y="52"/>
                  </a:lnTo>
                  <a:lnTo>
                    <a:pt x="709" y="32"/>
                  </a:lnTo>
                  <a:lnTo>
                    <a:pt x="687" y="19"/>
                  </a:lnTo>
                  <a:lnTo>
                    <a:pt x="669" y="9"/>
                  </a:lnTo>
                  <a:lnTo>
                    <a:pt x="651" y="4"/>
                  </a:lnTo>
                  <a:lnTo>
                    <a:pt x="639" y="1"/>
                  </a:lnTo>
                  <a:lnTo>
                    <a:pt x="631" y="0"/>
                  </a:lnTo>
                  <a:lnTo>
                    <a:pt x="628" y="0"/>
                  </a:lnTo>
                  <a:lnTo>
                    <a:pt x="626" y="0"/>
                  </a:lnTo>
                  <a:lnTo>
                    <a:pt x="620" y="0"/>
                  </a:lnTo>
                  <a:lnTo>
                    <a:pt x="611" y="0"/>
                  </a:lnTo>
                  <a:lnTo>
                    <a:pt x="598" y="0"/>
                  </a:lnTo>
                  <a:lnTo>
                    <a:pt x="582" y="1"/>
                  </a:lnTo>
                  <a:lnTo>
                    <a:pt x="564" y="1"/>
                  </a:lnTo>
                  <a:lnTo>
                    <a:pt x="544" y="2"/>
                  </a:lnTo>
                  <a:lnTo>
                    <a:pt x="521" y="4"/>
                  </a:lnTo>
                  <a:lnTo>
                    <a:pt x="497" y="6"/>
                  </a:lnTo>
                  <a:lnTo>
                    <a:pt x="472" y="7"/>
                  </a:lnTo>
                  <a:lnTo>
                    <a:pt x="445" y="10"/>
                  </a:lnTo>
                  <a:lnTo>
                    <a:pt x="419" y="14"/>
                  </a:lnTo>
                  <a:lnTo>
                    <a:pt x="391" y="17"/>
                  </a:lnTo>
                  <a:lnTo>
                    <a:pt x="364" y="23"/>
                  </a:lnTo>
                  <a:lnTo>
                    <a:pt x="337" y="28"/>
                  </a:lnTo>
                  <a:lnTo>
                    <a:pt x="311" y="35"/>
                  </a:lnTo>
                  <a:lnTo>
                    <a:pt x="277" y="44"/>
                  </a:lnTo>
                  <a:lnTo>
                    <a:pt x="247" y="52"/>
                  </a:lnTo>
                  <a:lnTo>
                    <a:pt x="222" y="60"/>
                  </a:lnTo>
                  <a:lnTo>
                    <a:pt x="199" y="67"/>
                  </a:lnTo>
                  <a:lnTo>
                    <a:pt x="179" y="73"/>
                  </a:lnTo>
                  <a:lnTo>
                    <a:pt x="162" y="80"/>
                  </a:lnTo>
                  <a:lnTo>
                    <a:pt x="147" y="85"/>
                  </a:lnTo>
                  <a:lnTo>
                    <a:pt x="132" y="91"/>
                  </a:lnTo>
                  <a:close/>
                </a:path>
              </a:pathLst>
            </a:custGeom>
            <a:solidFill>
              <a:srgbClr val="59A3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2" name="Freeform 89"/>
            <p:cNvSpPr>
              <a:spLocks/>
            </p:cNvSpPr>
            <p:nvPr/>
          </p:nvSpPr>
          <p:spPr bwMode="auto">
            <a:xfrm>
              <a:off x="3255" y="3312"/>
              <a:ext cx="168" cy="366"/>
            </a:xfrm>
            <a:custGeom>
              <a:avLst/>
              <a:gdLst>
                <a:gd name="T0" fmla="*/ 49 w 336"/>
                <a:gd name="T1" fmla="*/ 24 h 733"/>
                <a:gd name="T2" fmla="*/ 0 w 336"/>
                <a:gd name="T3" fmla="*/ 366 h 733"/>
                <a:gd name="T4" fmla="*/ 114 w 336"/>
                <a:gd name="T5" fmla="*/ 366 h 733"/>
                <a:gd name="T6" fmla="*/ 168 w 336"/>
                <a:gd name="T7" fmla="*/ 15 h 733"/>
                <a:gd name="T8" fmla="*/ 168 w 336"/>
                <a:gd name="T9" fmla="*/ 14 h 733"/>
                <a:gd name="T10" fmla="*/ 168 w 336"/>
                <a:gd name="T11" fmla="*/ 13 h 733"/>
                <a:gd name="T12" fmla="*/ 168 w 336"/>
                <a:gd name="T13" fmla="*/ 11 h 733"/>
                <a:gd name="T14" fmla="*/ 166 w 336"/>
                <a:gd name="T15" fmla="*/ 8 h 733"/>
                <a:gd name="T16" fmla="*/ 161 w 336"/>
                <a:gd name="T17" fmla="*/ 6 h 733"/>
                <a:gd name="T18" fmla="*/ 155 w 336"/>
                <a:gd name="T19" fmla="*/ 3 h 733"/>
                <a:gd name="T20" fmla="*/ 144 w 336"/>
                <a:gd name="T21" fmla="*/ 1 h 733"/>
                <a:gd name="T22" fmla="*/ 130 w 336"/>
                <a:gd name="T23" fmla="*/ 0 h 733"/>
                <a:gd name="T24" fmla="*/ 114 w 336"/>
                <a:gd name="T25" fmla="*/ 1 h 733"/>
                <a:gd name="T26" fmla="*/ 99 w 336"/>
                <a:gd name="T27" fmla="*/ 3 h 733"/>
                <a:gd name="T28" fmla="*/ 86 w 336"/>
                <a:gd name="T29" fmla="*/ 7 h 733"/>
                <a:gd name="T30" fmla="*/ 74 w 336"/>
                <a:gd name="T31" fmla="*/ 11 h 733"/>
                <a:gd name="T32" fmla="*/ 64 w 336"/>
                <a:gd name="T33" fmla="*/ 16 h 733"/>
                <a:gd name="T34" fmla="*/ 56 w 336"/>
                <a:gd name="T35" fmla="*/ 20 h 733"/>
                <a:gd name="T36" fmla="*/ 51 w 336"/>
                <a:gd name="T37" fmla="*/ 23 h 733"/>
                <a:gd name="T38" fmla="*/ 49 w 336"/>
                <a:gd name="T39" fmla="*/ 24 h 73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733"/>
                <a:gd name="T62" fmla="*/ 336 w 336"/>
                <a:gd name="T63" fmla="*/ 733 h 73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733">
                  <a:moveTo>
                    <a:pt x="99" y="49"/>
                  </a:moveTo>
                  <a:lnTo>
                    <a:pt x="0" y="733"/>
                  </a:lnTo>
                  <a:lnTo>
                    <a:pt x="229" y="733"/>
                  </a:lnTo>
                  <a:lnTo>
                    <a:pt x="336" y="30"/>
                  </a:lnTo>
                  <a:lnTo>
                    <a:pt x="336" y="29"/>
                  </a:lnTo>
                  <a:lnTo>
                    <a:pt x="336" y="26"/>
                  </a:lnTo>
                  <a:lnTo>
                    <a:pt x="335" y="22"/>
                  </a:lnTo>
                  <a:lnTo>
                    <a:pt x="331" y="16"/>
                  </a:lnTo>
                  <a:lnTo>
                    <a:pt x="321" y="12"/>
                  </a:lnTo>
                  <a:lnTo>
                    <a:pt x="309" y="6"/>
                  </a:lnTo>
                  <a:lnTo>
                    <a:pt x="288" y="3"/>
                  </a:lnTo>
                  <a:lnTo>
                    <a:pt x="260" y="0"/>
                  </a:lnTo>
                  <a:lnTo>
                    <a:pt x="228" y="2"/>
                  </a:lnTo>
                  <a:lnTo>
                    <a:pt x="198" y="6"/>
                  </a:lnTo>
                  <a:lnTo>
                    <a:pt x="172" y="14"/>
                  </a:lnTo>
                  <a:lnTo>
                    <a:pt x="148" y="22"/>
                  </a:lnTo>
                  <a:lnTo>
                    <a:pt x="128" y="33"/>
                  </a:lnTo>
                  <a:lnTo>
                    <a:pt x="112" y="41"/>
                  </a:lnTo>
                  <a:lnTo>
                    <a:pt x="103" y="46"/>
                  </a:lnTo>
                  <a:lnTo>
                    <a:pt x="99" y="49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3" name="Freeform 90"/>
            <p:cNvSpPr>
              <a:spLocks/>
            </p:cNvSpPr>
            <p:nvPr/>
          </p:nvSpPr>
          <p:spPr bwMode="auto">
            <a:xfrm>
              <a:off x="2437" y="2926"/>
              <a:ext cx="989" cy="499"/>
            </a:xfrm>
            <a:custGeom>
              <a:avLst/>
              <a:gdLst>
                <a:gd name="T0" fmla="*/ 501 w 1977"/>
                <a:gd name="T1" fmla="*/ 463 h 999"/>
                <a:gd name="T2" fmla="*/ 444 w 1977"/>
                <a:gd name="T3" fmla="*/ 456 h 999"/>
                <a:gd name="T4" fmla="*/ 419 w 1977"/>
                <a:gd name="T5" fmla="*/ 411 h 999"/>
                <a:gd name="T6" fmla="*/ 468 w 1977"/>
                <a:gd name="T7" fmla="*/ 387 h 999"/>
                <a:gd name="T8" fmla="*/ 396 w 1977"/>
                <a:gd name="T9" fmla="*/ 378 h 999"/>
                <a:gd name="T10" fmla="*/ 423 w 1977"/>
                <a:gd name="T11" fmla="*/ 459 h 999"/>
                <a:gd name="T12" fmla="*/ 495 w 1977"/>
                <a:gd name="T13" fmla="*/ 498 h 999"/>
                <a:gd name="T14" fmla="*/ 532 w 1977"/>
                <a:gd name="T15" fmla="*/ 454 h 999"/>
                <a:gd name="T16" fmla="*/ 564 w 1977"/>
                <a:gd name="T17" fmla="*/ 242 h 999"/>
                <a:gd name="T18" fmla="*/ 613 w 1977"/>
                <a:gd name="T19" fmla="*/ 158 h 999"/>
                <a:gd name="T20" fmla="*/ 699 w 1977"/>
                <a:gd name="T21" fmla="*/ 107 h 999"/>
                <a:gd name="T22" fmla="*/ 767 w 1977"/>
                <a:gd name="T23" fmla="*/ 147 h 999"/>
                <a:gd name="T24" fmla="*/ 834 w 1977"/>
                <a:gd name="T25" fmla="*/ 150 h 999"/>
                <a:gd name="T26" fmla="*/ 885 w 1977"/>
                <a:gd name="T27" fmla="*/ 119 h 999"/>
                <a:gd name="T28" fmla="*/ 972 w 1977"/>
                <a:gd name="T29" fmla="*/ 228 h 999"/>
                <a:gd name="T30" fmla="*/ 988 w 1977"/>
                <a:gd name="T31" fmla="*/ 215 h 999"/>
                <a:gd name="T32" fmla="*/ 955 w 1977"/>
                <a:gd name="T33" fmla="*/ 132 h 999"/>
                <a:gd name="T34" fmla="*/ 898 w 1977"/>
                <a:gd name="T35" fmla="*/ 85 h 999"/>
                <a:gd name="T36" fmla="*/ 877 w 1977"/>
                <a:gd name="T37" fmla="*/ 92 h 999"/>
                <a:gd name="T38" fmla="*/ 832 w 1977"/>
                <a:gd name="T39" fmla="*/ 125 h 999"/>
                <a:gd name="T40" fmla="*/ 785 w 1977"/>
                <a:gd name="T41" fmla="*/ 127 h 999"/>
                <a:gd name="T42" fmla="*/ 741 w 1977"/>
                <a:gd name="T43" fmla="*/ 108 h 999"/>
                <a:gd name="T44" fmla="*/ 749 w 1977"/>
                <a:gd name="T45" fmla="*/ 58 h 999"/>
                <a:gd name="T46" fmla="*/ 729 w 1977"/>
                <a:gd name="T47" fmla="*/ 25 h 999"/>
                <a:gd name="T48" fmla="*/ 674 w 1977"/>
                <a:gd name="T49" fmla="*/ 92 h 999"/>
                <a:gd name="T50" fmla="*/ 597 w 1977"/>
                <a:gd name="T51" fmla="*/ 134 h 999"/>
                <a:gd name="T52" fmla="*/ 550 w 1977"/>
                <a:gd name="T53" fmla="*/ 205 h 999"/>
                <a:gd name="T54" fmla="*/ 520 w 1977"/>
                <a:gd name="T55" fmla="*/ 245 h 999"/>
                <a:gd name="T56" fmla="*/ 441 w 1977"/>
                <a:gd name="T57" fmla="*/ 235 h 999"/>
                <a:gd name="T58" fmla="*/ 208 w 1977"/>
                <a:gd name="T59" fmla="*/ 274 h 999"/>
                <a:gd name="T60" fmla="*/ 109 w 1977"/>
                <a:gd name="T61" fmla="*/ 279 h 999"/>
                <a:gd name="T62" fmla="*/ 46 w 1977"/>
                <a:gd name="T63" fmla="*/ 257 h 999"/>
                <a:gd name="T64" fmla="*/ 5 w 1977"/>
                <a:gd name="T65" fmla="*/ 254 h 999"/>
                <a:gd name="T66" fmla="*/ 75 w 1977"/>
                <a:gd name="T67" fmla="*/ 281 h 999"/>
                <a:gd name="T68" fmla="*/ 107 w 1977"/>
                <a:gd name="T69" fmla="*/ 294 h 999"/>
                <a:gd name="T70" fmla="*/ 249 w 1977"/>
                <a:gd name="T71" fmla="*/ 372 h 999"/>
                <a:gd name="T72" fmla="*/ 193 w 1977"/>
                <a:gd name="T73" fmla="*/ 291 h 999"/>
                <a:gd name="T74" fmla="*/ 433 w 1977"/>
                <a:gd name="T75" fmla="*/ 247 h 999"/>
                <a:gd name="T76" fmla="*/ 512 w 1977"/>
                <a:gd name="T77" fmla="*/ 252 h 999"/>
                <a:gd name="T78" fmla="*/ 528 w 1977"/>
                <a:gd name="T79" fmla="*/ 325 h 999"/>
                <a:gd name="T80" fmla="*/ 494 w 1977"/>
                <a:gd name="T81" fmla="*/ 291 h 999"/>
                <a:gd name="T82" fmla="*/ 526 w 1977"/>
                <a:gd name="T83" fmla="*/ 300 h 999"/>
                <a:gd name="T84" fmla="*/ 478 w 1977"/>
                <a:gd name="T85" fmla="*/ 258 h 999"/>
                <a:gd name="T86" fmla="*/ 514 w 1977"/>
                <a:gd name="T87" fmla="*/ 268 h 999"/>
                <a:gd name="T88" fmla="*/ 532 w 1977"/>
                <a:gd name="T89" fmla="*/ 275 h 999"/>
                <a:gd name="T90" fmla="*/ 490 w 1977"/>
                <a:gd name="T91" fmla="*/ 251 h 999"/>
                <a:gd name="T92" fmla="*/ 478 w 1977"/>
                <a:gd name="T93" fmla="*/ 257 h 999"/>
                <a:gd name="T94" fmla="*/ 484 w 1977"/>
                <a:gd name="T95" fmla="*/ 271 h 999"/>
                <a:gd name="T96" fmla="*/ 486 w 1977"/>
                <a:gd name="T97" fmla="*/ 280 h 999"/>
                <a:gd name="T98" fmla="*/ 485 w 1977"/>
                <a:gd name="T99" fmla="*/ 301 h 999"/>
                <a:gd name="T100" fmla="*/ 465 w 1977"/>
                <a:gd name="T101" fmla="*/ 331 h 999"/>
                <a:gd name="T102" fmla="*/ 427 w 1977"/>
                <a:gd name="T103" fmla="*/ 286 h 999"/>
                <a:gd name="T104" fmla="*/ 399 w 1977"/>
                <a:gd name="T105" fmla="*/ 306 h 999"/>
                <a:gd name="T106" fmla="*/ 389 w 1977"/>
                <a:gd name="T107" fmla="*/ 310 h 999"/>
                <a:gd name="T108" fmla="*/ 412 w 1977"/>
                <a:gd name="T109" fmla="*/ 317 h 999"/>
                <a:gd name="T110" fmla="*/ 410 w 1977"/>
                <a:gd name="T111" fmla="*/ 344 h 999"/>
                <a:gd name="T112" fmla="*/ 423 w 1977"/>
                <a:gd name="T113" fmla="*/ 361 h 999"/>
                <a:gd name="T114" fmla="*/ 501 w 1977"/>
                <a:gd name="T115" fmla="*/ 336 h 999"/>
                <a:gd name="T116" fmla="*/ 476 w 1977"/>
                <a:gd name="T117" fmla="*/ 384 h 999"/>
                <a:gd name="T118" fmla="*/ 518 w 1977"/>
                <a:gd name="T119" fmla="*/ 395 h 9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977"/>
                <a:gd name="T181" fmla="*/ 0 h 999"/>
                <a:gd name="T182" fmla="*/ 1977 w 1977"/>
                <a:gd name="T183" fmla="*/ 999 h 99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977" h="999">
                  <a:moveTo>
                    <a:pt x="949" y="853"/>
                  </a:moveTo>
                  <a:lnTo>
                    <a:pt x="1027" y="827"/>
                  </a:lnTo>
                  <a:lnTo>
                    <a:pt x="1026" y="843"/>
                  </a:lnTo>
                  <a:lnTo>
                    <a:pt x="1024" y="860"/>
                  </a:lnTo>
                  <a:lnTo>
                    <a:pt x="1021" y="877"/>
                  </a:lnTo>
                  <a:lnTo>
                    <a:pt x="1017" y="894"/>
                  </a:lnTo>
                  <a:lnTo>
                    <a:pt x="1010" y="912"/>
                  </a:lnTo>
                  <a:lnTo>
                    <a:pt x="1001" y="927"/>
                  </a:lnTo>
                  <a:lnTo>
                    <a:pt x="989" y="941"/>
                  </a:lnTo>
                  <a:lnTo>
                    <a:pt x="974" y="952"/>
                  </a:lnTo>
                  <a:lnTo>
                    <a:pt x="959" y="954"/>
                  </a:lnTo>
                  <a:lnTo>
                    <a:pt x="944" y="952"/>
                  </a:lnTo>
                  <a:lnTo>
                    <a:pt x="929" y="946"/>
                  </a:lnTo>
                  <a:lnTo>
                    <a:pt x="914" y="937"/>
                  </a:lnTo>
                  <a:lnTo>
                    <a:pt x="900" y="926"/>
                  </a:lnTo>
                  <a:lnTo>
                    <a:pt x="888" y="913"/>
                  </a:lnTo>
                  <a:lnTo>
                    <a:pt x="876" y="897"/>
                  </a:lnTo>
                  <a:lnTo>
                    <a:pt x="867" y="881"/>
                  </a:lnTo>
                  <a:lnTo>
                    <a:pt x="949" y="853"/>
                  </a:lnTo>
                  <a:lnTo>
                    <a:pt x="942" y="822"/>
                  </a:lnTo>
                  <a:lnTo>
                    <a:pt x="857" y="852"/>
                  </a:lnTo>
                  <a:lnTo>
                    <a:pt x="848" y="845"/>
                  </a:lnTo>
                  <a:lnTo>
                    <a:pt x="842" y="835"/>
                  </a:lnTo>
                  <a:lnTo>
                    <a:pt x="837" y="823"/>
                  </a:lnTo>
                  <a:lnTo>
                    <a:pt x="830" y="812"/>
                  </a:lnTo>
                  <a:lnTo>
                    <a:pt x="843" y="806"/>
                  </a:lnTo>
                  <a:lnTo>
                    <a:pt x="858" y="801"/>
                  </a:lnTo>
                  <a:lnTo>
                    <a:pt x="873" y="795"/>
                  </a:lnTo>
                  <a:lnTo>
                    <a:pt x="889" y="790"/>
                  </a:lnTo>
                  <a:lnTo>
                    <a:pt x="905" y="784"/>
                  </a:lnTo>
                  <a:lnTo>
                    <a:pt x="921" y="779"/>
                  </a:lnTo>
                  <a:lnTo>
                    <a:pt x="935" y="775"/>
                  </a:lnTo>
                  <a:lnTo>
                    <a:pt x="949" y="770"/>
                  </a:lnTo>
                  <a:lnTo>
                    <a:pt x="941" y="740"/>
                  </a:lnTo>
                  <a:lnTo>
                    <a:pt x="836" y="775"/>
                  </a:lnTo>
                  <a:lnTo>
                    <a:pt x="835" y="772"/>
                  </a:lnTo>
                  <a:lnTo>
                    <a:pt x="835" y="769"/>
                  </a:lnTo>
                  <a:lnTo>
                    <a:pt x="835" y="765"/>
                  </a:lnTo>
                  <a:lnTo>
                    <a:pt x="835" y="761"/>
                  </a:lnTo>
                  <a:lnTo>
                    <a:pt x="792" y="757"/>
                  </a:lnTo>
                  <a:lnTo>
                    <a:pt x="792" y="779"/>
                  </a:lnTo>
                  <a:lnTo>
                    <a:pt x="794" y="800"/>
                  </a:lnTo>
                  <a:lnTo>
                    <a:pt x="799" y="822"/>
                  </a:lnTo>
                  <a:lnTo>
                    <a:pt x="806" y="841"/>
                  </a:lnTo>
                  <a:lnTo>
                    <a:pt x="814" y="862"/>
                  </a:lnTo>
                  <a:lnTo>
                    <a:pt x="823" y="882"/>
                  </a:lnTo>
                  <a:lnTo>
                    <a:pt x="835" y="900"/>
                  </a:lnTo>
                  <a:lnTo>
                    <a:pt x="846" y="919"/>
                  </a:lnTo>
                  <a:lnTo>
                    <a:pt x="860" y="936"/>
                  </a:lnTo>
                  <a:lnTo>
                    <a:pt x="875" y="953"/>
                  </a:lnTo>
                  <a:lnTo>
                    <a:pt x="891" y="968"/>
                  </a:lnTo>
                  <a:lnTo>
                    <a:pt x="908" y="980"/>
                  </a:lnTo>
                  <a:lnTo>
                    <a:pt x="927" y="990"/>
                  </a:lnTo>
                  <a:lnTo>
                    <a:pt x="946" y="996"/>
                  </a:lnTo>
                  <a:lnTo>
                    <a:pt x="967" y="999"/>
                  </a:lnTo>
                  <a:lnTo>
                    <a:pt x="989" y="997"/>
                  </a:lnTo>
                  <a:lnTo>
                    <a:pt x="1005" y="992"/>
                  </a:lnTo>
                  <a:lnTo>
                    <a:pt x="1019" y="986"/>
                  </a:lnTo>
                  <a:lnTo>
                    <a:pt x="1030" y="976"/>
                  </a:lnTo>
                  <a:lnTo>
                    <a:pt x="1041" y="965"/>
                  </a:lnTo>
                  <a:lnTo>
                    <a:pt x="1048" y="952"/>
                  </a:lnTo>
                  <a:lnTo>
                    <a:pt x="1055" y="938"/>
                  </a:lnTo>
                  <a:lnTo>
                    <a:pt x="1060" y="923"/>
                  </a:lnTo>
                  <a:lnTo>
                    <a:pt x="1064" y="908"/>
                  </a:lnTo>
                  <a:lnTo>
                    <a:pt x="1098" y="629"/>
                  </a:lnTo>
                  <a:lnTo>
                    <a:pt x="1101" y="609"/>
                  </a:lnTo>
                  <a:lnTo>
                    <a:pt x="1104" y="587"/>
                  </a:lnTo>
                  <a:lnTo>
                    <a:pt x="1108" y="566"/>
                  </a:lnTo>
                  <a:lnTo>
                    <a:pt x="1112" y="545"/>
                  </a:lnTo>
                  <a:lnTo>
                    <a:pt x="1117" y="525"/>
                  </a:lnTo>
                  <a:lnTo>
                    <a:pt x="1121" y="505"/>
                  </a:lnTo>
                  <a:lnTo>
                    <a:pt x="1128" y="485"/>
                  </a:lnTo>
                  <a:lnTo>
                    <a:pt x="1135" y="466"/>
                  </a:lnTo>
                  <a:lnTo>
                    <a:pt x="1143" y="443"/>
                  </a:lnTo>
                  <a:lnTo>
                    <a:pt x="1154" y="420"/>
                  </a:lnTo>
                  <a:lnTo>
                    <a:pt x="1165" y="398"/>
                  </a:lnTo>
                  <a:lnTo>
                    <a:pt x="1179" y="376"/>
                  </a:lnTo>
                  <a:lnTo>
                    <a:pt x="1194" y="355"/>
                  </a:lnTo>
                  <a:lnTo>
                    <a:pt x="1209" y="335"/>
                  </a:lnTo>
                  <a:lnTo>
                    <a:pt x="1226" y="316"/>
                  </a:lnTo>
                  <a:lnTo>
                    <a:pt x="1245" y="298"/>
                  </a:lnTo>
                  <a:lnTo>
                    <a:pt x="1264" y="282"/>
                  </a:lnTo>
                  <a:lnTo>
                    <a:pt x="1284" y="265"/>
                  </a:lnTo>
                  <a:lnTo>
                    <a:pt x="1306" y="252"/>
                  </a:lnTo>
                  <a:lnTo>
                    <a:pt x="1328" y="240"/>
                  </a:lnTo>
                  <a:lnTo>
                    <a:pt x="1351" y="230"/>
                  </a:lnTo>
                  <a:lnTo>
                    <a:pt x="1374" y="220"/>
                  </a:lnTo>
                  <a:lnTo>
                    <a:pt x="1398" y="215"/>
                  </a:lnTo>
                  <a:lnTo>
                    <a:pt x="1423" y="210"/>
                  </a:lnTo>
                  <a:lnTo>
                    <a:pt x="1437" y="226"/>
                  </a:lnTo>
                  <a:lnTo>
                    <a:pt x="1450" y="240"/>
                  </a:lnTo>
                  <a:lnTo>
                    <a:pt x="1462" y="254"/>
                  </a:lnTo>
                  <a:lnTo>
                    <a:pt x="1476" y="265"/>
                  </a:lnTo>
                  <a:lnTo>
                    <a:pt x="1492" y="276"/>
                  </a:lnTo>
                  <a:lnTo>
                    <a:pt x="1511" y="285"/>
                  </a:lnTo>
                  <a:lnTo>
                    <a:pt x="1534" y="294"/>
                  </a:lnTo>
                  <a:lnTo>
                    <a:pt x="1561" y="302"/>
                  </a:lnTo>
                  <a:lnTo>
                    <a:pt x="1578" y="306"/>
                  </a:lnTo>
                  <a:lnTo>
                    <a:pt x="1593" y="307"/>
                  </a:lnTo>
                  <a:lnTo>
                    <a:pt x="1609" y="308"/>
                  </a:lnTo>
                  <a:lnTo>
                    <a:pt x="1624" y="308"/>
                  </a:lnTo>
                  <a:lnTo>
                    <a:pt x="1639" y="306"/>
                  </a:lnTo>
                  <a:lnTo>
                    <a:pt x="1652" y="303"/>
                  </a:lnTo>
                  <a:lnTo>
                    <a:pt x="1667" y="300"/>
                  </a:lnTo>
                  <a:lnTo>
                    <a:pt x="1681" y="294"/>
                  </a:lnTo>
                  <a:lnTo>
                    <a:pt x="1695" y="290"/>
                  </a:lnTo>
                  <a:lnTo>
                    <a:pt x="1708" y="283"/>
                  </a:lnTo>
                  <a:lnTo>
                    <a:pt x="1722" y="276"/>
                  </a:lnTo>
                  <a:lnTo>
                    <a:pt x="1734" y="268"/>
                  </a:lnTo>
                  <a:lnTo>
                    <a:pt x="1746" y="259"/>
                  </a:lnTo>
                  <a:lnTo>
                    <a:pt x="1758" y="249"/>
                  </a:lnTo>
                  <a:lnTo>
                    <a:pt x="1770" y="239"/>
                  </a:lnTo>
                  <a:lnTo>
                    <a:pt x="1781" y="229"/>
                  </a:lnTo>
                  <a:lnTo>
                    <a:pt x="1818" y="249"/>
                  </a:lnTo>
                  <a:lnTo>
                    <a:pt x="1850" y="275"/>
                  </a:lnTo>
                  <a:lnTo>
                    <a:pt x="1878" y="305"/>
                  </a:lnTo>
                  <a:lnTo>
                    <a:pt x="1902" y="339"/>
                  </a:lnTo>
                  <a:lnTo>
                    <a:pt x="1921" y="376"/>
                  </a:lnTo>
                  <a:lnTo>
                    <a:pt x="1936" y="416"/>
                  </a:lnTo>
                  <a:lnTo>
                    <a:pt x="1944" y="457"/>
                  </a:lnTo>
                  <a:lnTo>
                    <a:pt x="1947" y="499"/>
                  </a:lnTo>
                  <a:lnTo>
                    <a:pt x="1950" y="528"/>
                  </a:lnTo>
                  <a:lnTo>
                    <a:pt x="1953" y="560"/>
                  </a:lnTo>
                  <a:lnTo>
                    <a:pt x="1956" y="585"/>
                  </a:lnTo>
                  <a:lnTo>
                    <a:pt x="1960" y="591"/>
                  </a:lnTo>
                  <a:lnTo>
                    <a:pt x="1973" y="540"/>
                  </a:lnTo>
                  <a:lnTo>
                    <a:pt x="1977" y="485"/>
                  </a:lnTo>
                  <a:lnTo>
                    <a:pt x="1976" y="430"/>
                  </a:lnTo>
                  <a:lnTo>
                    <a:pt x="1967" y="378"/>
                  </a:lnTo>
                  <a:lnTo>
                    <a:pt x="1962" y="361"/>
                  </a:lnTo>
                  <a:lnTo>
                    <a:pt x="1956" y="344"/>
                  </a:lnTo>
                  <a:lnTo>
                    <a:pt x="1950" y="326"/>
                  </a:lnTo>
                  <a:lnTo>
                    <a:pt x="1940" y="310"/>
                  </a:lnTo>
                  <a:lnTo>
                    <a:pt x="1931" y="295"/>
                  </a:lnTo>
                  <a:lnTo>
                    <a:pt x="1921" y="280"/>
                  </a:lnTo>
                  <a:lnTo>
                    <a:pt x="1909" y="265"/>
                  </a:lnTo>
                  <a:lnTo>
                    <a:pt x="1897" y="252"/>
                  </a:lnTo>
                  <a:lnTo>
                    <a:pt x="1884" y="239"/>
                  </a:lnTo>
                  <a:lnTo>
                    <a:pt x="1870" y="226"/>
                  </a:lnTo>
                  <a:lnTo>
                    <a:pt x="1856" y="214"/>
                  </a:lnTo>
                  <a:lnTo>
                    <a:pt x="1841" y="202"/>
                  </a:lnTo>
                  <a:lnTo>
                    <a:pt x="1826" y="191"/>
                  </a:lnTo>
                  <a:lnTo>
                    <a:pt x="1810" y="180"/>
                  </a:lnTo>
                  <a:lnTo>
                    <a:pt x="1795" y="171"/>
                  </a:lnTo>
                  <a:lnTo>
                    <a:pt x="1779" y="162"/>
                  </a:lnTo>
                  <a:lnTo>
                    <a:pt x="1776" y="163"/>
                  </a:lnTo>
                  <a:lnTo>
                    <a:pt x="1773" y="164"/>
                  </a:lnTo>
                  <a:lnTo>
                    <a:pt x="1771" y="165"/>
                  </a:lnTo>
                  <a:lnTo>
                    <a:pt x="1769" y="167"/>
                  </a:lnTo>
                  <a:lnTo>
                    <a:pt x="1765" y="171"/>
                  </a:lnTo>
                  <a:lnTo>
                    <a:pt x="1761" y="177"/>
                  </a:lnTo>
                  <a:lnTo>
                    <a:pt x="1753" y="185"/>
                  </a:lnTo>
                  <a:lnTo>
                    <a:pt x="1743" y="195"/>
                  </a:lnTo>
                  <a:lnTo>
                    <a:pt x="1730" y="208"/>
                  </a:lnTo>
                  <a:lnTo>
                    <a:pt x="1717" y="218"/>
                  </a:lnTo>
                  <a:lnTo>
                    <a:pt x="1705" y="227"/>
                  </a:lnTo>
                  <a:lnTo>
                    <a:pt x="1694" y="235"/>
                  </a:lnTo>
                  <a:lnTo>
                    <a:pt x="1683" y="241"/>
                  </a:lnTo>
                  <a:lnTo>
                    <a:pt x="1673" y="247"/>
                  </a:lnTo>
                  <a:lnTo>
                    <a:pt x="1664" y="250"/>
                  </a:lnTo>
                  <a:lnTo>
                    <a:pt x="1654" y="254"/>
                  </a:lnTo>
                  <a:lnTo>
                    <a:pt x="1643" y="255"/>
                  </a:lnTo>
                  <a:lnTo>
                    <a:pt x="1633" y="256"/>
                  </a:lnTo>
                  <a:lnTo>
                    <a:pt x="1622" y="257"/>
                  </a:lnTo>
                  <a:lnTo>
                    <a:pt x="1611" y="257"/>
                  </a:lnTo>
                  <a:lnTo>
                    <a:pt x="1598" y="256"/>
                  </a:lnTo>
                  <a:lnTo>
                    <a:pt x="1584" y="256"/>
                  </a:lnTo>
                  <a:lnTo>
                    <a:pt x="1569" y="255"/>
                  </a:lnTo>
                  <a:lnTo>
                    <a:pt x="1553" y="254"/>
                  </a:lnTo>
                  <a:lnTo>
                    <a:pt x="1543" y="249"/>
                  </a:lnTo>
                  <a:lnTo>
                    <a:pt x="1531" y="246"/>
                  </a:lnTo>
                  <a:lnTo>
                    <a:pt x="1521" y="241"/>
                  </a:lnTo>
                  <a:lnTo>
                    <a:pt x="1510" y="237"/>
                  </a:lnTo>
                  <a:lnTo>
                    <a:pt x="1499" y="232"/>
                  </a:lnTo>
                  <a:lnTo>
                    <a:pt x="1489" y="225"/>
                  </a:lnTo>
                  <a:lnTo>
                    <a:pt x="1481" y="217"/>
                  </a:lnTo>
                  <a:lnTo>
                    <a:pt x="1473" y="208"/>
                  </a:lnTo>
                  <a:lnTo>
                    <a:pt x="1476" y="204"/>
                  </a:lnTo>
                  <a:lnTo>
                    <a:pt x="1480" y="200"/>
                  </a:lnTo>
                  <a:lnTo>
                    <a:pt x="1482" y="195"/>
                  </a:lnTo>
                  <a:lnTo>
                    <a:pt x="1485" y="191"/>
                  </a:lnTo>
                  <a:lnTo>
                    <a:pt x="1493" y="166"/>
                  </a:lnTo>
                  <a:lnTo>
                    <a:pt x="1497" y="141"/>
                  </a:lnTo>
                  <a:lnTo>
                    <a:pt x="1497" y="116"/>
                  </a:lnTo>
                  <a:lnTo>
                    <a:pt x="1495" y="91"/>
                  </a:lnTo>
                  <a:lnTo>
                    <a:pt x="1489" y="66"/>
                  </a:lnTo>
                  <a:lnTo>
                    <a:pt x="1480" y="43"/>
                  </a:lnTo>
                  <a:lnTo>
                    <a:pt x="1468" y="21"/>
                  </a:lnTo>
                  <a:lnTo>
                    <a:pt x="1454" y="0"/>
                  </a:lnTo>
                  <a:lnTo>
                    <a:pt x="1453" y="6"/>
                  </a:lnTo>
                  <a:lnTo>
                    <a:pt x="1454" y="25"/>
                  </a:lnTo>
                  <a:lnTo>
                    <a:pt x="1457" y="50"/>
                  </a:lnTo>
                  <a:lnTo>
                    <a:pt x="1458" y="80"/>
                  </a:lnTo>
                  <a:lnTo>
                    <a:pt x="1455" y="112"/>
                  </a:lnTo>
                  <a:lnTo>
                    <a:pt x="1450" y="141"/>
                  </a:lnTo>
                  <a:lnTo>
                    <a:pt x="1437" y="164"/>
                  </a:lnTo>
                  <a:lnTo>
                    <a:pt x="1416" y="178"/>
                  </a:lnTo>
                  <a:lnTo>
                    <a:pt x="1393" y="178"/>
                  </a:lnTo>
                  <a:lnTo>
                    <a:pt x="1370" y="180"/>
                  </a:lnTo>
                  <a:lnTo>
                    <a:pt x="1348" y="185"/>
                  </a:lnTo>
                  <a:lnTo>
                    <a:pt x="1326" y="191"/>
                  </a:lnTo>
                  <a:lnTo>
                    <a:pt x="1306" y="197"/>
                  </a:lnTo>
                  <a:lnTo>
                    <a:pt x="1285" y="207"/>
                  </a:lnTo>
                  <a:lnTo>
                    <a:pt x="1265" y="216"/>
                  </a:lnTo>
                  <a:lnTo>
                    <a:pt x="1246" y="227"/>
                  </a:lnTo>
                  <a:lnTo>
                    <a:pt x="1227" y="240"/>
                  </a:lnTo>
                  <a:lnTo>
                    <a:pt x="1209" y="254"/>
                  </a:lnTo>
                  <a:lnTo>
                    <a:pt x="1193" y="269"/>
                  </a:lnTo>
                  <a:lnTo>
                    <a:pt x="1177" y="285"/>
                  </a:lnTo>
                  <a:lnTo>
                    <a:pt x="1162" y="301"/>
                  </a:lnTo>
                  <a:lnTo>
                    <a:pt x="1148" y="320"/>
                  </a:lnTo>
                  <a:lnTo>
                    <a:pt x="1134" y="338"/>
                  </a:lnTo>
                  <a:lnTo>
                    <a:pt x="1123" y="356"/>
                  </a:lnTo>
                  <a:lnTo>
                    <a:pt x="1113" y="374"/>
                  </a:lnTo>
                  <a:lnTo>
                    <a:pt x="1105" y="392"/>
                  </a:lnTo>
                  <a:lnTo>
                    <a:pt x="1100" y="411"/>
                  </a:lnTo>
                  <a:lnTo>
                    <a:pt x="1095" y="429"/>
                  </a:lnTo>
                  <a:lnTo>
                    <a:pt x="1090" y="447"/>
                  </a:lnTo>
                  <a:lnTo>
                    <a:pt x="1086" y="467"/>
                  </a:lnTo>
                  <a:lnTo>
                    <a:pt x="1081" y="485"/>
                  </a:lnTo>
                  <a:lnTo>
                    <a:pt x="1077" y="504"/>
                  </a:lnTo>
                  <a:lnTo>
                    <a:pt x="1067" y="499"/>
                  </a:lnTo>
                  <a:lnTo>
                    <a:pt x="1055" y="495"/>
                  </a:lnTo>
                  <a:lnTo>
                    <a:pt x="1039" y="490"/>
                  </a:lnTo>
                  <a:lnTo>
                    <a:pt x="1022" y="484"/>
                  </a:lnTo>
                  <a:lnTo>
                    <a:pt x="1006" y="477"/>
                  </a:lnTo>
                  <a:lnTo>
                    <a:pt x="991" y="471"/>
                  </a:lnTo>
                  <a:lnTo>
                    <a:pt x="981" y="464"/>
                  </a:lnTo>
                  <a:lnTo>
                    <a:pt x="976" y="456"/>
                  </a:lnTo>
                  <a:lnTo>
                    <a:pt x="956" y="459"/>
                  </a:lnTo>
                  <a:lnTo>
                    <a:pt x="923" y="465"/>
                  </a:lnTo>
                  <a:lnTo>
                    <a:pt x="882" y="471"/>
                  </a:lnTo>
                  <a:lnTo>
                    <a:pt x="832" y="480"/>
                  </a:lnTo>
                  <a:lnTo>
                    <a:pt x="777" y="489"/>
                  </a:lnTo>
                  <a:lnTo>
                    <a:pt x="717" y="498"/>
                  </a:lnTo>
                  <a:lnTo>
                    <a:pt x="655" y="509"/>
                  </a:lnTo>
                  <a:lnTo>
                    <a:pt x="592" y="519"/>
                  </a:lnTo>
                  <a:lnTo>
                    <a:pt x="529" y="529"/>
                  </a:lnTo>
                  <a:lnTo>
                    <a:pt x="471" y="540"/>
                  </a:lnTo>
                  <a:lnTo>
                    <a:pt x="415" y="549"/>
                  </a:lnTo>
                  <a:lnTo>
                    <a:pt x="366" y="557"/>
                  </a:lnTo>
                  <a:lnTo>
                    <a:pt x="324" y="564"/>
                  </a:lnTo>
                  <a:lnTo>
                    <a:pt x="293" y="568"/>
                  </a:lnTo>
                  <a:lnTo>
                    <a:pt x="273" y="572"/>
                  </a:lnTo>
                  <a:lnTo>
                    <a:pt x="266" y="573"/>
                  </a:lnTo>
                  <a:lnTo>
                    <a:pt x="250" y="568"/>
                  </a:lnTo>
                  <a:lnTo>
                    <a:pt x="233" y="563"/>
                  </a:lnTo>
                  <a:lnTo>
                    <a:pt x="218" y="558"/>
                  </a:lnTo>
                  <a:lnTo>
                    <a:pt x="202" y="552"/>
                  </a:lnTo>
                  <a:lnTo>
                    <a:pt x="186" y="547"/>
                  </a:lnTo>
                  <a:lnTo>
                    <a:pt x="170" y="541"/>
                  </a:lnTo>
                  <a:lnTo>
                    <a:pt x="155" y="536"/>
                  </a:lnTo>
                  <a:lnTo>
                    <a:pt x="139" y="530"/>
                  </a:lnTo>
                  <a:lnTo>
                    <a:pt x="123" y="525"/>
                  </a:lnTo>
                  <a:lnTo>
                    <a:pt x="107" y="520"/>
                  </a:lnTo>
                  <a:lnTo>
                    <a:pt x="92" y="514"/>
                  </a:lnTo>
                  <a:lnTo>
                    <a:pt x="76" y="510"/>
                  </a:lnTo>
                  <a:lnTo>
                    <a:pt x="60" y="505"/>
                  </a:lnTo>
                  <a:lnTo>
                    <a:pt x="43" y="500"/>
                  </a:lnTo>
                  <a:lnTo>
                    <a:pt x="27" y="496"/>
                  </a:lnTo>
                  <a:lnTo>
                    <a:pt x="11" y="491"/>
                  </a:lnTo>
                  <a:lnTo>
                    <a:pt x="0" y="503"/>
                  </a:lnTo>
                  <a:lnTo>
                    <a:pt x="3" y="505"/>
                  </a:lnTo>
                  <a:lnTo>
                    <a:pt x="10" y="509"/>
                  </a:lnTo>
                  <a:lnTo>
                    <a:pt x="22" y="513"/>
                  </a:lnTo>
                  <a:lnTo>
                    <a:pt x="35" y="519"/>
                  </a:lnTo>
                  <a:lnTo>
                    <a:pt x="53" y="525"/>
                  </a:lnTo>
                  <a:lnTo>
                    <a:pt x="71" y="532"/>
                  </a:lnTo>
                  <a:lnTo>
                    <a:pt x="91" y="540"/>
                  </a:lnTo>
                  <a:lnTo>
                    <a:pt x="110" y="547"/>
                  </a:lnTo>
                  <a:lnTo>
                    <a:pt x="130" y="555"/>
                  </a:lnTo>
                  <a:lnTo>
                    <a:pt x="149" y="562"/>
                  </a:lnTo>
                  <a:lnTo>
                    <a:pt x="168" y="568"/>
                  </a:lnTo>
                  <a:lnTo>
                    <a:pt x="184" y="574"/>
                  </a:lnTo>
                  <a:lnTo>
                    <a:pt x="198" y="580"/>
                  </a:lnTo>
                  <a:lnTo>
                    <a:pt x="208" y="583"/>
                  </a:lnTo>
                  <a:lnTo>
                    <a:pt x="215" y="586"/>
                  </a:lnTo>
                  <a:lnTo>
                    <a:pt x="217" y="587"/>
                  </a:lnTo>
                  <a:lnTo>
                    <a:pt x="216" y="587"/>
                  </a:lnTo>
                  <a:lnTo>
                    <a:pt x="213" y="588"/>
                  </a:lnTo>
                  <a:lnTo>
                    <a:pt x="208" y="590"/>
                  </a:lnTo>
                  <a:lnTo>
                    <a:pt x="202" y="593"/>
                  </a:lnTo>
                  <a:lnTo>
                    <a:pt x="195" y="595"/>
                  </a:lnTo>
                  <a:lnTo>
                    <a:pt x="190" y="598"/>
                  </a:lnTo>
                  <a:lnTo>
                    <a:pt x="184" y="601"/>
                  </a:lnTo>
                  <a:lnTo>
                    <a:pt x="179" y="604"/>
                  </a:lnTo>
                  <a:lnTo>
                    <a:pt x="491" y="741"/>
                  </a:lnTo>
                  <a:lnTo>
                    <a:pt x="497" y="744"/>
                  </a:lnTo>
                  <a:lnTo>
                    <a:pt x="503" y="745"/>
                  </a:lnTo>
                  <a:lnTo>
                    <a:pt x="509" y="745"/>
                  </a:lnTo>
                  <a:lnTo>
                    <a:pt x="514" y="740"/>
                  </a:lnTo>
                  <a:lnTo>
                    <a:pt x="246" y="612"/>
                  </a:lnTo>
                  <a:lnTo>
                    <a:pt x="265" y="608"/>
                  </a:lnTo>
                  <a:lnTo>
                    <a:pt x="296" y="602"/>
                  </a:lnTo>
                  <a:lnTo>
                    <a:pt x="336" y="593"/>
                  </a:lnTo>
                  <a:lnTo>
                    <a:pt x="385" y="583"/>
                  </a:lnTo>
                  <a:lnTo>
                    <a:pt x="442" y="573"/>
                  </a:lnTo>
                  <a:lnTo>
                    <a:pt x="503" y="562"/>
                  </a:lnTo>
                  <a:lnTo>
                    <a:pt x="567" y="549"/>
                  </a:lnTo>
                  <a:lnTo>
                    <a:pt x="632" y="537"/>
                  </a:lnTo>
                  <a:lnTo>
                    <a:pt x="696" y="526"/>
                  </a:lnTo>
                  <a:lnTo>
                    <a:pt x="758" y="514"/>
                  </a:lnTo>
                  <a:lnTo>
                    <a:pt x="815" y="504"/>
                  </a:lnTo>
                  <a:lnTo>
                    <a:pt x="866" y="494"/>
                  </a:lnTo>
                  <a:lnTo>
                    <a:pt x="910" y="487"/>
                  </a:lnTo>
                  <a:lnTo>
                    <a:pt x="942" y="480"/>
                  </a:lnTo>
                  <a:lnTo>
                    <a:pt x="964" y="476"/>
                  </a:lnTo>
                  <a:lnTo>
                    <a:pt x="971" y="475"/>
                  </a:lnTo>
                  <a:lnTo>
                    <a:pt x="983" y="482"/>
                  </a:lnTo>
                  <a:lnTo>
                    <a:pt x="996" y="489"/>
                  </a:lnTo>
                  <a:lnTo>
                    <a:pt x="1010" y="496"/>
                  </a:lnTo>
                  <a:lnTo>
                    <a:pt x="1024" y="504"/>
                  </a:lnTo>
                  <a:lnTo>
                    <a:pt x="1036" y="512"/>
                  </a:lnTo>
                  <a:lnTo>
                    <a:pt x="1049" y="520"/>
                  </a:lnTo>
                  <a:lnTo>
                    <a:pt x="1062" y="528"/>
                  </a:lnTo>
                  <a:lnTo>
                    <a:pt x="1073" y="537"/>
                  </a:lnTo>
                  <a:lnTo>
                    <a:pt x="1072" y="567"/>
                  </a:lnTo>
                  <a:lnTo>
                    <a:pt x="1067" y="595"/>
                  </a:lnTo>
                  <a:lnTo>
                    <a:pt x="1062" y="624"/>
                  </a:lnTo>
                  <a:lnTo>
                    <a:pt x="1055" y="650"/>
                  </a:lnTo>
                  <a:lnTo>
                    <a:pt x="1047" y="641"/>
                  </a:lnTo>
                  <a:lnTo>
                    <a:pt x="1039" y="632"/>
                  </a:lnTo>
                  <a:lnTo>
                    <a:pt x="1030" y="623"/>
                  </a:lnTo>
                  <a:lnTo>
                    <a:pt x="1022" y="615"/>
                  </a:lnTo>
                  <a:lnTo>
                    <a:pt x="1014" y="606"/>
                  </a:lnTo>
                  <a:lnTo>
                    <a:pt x="1006" y="598"/>
                  </a:lnTo>
                  <a:lnTo>
                    <a:pt x="997" y="590"/>
                  </a:lnTo>
                  <a:lnTo>
                    <a:pt x="987" y="583"/>
                  </a:lnTo>
                  <a:lnTo>
                    <a:pt x="995" y="583"/>
                  </a:lnTo>
                  <a:lnTo>
                    <a:pt x="1003" y="586"/>
                  </a:lnTo>
                  <a:lnTo>
                    <a:pt x="1011" y="591"/>
                  </a:lnTo>
                  <a:lnTo>
                    <a:pt x="1018" y="597"/>
                  </a:lnTo>
                  <a:lnTo>
                    <a:pt x="1026" y="603"/>
                  </a:lnTo>
                  <a:lnTo>
                    <a:pt x="1034" y="605"/>
                  </a:lnTo>
                  <a:lnTo>
                    <a:pt x="1042" y="605"/>
                  </a:lnTo>
                  <a:lnTo>
                    <a:pt x="1051" y="601"/>
                  </a:lnTo>
                  <a:lnTo>
                    <a:pt x="1043" y="587"/>
                  </a:lnTo>
                  <a:lnTo>
                    <a:pt x="1033" y="574"/>
                  </a:lnTo>
                  <a:lnTo>
                    <a:pt x="1022" y="563"/>
                  </a:lnTo>
                  <a:lnTo>
                    <a:pt x="1010" y="551"/>
                  </a:lnTo>
                  <a:lnTo>
                    <a:pt x="997" y="541"/>
                  </a:lnTo>
                  <a:lnTo>
                    <a:pt x="983" y="532"/>
                  </a:lnTo>
                  <a:lnTo>
                    <a:pt x="969" y="524"/>
                  </a:lnTo>
                  <a:lnTo>
                    <a:pt x="956" y="517"/>
                  </a:lnTo>
                  <a:lnTo>
                    <a:pt x="965" y="518"/>
                  </a:lnTo>
                  <a:lnTo>
                    <a:pt x="974" y="519"/>
                  </a:lnTo>
                  <a:lnTo>
                    <a:pt x="983" y="521"/>
                  </a:lnTo>
                  <a:lnTo>
                    <a:pt x="992" y="524"/>
                  </a:lnTo>
                  <a:lnTo>
                    <a:pt x="1002" y="526"/>
                  </a:lnTo>
                  <a:lnTo>
                    <a:pt x="1011" y="529"/>
                  </a:lnTo>
                  <a:lnTo>
                    <a:pt x="1019" y="533"/>
                  </a:lnTo>
                  <a:lnTo>
                    <a:pt x="1027" y="537"/>
                  </a:lnTo>
                  <a:lnTo>
                    <a:pt x="1032" y="538"/>
                  </a:lnTo>
                  <a:lnTo>
                    <a:pt x="1036" y="542"/>
                  </a:lnTo>
                  <a:lnTo>
                    <a:pt x="1041" y="547"/>
                  </a:lnTo>
                  <a:lnTo>
                    <a:pt x="1044" y="550"/>
                  </a:lnTo>
                  <a:lnTo>
                    <a:pt x="1049" y="555"/>
                  </a:lnTo>
                  <a:lnTo>
                    <a:pt x="1053" y="556"/>
                  </a:lnTo>
                  <a:lnTo>
                    <a:pt x="1058" y="555"/>
                  </a:lnTo>
                  <a:lnTo>
                    <a:pt x="1064" y="550"/>
                  </a:lnTo>
                  <a:lnTo>
                    <a:pt x="1056" y="540"/>
                  </a:lnTo>
                  <a:lnTo>
                    <a:pt x="1047" y="532"/>
                  </a:lnTo>
                  <a:lnTo>
                    <a:pt x="1036" y="525"/>
                  </a:lnTo>
                  <a:lnTo>
                    <a:pt x="1026" y="519"/>
                  </a:lnTo>
                  <a:lnTo>
                    <a:pt x="1014" y="514"/>
                  </a:lnTo>
                  <a:lnTo>
                    <a:pt x="1003" y="511"/>
                  </a:lnTo>
                  <a:lnTo>
                    <a:pt x="990" y="506"/>
                  </a:lnTo>
                  <a:lnTo>
                    <a:pt x="979" y="503"/>
                  </a:lnTo>
                  <a:lnTo>
                    <a:pt x="972" y="500"/>
                  </a:lnTo>
                  <a:lnTo>
                    <a:pt x="964" y="499"/>
                  </a:lnTo>
                  <a:lnTo>
                    <a:pt x="957" y="499"/>
                  </a:lnTo>
                  <a:lnTo>
                    <a:pt x="951" y="504"/>
                  </a:lnTo>
                  <a:lnTo>
                    <a:pt x="951" y="507"/>
                  </a:lnTo>
                  <a:lnTo>
                    <a:pt x="952" y="511"/>
                  </a:lnTo>
                  <a:lnTo>
                    <a:pt x="953" y="513"/>
                  </a:lnTo>
                  <a:lnTo>
                    <a:pt x="956" y="515"/>
                  </a:lnTo>
                  <a:lnTo>
                    <a:pt x="948" y="518"/>
                  </a:lnTo>
                  <a:lnTo>
                    <a:pt x="938" y="519"/>
                  </a:lnTo>
                  <a:lnTo>
                    <a:pt x="931" y="521"/>
                  </a:lnTo>
                  <a:lnTo>
                    <a:pt x="930" y="530"/>
                  </a:lnTo>
                  <a:lnTo>
                    <a:pt x="939" y="534"/>
                  </a:lnTo>
                  <a:lnTo>
                    <a:pt x="949" y="537"/>
                  </a:lnTo>
                  <a:lnTo>
                    <a:pt x="958" y="541"/>
                  </a:lnTo>
                  <a:lnTo>
                    <a:pt x="968" y="543"/>
                  </a:lnTo>
                  <a:lnTo>
                    <a:pt x="976" y="547"/>
                  </a:lnTo>
                  <a:lnTo>
                    <a:pt x="986" y="551"/>
                  </a:lnTo>
                  <a:lnTo>
                    <a:pt x="994" y="557"/>
                  </a:lnTo>
                  <a:lnTo>
                    <a:pt x="1002" y="563"/>
                  </a:lnTo>
                  <a:lnTo>
                    <a:pt x="995" y="564"/>
                  </a:lnTo>
                  <a:lnTo>
                    <a:pt x="987" y="564"/>
                  </a:lnTo>
                  <a:lnTo>
                    <a:pt x="980" y="563"/>
                  </a:lnTo>
                  <a:lnTo>
                    <a:pt x="972" y="560"/>
                  </a:lnTo>
                  <a:lnTo>
                    <a:pt x="964" y="558"/>
                  </a:lnTo>
                  <a:lnTo>
                    <a:pt x="956" y="557"/>
                  </a:lnTo>
                  <a:lnTo>
                    <a:pt x="949" y="559"/>
                  </a:lnTo>
                  <a:lnTo>
                    <a:pt x="941" y="563"/>
                  </a:lnTo>
                  <a:lnTo>
                    <a:pt x="944" y="575"/>
                  </a:lnTo>
                  <a:lnTo>
                    <a:pt x="951" y="586"/>
                  </a:lnTo>
                  <a:lnTo>
                    <a:pt x="959" y="594"/>
                  </a:lnTo>
                  <a:lnTo>
                    <a:pt x="969" y="602"/>
                  </a:lnTo>
                  <a:lnTo>
                    <a:pt x="979" y="610"/>
                  </a:lnTo>
                  <a:lnTo>
                    <a:pt x="989" y="619"/>
                  </a:lnTo>
                  <a:lnTo>
                    <a:pt x="997" y="631"/>
                  </a:lnTo>
                  <a:lnTo>
                    <a:pt x="1004" y="643"/>
                  </a:lnTo>
                  <a:lnTo>
                    <a:pt x="986" y="647"/>
                  </a:lnTo>
                  <a:lnTo>
                    <a:pt x="966" y="651"/>
                  </a:lnTo>
                  <a:lnTo>
                    <a:pt x="948" y="657"/>
                  </a:lnTo>
                  <a:lnTo>
                    <a:pt x="929" y="663"/>
                  </a:lnTo>
                  <a:lnTo>
                    <a:pt x="911" y="669"/>
                  </a:lnTo>
                  <a:lnTo>
                    <a:pt x="892" y="673"/>
                  </a:lnTo>
                  <a:lnTo>
                    <a:pt x="873" y="677"/>
                  </a:lnTo>
                  <a:lnTo>
                    <a:pt x="854" y="678"/>
                  </a:lnTo>
                  <a:lnTo>
                    <a:pt x="858" y="653"/>
                  </a:lnTo>
                  <a:lnTo>
                    <a:pt x="860" y="625"/>
                  </a:lnTo>
                  <a:lnTo>
                    <a:pt x="858" y="598"/>
                  </a:lnTo>
                  <a:lnTo>
                    <a:pt x="854" y="573"/>
                  </a:lnTo>
                  <a:lnTo>
                    <a:pt x="848" y="565"/>
                  </a:lnTo>
                  <a:lnTo>
                    <a:pt x="844" y="556"/>
                  </a:lnTo>
                  <a:lnTo>
                    <a:pt x="838" y="548"/>
                  </a:lnTo>
                  <a:lnTo>
                    <a:pt x="829" y="545"/>
                  </a:lnTo>
                  <a:lnTo>
                    <a:pt x="820" y="562"/>
                  </a:lnTo>
                  <a:lnTo>
                    <a:pt x="814" y="579"/>
                  </a:lnTo>
                  <a:lnTo>
                    <a:pt x="808" y="596"/>
                  </a:lnTo>
                  <a:lnTo>
                    <a:pt x="798" y="612"/>
                  </a:lnTo>
                  <a:lnTo>
                    <a:pt x="758" y="545"/>
                  </a:lnTo>
                  <a:lnTo>
                    <a:pt x="746" y="545"/>
                  </a:lnTo>
                  <a:lnTo>
                    <a:pt x="746" y="556"/>
                  </a:lnTo>
                  <a:lnTo>
                    <a:pt x="754" y="568"/>
                  </a:lnTo>
                  <a:lnTo>
                    <a:pt x="761" y="581"/>
                  </a:lnTo>
                  <a:lnTo>
                    <a:pt x="767" y="594"/>
                  </a:lnTo>
                  <a:lnTo>
                    <a:pt x="772" y="608"/>
                  </a:lnTo>
                  <a:lnTo>
                    <a:pt x="778" y="620"/>
                  </a:lnTo>
                  <a:lnTo>
                    <a:pt x="783" y="634"/>
                  </a:lnTo>
                  <a:lnTo>
                    <a:pt x="786" y="649"/>
                  </a:lnTo>
                  <a:lnTo>
                    <a:pt x="790" y="663"/>
                  </a:lnTo>
                  <a:lnTo>
                    <a:pt x="799" y="661"/>
                  </a:lnTo>
                  <a:lnTo>
                    <a:pt x="807" y="655"/>
                  </a:lnTo>
                  <a:lnTo>
                    <a:pt x="813" y="649"/>
                  </a:lnTo>
                  <a:lnTo>
                    <a:pt x="819" y="642"/>
                  </a:lnTo>
                  <a:lnTo>
                    <a:pt x="823" y="634"/>
                  </a:lnTo>
                  <a:lnTo>
                    <a:pt x="827" y="625"/>
                  </a:lnTo>
                  <a:lnTo>
                    <a:pt x="830" y="617"/>
                  </a:lnTo>
                  <a:lnTo>
                    <a:pt x="834" y="609"/>
                  </a:lnTo>
                  <a:lnTo>
                    <a:pt x="838" y="617"/>
                  </a:lnTo>
                  <a:lnTo>
                    <a:pt x="836" y="635"/>
                  </a:lnTo>
                  <a:lnTo>
                    <a:pt x="831" y="654"/>
                  </a:lnTo>
                  <a:lnTo>
                    <a:pt x="827" y="671"/>
                  </a:lnTo>
                  <a:lnTo>
                    <a:pt x="820" y="689"/>
                  </a:lnTo>
                  <a:lnTo>
                    <a:pt x="813" y="707"/>
                  </a:lnTo>
                  <a:lnTo>
                    <a:pt x="806" y="724"/>
                  </a:lnTo>
                  <a:lnTo>
                    <a:pt x="799" y="741"/>
                  </a:lnTo>
                  <a:lnTo>
                    <a:pt x="792" y="757"/>
                  </a:lnTo>
                  <a:lnTo>
                    <a:pt x="835" y="761"/>
                  </a:lnTo>
                  <a:lnTo>
                    <a:pt x="838" y="750"/>
                  </a:lnTo>
                  <a:lnTo>
                    <a:pt x="842" y="735"/>
                  </a:lnTo>
                  <a:lnTo>
                    <a:pt x="845" y="722"/>
                  </a:lnTo>
                  <a:lnTo>
                    <a:pt x="848" y="711"/>
                  </a:lnTo>
                  <a:lnTo>
                    <a:pt x="870" y="708"/>
                  </a:lnTo>
                  <a:lnTo>
                    <a:pt x="892" y="702"/>
                  </a:lnTo>
                  <a:lnTo>
                    <a:pt x="914" y="696"/>
                  </a:lnTo>
                  <a:lnTo>
                    <a:pt x="936" y="691"/>
                  </a:lnTo>
                  <a:lnTo>
                    <a:pt x="958" y="685"/>
                  </a:lnTo>
                  <a:lnTo>
                    <a:pt x="979" y="679"/>
                  </a:lnTo>
                  <a:lnTo>
                    <a:pt x="1001" y="673"/>
                  </a:lnTo>
                  <a:lnTo>
                    <a:pt x="1022" y="669"/>
                  </a:lnTo>
                  <a:lnTo>
                    <a:pt x="1029" y="678"/>
                  </a:lnTo>
                  <a:lnTo>
                    <a:pt x="1036" y="687"/>
                  </a:lnTo>
                  <a:lnTo>
                    <a:pt x="1041" y="696"/>
                  </a:lnTo>
                  <a:lnTo>
                    <a:pt x="1045" y="707"/>
                  </a:lnTo>
                  <a:lnTo>
                    <a:pt x="941" y="74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9" y="767"/>
                  </a:lnTo>
                  <a:lnTo>
                    <a:pt x="969" y="763"/>
                  </a:lnTo>
                  <a:lnTo>
                    <a:pt x="983" y="759"/>
                  </a:lnTo>
                  <a:lnTo>
                    <a:pt x="998" y="753"/>
                  </a:lnTo>
                  <a:lnTo>
                    <a:pt x="1013" y="747"/>
                  </a:lnTo>
                  <a:lnTo>
                    <a:pt x="1027" y="741"/>
                  </a:lnTo>
                  <a:lnTo>
                    <a:pt x="1040" y="737"/>
                  </a:lnTo>
                  <a:lnTo>
                    <a:pt x="1035" y="791"/>
                  </a:lnTo>
                  <a:lnTo>
                    <a:pt x="942" y="822"/>
                  </a:lnTo>
                  <a:lnTo>
                    <a:pt x="949" y="8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4" name="Freeform 91"/>
            <p:cNvSpPr>
              <a:spLocks/>
            </p:cNvSpPr>
            <p:nvPr/>
          </p:nvSpPr>
          <p:spPr bwMode="auto">
            <a:xfrm>
              <a:off x="3078" y="2549"/>
              <a:ext cx="256" cy="77"/>
            </a:xfrm>
            <a:custGeom>
              <a:avLst/>
              <a:gdLst>
                <a:gd name="T0" fmla="*/ 256 w 511"/>
                <a:gd name="T1" fmla="*/ 77 h 154"/>
                <a:gd name="T2" fmla="*/ 252 w 511"/>
                <a:gd name="T3" fmla="*/ 77 h 154"/>
                <a:gd name="T4" fmla="*/ 248 w 511"/>
                <a:gd name="T5" fmla="*/ 76 h 154"/>
                <a:gd name="T6" fmla="*/ 245 w 511"/>
                <a:gd name="T7" fmla="*/ 73 h 154"/>
                <a:gd name="T8" fmla="*/ 242 w 511"/>
                <a:gd name="T9" fmla="*/ 71 h 154"/>
                <a:gd name="T10" fmla="*/ 230 w 511"/>
                <a:gd name="T11" fmla="*/ 60 h 154"/>
                <a:gd name="T12" fmla="*/ 217 w 511"/>
                <a:gd name="T13" fmla="*/ 50 h 154"/>
                <a:gd name="T14" fmla="*/ 204 w 511"/>
                <a:gd name="T15" fmla="*/ 43 h 154"/>
                <a:gd name="T16" fmla="*/ 190 w 511"/>
                <a:gd name="T17" fmla="*/ 37 h 154"/>
                <a:gd name="T18" fmla="*/ 175 w 511"/>
                <a:gd name="T19" fmla="*/ 32 h 154"/>
                <a:gd name="T20" fmla="*/ 160 w 511"/>
                <a:gd name="T21" fmla="*/ 28 h 154"/>
                <a:gd name="T22" fmla="*/ 144 w 511"/>
                <a:gd name="T23" fmla="*/ 25 h 154"/>
                <a:gd name="T24" fmla="*/ 128 w 511"/>
                <a:gd name="T25" fmla="*/ 24 h 154"/>
                <a:gd name="T26" fmla="*/ 112 w 511"/>
                <a:gd name="T27" fmla="*/ 23 h 154"/>
                <a:gd name="T28" fmla="*/ 96 w 511"/>
                <a:gd name="T29" fmla="*/ 23 h 154"/>
                <a:gd name="T30" fmla="*/ 80 w 511"/>
                <a:gd name="T31" fmla="*/ 25 h 154"/>
                <a:gd name="T32" fmla="*/ 65 w 511"/>
                <a:gd name="T33" fmla="*/ 27 h 154"/>
                <a:gd name="T34" fmla="*/ 49 w 511"/>
                <a:gd name="T35" fmla="*/ 30 h 154"/>
                <a:gd name="T36" fmla="*/ 34 w 511"/>
                <a:gd name="T37" fmla="*/ 34 h 154"/>
                <a:gd name="T38" fmla="*/ 19 w 511"/>
                <a:gd name="T39" fmla="*/ 39 h 154"/>
                <a:gd name="T40" fmla="*/ 5 w 511"/>
                <a:gd name="T41" fmla="*/ 44 h 154"/>
                <a:gd name="T42" fmla="*/ 3 w 511"/>
                <a:gd name="T43" fmla="*/ 41 h 154"/>
                <a:gd name="T44" fmla="*/ 1 w 511"/>
                <a:gd name="T45" fmla="*/ 39 h 154"/>
                <a:gd name="T46" fmla="*/ 0 w 511"/>
                <a:gd name="T47" fmla="*/ 36 h 154"/>
                <a:gd name="T48" fmla="*/ 0 w 511"/>
                <a:gd name="T49" fmla="*/ 31 h 154"/>
                <a:gd name="T50" fmla="*/ 8 w 511"/>
                <a:gd name="T51" fmla="*/ 26 h 154"/>
                <a:gd name="T52" fmla="*/ 16 w 511"/>
                <a:gd name="T53" fmla="*/ 20 h 154"/>
                <a:gd name="T54" fmla="*/ 24 w 511"/>
                <a:gd name="T55" fmla="*/ 16 h 154"/>
                <a:gd name="T56" fmla="*/ 32 w 511"/>
                <a:gd name="T57" fmla="*/ 12 h 154"/>
                <a:gd name="T58" fmla="*/ 41 w 511"/>
                <a:gd name="T59" fmla="*/ 9 h 154"/>
                <a:gd name="T60" fmla="*/ 50 w 511"/>
                <a:gd name="T61" fmla="*/ 5 h 154"/>
                <a:gd name="T62" fmla="*/ 59 w 511"/>
                <a:gd name="T63" fmla="*/ 4 h 154"/>
                <a:gd name="T64" fmla="*/ 69 w 511"/>
                <a:gd name="T65" fmla="*/ 2 h 154"/>
                <a:gd name="T66" fmla="*/ 78 w 511"/>
                <a:gd name="T67" fmla="*/ 1 h 154"/>
                <a:gd name="T68" fmla="*/ 88 w 511"/>
                <a:gd name="T69" fmla="*/ 1 h 154"/>
                <a:gd name="T70" fmla="*/ 97 w 511"/>
                <a:gd name="T71" fmla="*/ 0 h 154"/>
                <a:gd name="T72" fmla="*/ 107 w 511"/>
                <a:gd name="T73" fmla="*/ 1 h 154"/>
                <a:gd name="T74" fmla="*/ 117 w 511"/>
                <a:gd name="T75" fmla="*/ 1 h 154"/>
                <a:gd name="T76" fmla="*/ 127 w 511"/>
                <a:gd name="T77" fmla="*/ 2 h 154"/>
                <a:gd name="T78" fmla="*/ 137 w 511"/>
                <a:gd name="T79" fmla="*/ 3 h 154"/>
                <a:gd name="T80" fmla="*/ 146 w 511"/>
                <a:gd name="T81" fmla="*/ 5 h 154"/>
                <a:gd name="T82" fmla="*/ 154 w 511"/>
                <a:gd name="T83" fmla="*/ 7 h 154"/>
                <a:gd name="T84" fmla="*/ 162 w 511"/>
                <a:gd name="T85" fmla="*/ 9 h 154"/>
                <a:gd name="T86" fmla="*/ 170 w 511"/>
                <a:gd name="T87" fmla="*/ 11 h 154"/>
                <a:gd name="T88" fmla="*/ 178 w 511"/>
                <a:gd name="T89" fmla="*/ 14 h 154"/>
                <a:gd name="T90" fmla="*/ 186 w 511"/>
                <a:gd name="T91" fmla="*/ 17 h 154"/>
                <a:gd name="T92" fmla="*/ 194 w 511"/>
                <a:gd name="T93" fmla="*/ 20 h 154"/>
                <a:gd name="T94" fmla="*/ 202 w 511"/>
                <a:gd name="T95" fmla="*/ 24 h 154"/>
                <a:gd name="T96" fmla="*/ 209 w 511"/>
                <a:gd name="T97" fmla="*/ 29 h 154"/>
                <a:gd name="T98" fmla="*/ 216 w 511"/>
                <a:gd name="T99" fmla="*/ 34 h 154"/>
                <a:gd name="T100" fmla="*/ 223 w 511"/>
                <a:gd name="T101" fmla="*/ 38 h 154"/>
                <a:gd name="T102" fmla="*/ 229 w 511"/>
                <a:gd name="T103" fmla="*/ 44 h 154"/>
                <a:gd name="T104" fmla="*/ 236 w 511"/>
                <a:gd name="T105" fmla="*/ 49 h 154"/>
                <a:gd name="T106" fmla="*/ 241 w 511"/>
                <a:gd name="T107" fmla="*/ 56 h 154"/>
                <a:gd name="T108" fmla="*/ 247 w 511"/>
                <a:gd name="T109" fmla="*/ 62 h 154"/>
                <a:gd name="T110" fmla="*/ 251 w 511"/>
                <a:gd name="T111" fmla="*/ 69 h 154"/>
                <a:gd name="T112" fmla="*/ 256 w 511"/>
                <a:gd name="T113" fmla="*/ 77 h 1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11"/>
                <a:gd name="T172" fmla="*/ 0 h 154"/>
                <a:gd name="T173" fmla="*/ 511 w 511"/>
                <a:gd name="T174" fmla="*/ 154 h 15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11" h="154">
                  <a:moveTo>
                    <a:pt x="511" y="153"/>
                  </a:moveTo>
                  <a:lnTo>
                    <a:pt x="503" y="154"/>
                  </a:lnTo>
                  <a:lnTo>
                    <a:pt x="496" y="151"/>
                  </a:lnTo>
                  <a:lnTo>
                    <a:pt x="489" y="145"/>
                  </a:lnTo>
                  <a:lnTo>
                    <a:pt x="483" y="141"/>
                  </a:lnTo>
                  <a:lnTo>
                    <a:pt x="459" y="120"/>
                  </a:lnTo>
                  <a:lnTo>
                    <a:pt x="434" y="101"/>
                  </a:lnTo>
                  <a:lnTo>
                    <a:pt x="407" y="86"/>
                  </a:lnTo>
                  <a:lnTo>
                    <a:pt x="379" y="74"/>
                  </a:lnTo>
                  <a:lnTo>
                    <a:pt x="350" y="64"/>
                  </a:lnTo>
                  <a:lnTo>
                    <a:pt x="319" y="56"/>
                  </a:lnTo>
                  <a:lnTo>
                    <a:pt x="288" y="51"/>
                  </a:lnTo>
                  <a:lnTo>
                    <a:pt x="255" y="48"/>
                  </a:lnTo>
                  <a:lnTo>
                    <a:pt x="224" y="47"/>
                  </a:lnTo>
                  <a:lnTo>
                    <a:pt x="192" y="47"/>
                  </a:lnTo>
                  <a:lnTo>
                    <a:pt x="160" y="51"/>
                  </a:lnTo>
                  <a:lnTo>
                    <a:pt x="129" y="55"/>
                  </a:lnTo>
                  <a:lnTo>
                    <a:pt x="98" y="61"/>
                  </a:lnTo>
                  <a:lnTo>
                    <a:pt x="68" y="68"/>
                  </a:lnTo>
                  <a:lnTo>
                    <a:pt x="38" y="77"/>
                  </a:lnTo>
                  <a:lnTo>
                    <a:pt x="10" y="88"/>
                  </a:lnTo>
                  <a:lnTo>
                    <a:pt x="5" y="83"/>
                  </a:lnTo>
                  <a:lnTo>
                    <a:pt x="2" y="78"/>
                  </a:lnTo>
                  <a:lnTo>
                    <a:pt x="0" y="71"/>
                  </a:lnTo>
                  <a:lnTo>
                    <a:pt x="0" y="63"/>
                  </a:lnTo>
                  <a:lnTo>
                    <a:pt x="15" y="52"/>
                  </a:lnTo>
                  <a:lnTo>
                    <a:pt x="31" y="41"/>
                  </a:lnTo>
                  <a:lnTo>
                    <a:pt x="47" y="32"/>
                  </a:lnTo>
                  <a:lnTo>
                    <a:pt x="64" y="24"/>
                  </a:lnTo>
                  <a:lnTo>
                    <a:pt x="81" y="17"/>
                  </a:lnTo>
                  <a:lnTo>
                    <a:pt x="100" y="11"/>
                  </a:lnTo>
                  <a:lnTo>
                    <a:pt x="118" y="8"/>
                  </a:lnTo>
                  <a:lnTo>
                    <a:pt x="137" y="5"/>
                  </a:lnTo>
                  <a:lnTo>
                    <a:pt x="156" y="2"/>
                  </a:lnTo>
                  <a:lnTo>
                    <a:pt x="175" y="1"/>
                  </a:lnTo>
                  <a:lnTo>
                    <a:pt x="194" y="0"/>
                  </a:lnTo>
                  <a:lnTo>
                    <a:pt x="214" y="1"/>
                  </a:lnTo>
                  <a:lnTo>
                    <a:pt x="233" y="2"/>
                  </a:lnTo>
                  <a:lnTo>
                    <a:pt x="253" y="5"/>
                  </a:lnTo>
                  <a:lnTo>
                    <a:pt x="273" y="7"/>
                  </a:lnTo>
                  <a:lnTo>
                    <a:pt x="291" y="10"/>
                  </a:lnTo>
                  <a:lnTo>
                    <a:pt x="307" y="14"/>
                  </a:lnTo>
                  <a:lnTo>
                    <a:pt x="323" y="17"/>
                  </a:lnTo>
                  <a:lnTo>
                    <a:pt x="339" y="22"/>
                  </a:lnTo>
                  <a:lnTo>
                    <a:pt x="356" y="28"/>
                  </a:lnTo>
                  <a:lnTo>
                    <a:pt x="372" y="33"/>
                  </a:lnTo>
                  <a:lnTo>
                    <a:pt x="387" y="40"/>
                  </a:lnTo>
                  <a:lnTo>
                    <a:pt x="403" y="48"/>
                  </a:lnTo>
                  <a:lnTo>
                    <a:pt x="417" y="58"/>
                  </a:lnTo>
                  <a:lnTo>
                    <a:pt x="432" y="67"/>
                  </a:lnTo>
                  <a:lnTo>
                    <a:pt x="445" y="76"/>
                  </a:lnTo>
                  <a:lnTo>
                    <a:pt x="458" y="88"/>
                  </a:lnTo>
                  <a:lnTo>
                    <a:pt x="471" y="99"/>
                  </a:lnTo>
                  <a:lnTo>
                    <a:pt x="482" y="112"/>
                  </a:lnTo>
                  <a:lnTo>
                    <a:pt x="493" y="124"/>
                  </a:lnTo>
                  <a:lnTo>
                    <a:pt x="502" y="138"/>
                  </a:lnTo>
                  <a:lnTo>
                    <a:pt x="511" y="1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5" name="Freeform 92"/>
            <p:cNvSpPr>
              <a:spLocks/>
            </p:cNvSpPr>
            <p:nvPr/>
          </p:nvSpPr>
          <p:spPr bwMode="auto">
            <a:xfrm>
              <a:off x="2461" y="2591"/>
              <a:ext cx="497" cy="499"/>
            </a:xfrm>
            <a:custGeom>
              <a:avLst/>
              <a:gdLst>
                <a:gd name="T0" fmla="*/ 468 w 994"/>
                <a:gd name="T1" fmla="*/ 408 h 999"/>
                <a:gd name="T2" fmla="*/ 482 w 994"/>
                <a:gd name="T3" fmla="*/ 24 h 999"/>
                <a:gd name="T4" fmla="*/ 91 w 994"/>
                <a:gd name="T5" fmla="*/ 19 h 999"/>
                <a:gd name="T6" fmla="*/ 102 w 994"/>
                <a:gd name="T7" fmla="*/ 437 h 999"/>
                <a:gd name="T8" fmla="*/ 99 w 994"/>
                <a:gd name="T9" fmla="*/ 439 h 999"/>
                <a:gd name="T10" fmla="*/ 95 w 994"/>
                <a:gd name="T11" fmla="*/ 441 h 999"/>
                <a:gd name="T12" fmla="*/ 90 w 994"/>
                <a:gd name="T13" fmla="*/ 442 h 999"/>
                <a:gd name="T14" fmla="*/ 88 w 994"/>
                <a:gd name="T15" fmla="*/ 440 h 999"/>
                <a:gd name="T16" fmla="*/ 69 w 994"/>
                <a:gd name="T17" fmla="*/ 30 h 999"/>
                <a:gd name="T18" fmla="*/ 12 w 994"/>
                <a:gd name="T19" fmla="*/ 83 h 999"/>
                <a:gd name="T20" fmla="*/ 14 w 994"/>
                <a:gd name="T21" fmla="*/ 144 h 999"/>
                <a:gd name="T22" fmla="*/ 18 w 994"/>
                <a:gd name="T23" fmla="*/ 280 h 999"/>
                <a:gd name="T24" fmla="*/ 23 w 994"/>
                <a:gd name="T25" fmla="*/ 417 h 999"/>
                <a:gd name="T26" fmla="*/ 26 w 994"/>
                <a:gd name="T27" fmla="*/ 481 h 999"/>
                <a:gd name="T28" fmla="*/ 34 w 994"/>
                <a:gd name="T29" fmla="*/ 478 h 999"/>
                <a:gd name="T30" fmla="*/ 43 w 994"/>
                <a:gd name="T31" fmla="*/ 474 h 999"/>
                <a:gd name="T32" fmla="*/ 54 w 994"/>
                <a:gd name="T33" fmla="*/ 470 h 999"/>
                <a:gd name="T34" fmla="*/ 63 w 994"/>
                <a:gd name="T35" fmla="*/ 466 h 999"/>
                <a:gd name="T36" fmla="*/ 72 w 994"/>
                <a:gd name="T37" fmla="*/ 462 h 999"/>
                <a:gd name="T38" fmla="*/ 80 w 994"/>
                <a:gd name="T39" fmla="*/ 459 h 999"/>
                <a:gd name="T40" fmla="*/ 84 w 994"/>
                <a:gd name="T41" fmla="*/ 458 h 999"/>
                <a:gd name="T42" fmla="*/ 87 w 994"/>
                <a:gd name="T43" fmla="*/ 458 h 999"/>
                <a:gd name="T44" fmla="*/ 79 w 994"/>
                <a:gd name="T45" fmla="*/ 464 h 999"/>
                <a:gd name="T46" fmla="*/ 71 w 994"/>
                <a:gd name="T47" fmla="*/ 469 h 999"/>
                <a:gd name="T48" fmla="*/ 61 w 994"/>
                <a:gd name="T49" fmla="*/ 474 h 999"/>
                <a:gd name="T50" fmla="*/ 52 w 994"/>
                <a:gd name="T51" fmla="*/ 479 h 999"/>
                <a:gd name="T52" fmla="*/ 42 w 994"/>
                <a:gd name="T53" fmla="*/ 484 h 999"/>
                <a:gd name="T54" fmla="*/ 33 w 994"/>
                <a:gd name="T55" fmla="*/ 489 h 999"/>
                <a:gd name="T56" fmla="*/ 24 w 994"/>
                <a:gd name="T57" fmla="*/ 494 h 999"/>
                <a:gd name="T58" fmla="*/ 16 w 994"/>
                <a:gd name="T59" fmla="*/ 499 h 999"/>
                <a:gd name="T60" fmla="*/ 13 w 994"/>
                <a:gd name="T61" fmla="*/ 481 h 999"/>
                <a:gd name="T62" fmla="*/ 9 w 994"/>
                <a:gd name="T63" fmla="*/ 435 h 999"/>
                <a:gd name="T64" fmla="*/ 7 w 994"/>
                <a:gd name="T65" fmla="*/ 370 h 999"/>
                <a:gd name="T66" fmla="*/ 4 w 994"/>
                <a:gd name="T67" fmla="*/ 295 h 999"/>
                <a:gd name="T68" fmla="*/ 2 w 994"/>
                <a:gd name="T69" fmla="*/ 219 h 999"/>
                <a:gd name="T70" fmla="*/ 0 w 994"/>
                <a:gd name="T71" fmla="*/ 150 h 999"/>
                <a:gd name="T72" fmla="*/ 0 w 994"/>
                <a:gd name="T73" fmla="*/ 98 h 999"/>
                <a:gd name="T74" fmla="*/ 1 w 994"/>
                <a:gd name="T75" fmla="*/ 72 h 999"/>
                <a:gd name="T76" fmla="*/ 74 w 994"/>
                <a:gd name="T77" fmla="*/ 0 h 999"/>
                <a:gd name="T78" fmla="*/ 497 w 994"/>
                <a:gd name="T79" fmla="*/ 11 h 999"/>
                <a:gd name="T80" fmla="*/ 497 w 994"/>
                <a:gd name="T81" fmla="*/ 28 h 999"/>
                <a:gd name="T82" fmla="*/ 494 w 994"/>
                <a:gd name="T83" fmla="*/ 74 h 999"/>
                <a:gd name="T84" fmla="*/ 492 w 994"/>
                <a:gd name="T85" fmla="*/ 139 h 999"/>
                <a:gd name="T86" fmla="*/ 489 w 994"/>
                <a:gd name="T87" fmla="*/ 213 h 999"/>
                <a:gd name="T88" fmla="*/ 485 w 994"/>
                <a:gd name="T89" fmla="*/ 288 h 999"/>
                <a:gd name="T90" fmla="*/ 482 w 994"/>
                <a:gd name="T91" fmla="*/ 353 h 999"/>
                <a:gd name="T92" fmla="*/ 480 w 994"/>
                <a:gd name="T93" fmla="*/ 398 h 999"/>
                <a:gd name="T94" fmla="*/ 479 w 994"/>
                <a:gd name="T95" fmla="*/ 415 h 999"/>
                <a:gd name="T96" fmla="*/ 468 w 994"/>
                <a:gd name="T97" fmla="*/ 408 h 99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94"/>
                <a:gd name="T148" fmla="*/ 0 h 999"/>
                <a:gd name="T149" fmla="*/ 994 w 994"/>
                <a:gd name="T150" fmla="*/ 999 h 99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94" h="999">
                  <a:moveTo>
                    <a:pt x="935" y="816"/>
                  </a:moveTo>
                  <a:lnTo>
                    <a:pt x="964" y="48"/>
                  </a:lnTo>
                  <a:lnTo>
                    <a:pt x="182" y="38"/>
                  </a:lnTo>
                  <a:lnTo>
                    <a:pt x="203" y="875"/>
                  </a:lnTo>
                  <a:lnTo>
                    <a:pt x="198" y="879"/>
                  </a:lnTo>
                  <a:lnTo>
                    <a:pt x="189" y="883"/>
                  </a:lnTo>
                  <a:lnTo>
                    <a:pt x="180" y="884"/>
                  </a:lnTo>
                  <a:lnTo>
                    <a:pt x="175" y="881"/>
                  </a:lnTo>
                  <a:lnTo>
                    <a:pt x="138" y="61"/>
                  </a:lnTo>
                  <a:lnTo>
                    <a:pt x="23" y="166"/>
                  </a:lnTo>
                  <a:lnTo>
                    <a:pt x="27" y="289"/>
                  </a:lnTo>
                  <a:lnTo>
                    <a:pt x="36" y="561"/>
                  </a:lnTo>
                  <a:lnTo>
                    <a:pt x="46" y="835"/>
                  </a:lnTo>
                  <a:lnTo>
                    <a:pt x="52" y="963"/>
                  </a:lnTo>
                  <a:lnTo>
                    <a:pt x="68" y="956"/>
                  </a:lnTo>
                  <a:lnTo>
                    <a:pt x="86" y="948"/>
                  </a:lnTo>
                  <a:lnTo>
                    <a:pt x="107" y="940"/>
                  </a:lnTo>
                  <a:lnTo>
                    <a:pt x="127" y="932"/>
                  </a:lnTo>
                  <a:lnTo>
                    <a:pt x="144" y="925"/>
                  </a:lnTo>
                  <a:lnTo>
                    <a:pt x="159" y="919"/>
                  </a:lnTo>
                  <a:lnTo>
                    <a:pt x="168" y="916"/>
                  </a:lnTo>
                  <a:lnTo>
                    <a:pt x="173" y="916"/>
                  </a:lnTo>
                  <a:lnTo>
                    <a:pt x="157" y="928"/>
                  </a:lnTo>
                  <a:lnTo>
                    <a:pt x="141" y="939"/>
                  </a:lnTo>
                  <a:lnTo>
                    <a:pt x="122" y="948"/>
                  </a:lnTo>
                  <a:lnTo>
                    <a:pt x="103" y="959"/>
                  </a:lnTo>
                  <a:lnTo>
                    <a:pt x="84" y="969"/>
                  </a:lnTo>
                  <a:lnTo>
                    <a:pt x="66" y="978"/>
                  </a:lnTo>
                  <a:lnTo>
                    <a:pt x="47" y="989"/>
                  </a:lnTo>
                  <a:lnTo>
                    <a:pt x="31" y="999"/>
                  </a:lnTo>
                  <a:lnTo>
                    <a:pt x="25" y="963"/>
                  </a:lnTo>
                  <a:lnTo>
                    <a:pt x="18" y="871"/>
                  </a:lnTo>
                  <a:lnTo>
                    <a:pt x="13" y="741"/>
                  </a:lnTo>
                  <a:lnTo>
                    <a:pt x="8" y="590"/>
                  </a:lnTo>
                  <a:lnTo>
                    <a:pt x="3" y="438"/>
                  </a:lnTo>
                  <a:lnTo>
                    <a:pt x="0" y="300"/>
                  </a:lnTo>
                  <a:lnTo>
                    <a:pt x="0" y="196"/>
                  </a:lnTo>
                  <a:lnTo>
                    <a:pt x="1" y="144"/>
                  </a:lnTo>
                  <a:lnTo>
                    <a:pt x="147" y="0"/>
                  </a:lnTo>
                  <a:lnTo>
                    <a:pt x="994" y="22"/>
                  </a:lnTo>
                  <a:lnTo>
                    <a:pt x="993" y="57"/>
                  </a:lnTo>
                  <a:lnTo>
                    <a:pt x="988" y="149"/>
                  </a:lnTo>
                  <a:lnTo>
                    <a:pt x="984" y="279"/>
                  </a:lnTo>
                  <a:lnTo>
                    <a:pt x="977" y="427"/>
                  </a:lnTo>
                  <a:lnTo>
                    <a:pt x="970" y="576"/>
                  </a:lnTo>
                  <a:lnTo>
                    <a:pt x="964" y="706"/>
                  </a:lnTo>
                  <a:lnTo>
                    <a:pt x="959" y="797"/>
                  </a:lnTo>
                  <a:lnTo>
                    <a:pt x="957" y="831"/>
                  </a:lnTo>
                  <a:lnTo>
                    <a:pt x="935" y="8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6" name="Freeform 93"/>
            <p:cNvSpPr>
              <a:spLocks/>
            </p:cNvSpPr>
            <p:nvPr/>
          </p:nvSpPr>
          <p:spPr bwMode="auto">
            <a:xfrm>
              <a:off x="2995" y="2595"/>
              <a:ext cx="338" cy="415"/>
            </a:xfrm>
            <a:custGeom>
              <a:avLst/>
              <a:gdLst>
                <a:gd name="T0" fmla="*/ 297 w 676"/>
                <a:gd name="T1" fmla="*/ 405 h 831"/>
                <a:gd name="T2" fmla="*/ 283 w 676"/>
                <a:gd name="T3" fmla="*/ 381 h 831"/>
                <a:gd name="T4" fmla="*/ 264 w 676"/>
                <a:gd name="T5" fmla="*/ 320 h 831"/>
                <a:gd name="T6" fmla="*/ 239 w 676"/>
                <a:gd name="T7" fmla="*/ 280 h 831"/>
                <a:gd name="T8" fmla="*/ 210 w 676"/>
                <a:gd name="T9" fmla="*/ 250 h 831"/>
                <a:gd name="T10" fmla="*/ 180 w 676"/>
                <a:gd name="T11" fmla="*/ 238 h 831"/>
                <a:gd name="T12" fmla="*/ 177 w 676"/>
                <a:gd name="T13" fmla="*/ 231 h 831"/>
                <a:gd name="T14" fmla="*/ 191 w 676"/>
                <a:gd name="T15" fmla="*/ 232 h 831"/>
                <a:gd name="T16" fmla="*/ 212 w 676"/>
                <a:gd name="T17" fmla="*/ 199 h 831"/>
                <a:gd name="T18" fmla="*/ 205 w 676"/>
                <a:gd name="T19" fmla="*/ 171 h 831"/>
                <a:gd name="T20" fmla="*/ 176 w 676"/>
                <a:gd name="T21" fmla="*/ 156 h 831"/>
                <a:gd name="T22" fmla="*/ 134 w 676"/>
                <a:gd name="T23" fmla="*/ 148 h 831"/>
                <a:gd name="T24" fmla="*/ 92 w 676"/>
                <a:gd name="T25" fmla="*/ 136 h 831"/>
                <a:gd name="T26" fmla="*/ 57 w 676"/>
                <a:gd name="T27" fmla="*/ 138 h 831"/>
                <a:gd name="T28" fmla="*/ 51 w 676"/>
                <a:gd name="T29" fmla="*/ 243 h 831"/>
                <a:gd name="T30" fmla="*/ 80 w 676"/>
                <a:gd name="T31" fmla="*/ 317 h 831"/>
                <a:gd name="T32" fmla="*/ 125 w 676"/>
                <a:gd name="T33" fmla="*/ 355 h 831"/>
                <a:gd name="T34" fmla="*/ 141 w 676"/>
                <a:gd name="T35" fmla="*/ 351 h 831"/>
                <a:gd name="T36" fmla="*/ 140 w 676"/>
                <a:gd name="T37" fmla="*/ 358 h 831"/>
                <a:gd name="T38" fmla="*/ 121 w 676"/>
                <a:gd name="T39" fmla="*/ 361 h 831"/>
                <a:gd name="T40" fmla="*/ 77 w 676"/>
                <a:gd name="T41" fmla="*/ 335 h 831"/>
                <a:gd name="T42" fmla="*/ 43 w 676"/>
                <a:gd name="T43" fmla="*/ 288 h 831"/>
                <a:gd name="T44" fmla="*/ 27 w 676"/>
                <a:gd name="T45" fmla="*/ 230 h 831"/>
                <a:gd name="T46" fmla="*/ 19 w 676"/>
                <a:gd name="T47" fmla="*/ 165 h 831"/>
                <a:gd name="T48" fmla="*/ 1 w 676"/>
                <a:gd name="T49" fmla="*/ 159 h 831"/>
                <a:gd name="T50" fmla="*/ 36 w 676"/>
                <a:gd name="T51" fmla="*/ 108 h 831"/>
                <a:gd name="T52" fmla="*/ 30 w 676"/>
                <a:gd name="T53" fmla="*/ 70 h 831"/>
                <a:gd name="T54" fmla="*/ 35 w 676"/>
                <a:gd name="T55" fmla="*/ 32 h 831"/>
                <a:gd name="T56" fmla="*/ 57 w 676"/>
                <a:gd name="T57" fmla="*/ 7 h 831"/>
                <a:gd name="T58" fmla="*/ 71 w 676"/>
                <a:gd name="T59" fmla="*/ 11 h 831"/>
                <a:gd name="T60" fmla="*/ 54 w 676"/>
                <a:gd name="T61" fmla="*/ 27 h 831"/>
                <a:gd name="T62" fmla="*/ 69 w 676"/>
                <a:gd name="T63" fmla="*/ 92 h 831"/>
                <a:gd name="T64" fmla="*/ 116 w 676"/>
                <a:gd name="T65" fmla="*/ 121 h 831"/>
                <a:gd name="T66" fmla="*/ 171 w 676"/>
                <a:gd name="T67" fmla="*/ 135 h 831"/>
                <a:gd name="T68" fmla="*/ 222 w 676"/>
                <a:gd name="T69" fmla="*/ 157 h 831"/>
                <a:gd name="T70" fmla="*/ 256 w 676"/>
                <a:gd name="T71" fmla="*/ 173 h 831"/>
                <a:gd name="T72" fmla="*/ 270 w 676"/>
                <a:gd name="T73" fmla="*/ 205 h 831"/>
                <a:gd name="T74" fmla="*/ 251 w 676"/>
                <a:gd name="T75" fmla="*/ 211 h 831"/>
                <a:gd name="T76" fmla="*/ 239 w 676"/>
                <a:gd name="T77" fmla="*/ 200 h 831"/>
                <a:gd name="T78" fmla="*/ 255 w 676"/>
                <a:gd name="T79" fmla="*/ 204 h 831"/>
                <a:gd name="T80" fmla="*/ 250 w 676"/>
                <a:gd name="T81" fmla="*/ 187 h 831"/>
                <a:gd name="T82" fmla="*/ 228 w 676"/>
                <a:gd name="T83" fmla="*/ 173 h 831"/>
                <a:gd name="T84" fmla="*/ 230 w 676"/>
                <a:gd name="T85" fmla="*/ 220 h 831"/>
                <a:gd name="T86" fmla="*/ 255 w 676"/>
                <a:gd name="T87" fmla="*/ 272 h 831"/>
                <a:gd name="T88" fmla="*/ 296 w 676"/>
                <a:gd name="T89" fmla="*/ 304 h 831"/>
                <a:gd name="T90" fmla="*/ 323 w 676"/>
                <a:gd name="T91" fmla="*/ 301 h 831"/>
                <a:gd name="T92" fmla="*/ 317 w 676"/>
                <a:gd name="T93" fmla="*/ 291 h 831"/>
                <a:gd name="T94" fmla="*/ 336 w 676"/>
                <a:gd name="T95" fmla="*/ 292 h 831"/>
                <a:gd name="T96" fmla="*/ 334 w 676"/>
                <a:gd name="T97" fmla="*/ 314 h 831"/>
                <a:gd name="T98" fmla="*/ 301 w 676"/>
                <a:gd name="T99" fmla="*/ 320 h 831"/>
                <a:gd name="T100" fmla="*/ 274 w 676"/>
                <a:gd name="T101" fmla="*/ 307 h 831"/>
                <a:gd name="T102" fmla="*/ 297 w 676"/>
                <a:gd name="T103" fmla="*/ 360 h 83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676"/>
                <a:gd name="T157" fmla="*/ 0 h 831"/>
                <a:gd name="T158" fmla="*/ 676 w 676"/>
                <a:gd name="T159" fmla="*/ 831 h 83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676" h="831">
                  <a:moveTo>
                    <a:pt x="615" y="831"/>
                  </a:moveTo>
                  <a:lnTo>
                    <a:pt x="608" y="827"/>
                  </a:lnTo>
                  <a:lnTo>
                    <a:pt x="602" y="824"/>
                  </a:lnTo>
                  <a:lnTo>
                    <a:pt x="598" y="818"/>
                  </a:lnTo>
                  <a:lnTo>
                    <a:pt x="593" y="811"/>
                  </a:lnTo>
                  <a:lnTo>
                    <a:pt x="588" y="804"/>
                  </a:lnTo>
                  <a:lnTo>
                    <a:pt x="585" y="797"/>
                  </a:lnTo>
                  <a:lnTo>
                    <a:pt x="580" y="790"/>
                  </a:lnTo>
                  <a:lnTo>
                    <a:pt x="577" y="784"/>
                  </a:lnTo>
                  <a:lnTo>
                    <a:pt x="565" y="762"/>
                  </a:lnTo>
                  <a:lnTo>
                    <a:pt x="555" y="739"/>
                  </a:lnTo>
                  <a:lnTo>
                    <a:pt x="546" y="716"/>
                  </a:lnTo>
                  <a:lnTo>
                    <a:pt x="539" y="691"/>
                  </a:lnTo>
                  <a:lnTo>
                    <a:pt x="533" y="666"/>
                  </a:lnTo>
                  <a:lnTo>
                    <a:pt x="527" y="641"/>
                  </a:lnTo>
                  <a:lnTo>
                    <a:pt x="523" y="615"/>
                  </a:lnTo>
                  <a:lnTo>
                    <a:pt x="518" y="590"/>
                  </a:lnTo>
                  <a:lnTo>
                    <a:pt x="505" y="580"/>
                  </a:lnTo>
                  <a:lnTo>
                    <a:pt x="492" y="570"/>
                  </a:lnTo>
                  <a:lnTo>
                    <a:pt x="479" y="560"/>
                  </a:lnTo>
                  <a:lnTo>
                    <a:pt x="466" y="549"/>
                  </a:lnTo>
                  <a:lnTo>
                    <a:pt x="454" y="538"/>
                  </a:lnTo>
                  <a:lnTo>
                    <a:pt x="441" y="527"/>
                  </a:lnTo>
                  <a:lnTo>
                    <a:pt x="431" y="514"/>
                  </a:lnTo>
                  <a:lnTo>
                    <a:pt x="421" y="501"/>
                  </a:lnTo>
                  <a:lnTo>
                    <a:pt x="410" y="501"/>
                  </a:lnTo>
                  <a:lnTo>
                    <a:pt x="396" y="498"/>
                  </a:lnTo>
                  <a:lnTo>
                    <a:pt x="383" y="492"/>
                  </a:lnTo>
                  <a:lnTo>
                    <a:pt x="371" y="485"/>
                  </a:lnTo>
                  <a:lnTo>
                    <a:pt x="360" y="477"/>
                  </a:lnTo>
                  <a:lnTo>
                    <a:pt x="351" y="470"/>
                  </a:lnTo>
                  <a:lnTo>
                    <a:pt x="345" y="464"/>
                  </a:lnTo>
                  <a:lnTo>
                    <a:pt x="343" y="462"/>
                  </a:lnTo>
                  <a:lnTo>
                    <a:pt x="349" y="461"/>
                  </a:lnTo>
                  <a:lnTo>
                    <a:pt x="355" y="462"/>
                  </a:lnTo>
                  <a:lnTo>
                    <a:pt x="359" y="463"/>
                  </a:lnTo>
                  <a:lnTo>
                    <a:pt x="365" y="463"/>
                  </a:lnTo>
                  <a:lnTo>
                    <a:pt x="371" y="464"/>
                  </a:lnTo>
                  <a:lnTo>
                    <a:pt x="378" y="466"/>
                  </a:lnTo>
                  <a:lnTo>
                    <a:pt x="383" y="464"/>
                  </a:lnTo>
                  <a:lnTo>
                    <a:pt x="390" y="462"/>
                  </a:lnTo>
                  <a:lnTo>
                    <a:pt x="406" y="448"/>
                  </a:lnTo>
                  <a:lnTo>
                    <a:pt x="416" y="433"/>
                  </a:lnTo>
                  <a:lnTo>
                    <a:pt x="419" y="416"/>
                  </a:lnTo>
                  <a:lnTo>
                    <a:pt x="424" y="399"/>
                  </a:lnTo>
                  <a:lnTo>
                    <a:pt x="421" y="387"/>
                  </a:lnTo>
                  <a:lnTo>
                    <a:pt x="420" y="376"/>
                  </a:lnTo>
                  <a:lnTo>
                    <a:pt x="417" y="364"/>
                  </a:lnTo>
                  <a:lnTo>
                    <a:pt x="414" y="353"/>
                  </a:lnTo>
                  <a:lnTo>
                    <a:pt x="410" y="342"/>
                  </a:lnTo>
                  <a:lnTo>
                    <a:pt x="404" y="334"/>
                  </a:lnTo>
                  <a:lnTo>
                    <a:pt x="397" y="326"/>
                  </a:lnTo>
                  <a:lnTo>
                    <a:pt x="388" y="320"/>
                  </a:lnTo>
                  <a:lnTo>
                    <a:pt x="371" y="316"/>
                  </a:lnTo>
                  <a:lnTo>
                    <a:pt x="353" y="312"/>
                  </a:lnTo>
                  <a:lnTo>
                    <a:pt x="336" y="309"/>
                  </a:lnTo>
                  <a:lnTo>
                    <a:pt x="319" y="307"/>
                  </a:lnTo>
                  <a:lnTo>
                    <a:pt x="302" y="303"/>
                  </a:lnTo>
                  <a:lnTo>
                    <a:pt x="284" y="300"/>
                  </a:lnTo>
                  <a:lnTo>
                    <a:pt x="268" y="296"/>
                  </a:lnTo>
                  <a:lnTo>
                    <a:pt x="251" y="293"/>
                  </a:lnTo>
                  <a:lnTo>
                    <a:pt x="234" y="288"/>
                  </a:lnTo>
                  <a:lnTo>
                    <a:pt x="218" y="284"/>
                  </a:lnTo>
                  <a:lnTo>
                    <a:pt x="201" y="279"/>
                  </a:lnTo>
                  <a:lnTo>
                    <a:pt x="185" y="272"/>
                  </a:lnTo>
                  <a:lnTo>
                    <a:pt x="169" y="265"/>
                  </a:lnTo>
                  <a:lnTo>
                    <a:pt x="154" y="257"/>
                  </a:lnTo>
                  <a:lnTo>
                    <a:pt x="139" y="248"/>
                  </a:lnTo>
                  <a:lnTo>
                    <a:pt x="125" y="237"/>
                  </a:lnTo>
                  <a:lnTo>
                    <a:pt x="115" y="277"/>
                  </a:lnTo>
                  <a:lnTo>
                    <a:pt x="107" y="317"/>
                  </a:lnTo>
                  <a:lnTo>
                    <a:pt x="100" y="360"/>
                  </a:lnTo>
                  <a:lnTo>
                    <a:pt x="98" y="401"/>
                  </a:lnTo>
                  <a:lnTo>
                    <a:pt x="98" y="445"/>
                  </a:lnTo>
                  <a:lnTo>
                    <a:pt x="102" y="487"/>
                  </a:lnTo>
                  <a:lnTo>
                    <a:pt x="110" y="530"/>
                  </a:lnTo>
                  <a:lnTo>
                    <a:pt x="122" y="573"/>
                  </a:lnTo>
                  <a:lnTo>
                    <a:pt x="133" y="592"/>
                  </a:lnTo>
                  <a:lnTo>
                    <a:pt x="145" y="614"/>
                  </a:lnTo>
                  <a:lnTo>
                    <a:pt x="159" y="635"/>
                  </a:lnTo>
                  <a:lnTo>
                    <a:pt x="173" y="655"/>
                  </a:lnTo>
                  <a:lnTo>
                    <a:pt x="189" y="673"/>
                  </a:lnTo>
                  <a:lnTo>
                    <a:pt x="207" y="689"/>
                  </a:lnTo>
                  <a:lnTo>
                    <a:pt x="227" y="702"/>
                  </a:lnTo>
                  <a:lnTo>
                    <a:pt x="250" y="711"/>
                  </a:lnTo>
                  <a:lnTo>
                    <a:pt x="256" y="711"/>
                  </a:lnTo>
                  <a:lnTo>
                    <a:pt x="262" y="709"/>
                  </a:lnTo>
                  <a:lnTo>
                    <a:pt x="269" y="706"/>
                  </a:lnTo>
                  <a:lnTo>
                    <a:pt x="275" y="704"/>
                  </a:lnTo>
                  <a:lnTo>
                    <a:pt x="281" y="702"/>
                  </a:lnTo>
                  <a:lnTo>
                    <a:pt x="287" y="701"/>
                  </a:lnTo>
                  <a:lnTo>
                    <a:pt x="290" y="703"/>
                  </a:lnTo>
                  <a:lnTo>
                    <a:pt x="294" y="708"/>
                  </a:lnTo>
                  <a:lnTo>
                    <a:pt x="287" y="712"/>
                  </a:lnTo>
                  <a:lnTo>
                    <a:pt x="280" y="716"/>
                  </a:lnTo>
                  <a:lnTo>
                    <a:pt x="273" y="719"/>
                  </a:lnTo>
                  <a:lnTo>
                    <a:pt x="266" y="721"/>
                  </a:lnTo>
                  <a:lnTo>
                    <a:pt x="259" y="723"/>
                  </a:lnTo>
                  <a:lnTo>
                    <a:pt x="251" y="724"/>
                  </a:lnTo>
                  <a:lnTo>
                    <a:pt x="243" y="723"/>
                  </a:lnTo>
                  <a:lnTo>
                    <a:pt x="235" y="720"/>
                  </a:lnTo>
                  <a:lnTo>
                    <a:pt x="212" y="710"/>
                  </a:lnTo>
                  <a:lnTo>
                    <a:pt x="191" y="698"/>
                  </a:lnTo>
                  <a:lnTo>
                    <a:pt x="171" y="686"/>
                  </a:lnTo>
                  <a:lnTo>
                    <a:pt x="153" y="671"/>
                  </a:lnTo>
                  <a:lnTo>
                    <a:pt x="137" y="655"/>
                  </a:lnTo>
                  <a:lnTo>
                    <a:pt x="122" y="637"/>
                  </a:lnTo>
                  <a:lnTo>
                    <a:pt x="108" y="618"/>
                  </a:lnTo>
                  <a:lnTo>
                    <a:pt x="97" y="598"/>
                  </a:lnTo>
                  <a:lnTo>
                    <a:pt x="86" y="577"/>
                  </a:lnTo>
                  <a:lnTo>
                    <a:pt x="77" y="555"/>
                  </a:lnTo>
                  <a:lnTo>
                    <a:pt x="69" y="532"/>
                  </a:lnTo>
                  <a:lnTo>
                    <a:pt x="63" y="509"/>
                  </a:lnTo>
                  <a:lnTo>
                    <a:pt x="59" y="485"/>
                  </a:lnTo>
                  <a:lnTo>
                    <a:pt x="55" y="461"/>
                  </a:lnTo>
                  <a:lnTo>
                    <a:pt x="53" y="437"/>
                  </a:lnTo>
                  <a:lnTo>
                    <a:pt x="53" y="411"/>
                  </a:lnTo>
                  <a:lnTo>
                    <a:pt x="53" y="330"/>
                  </a:lnTo>
                  <a:lnTo>
                    <a:pt x="45" y="330"/>
                  </a:lnTo>
                  <a:lnTo>
                    <a:pt x="38" y="330"/>
                  </a:lnTo>
                  <a:lnTo>
                    <a:pt x="30" y="330"/>
                  </a:lnTo>
                  <a:lnTo>
                    <a:pt x="22" y="328"/>
                  </a:lnTo>
                  <a:lnTo>
                    <a:pt x="15" y="326"/>
                  </a:lnTo>
                  <a:lnTo>
                    <a:pt x="9" y="323"/>
                  </a:lnTo>
                  <a:lnTo>
                    <a:pt x="3" y="319"/>
                  </a:lnTo>
                  <a:lnTo>
                    <a:pt x="0" y="314"/>
                  </a:lnTo>
                  <a:lnTo>
                    <a:pt x="56" y="294"/>
                  </a:lnTo>
                  <a:lnTo>
                    <a:pt x="61" y="269"/>
                  </a:lnTo>
                  <a:lnTo>
                    <a:pt x="65" y="242"/>
                  </a:lnTo>
                  <a:lnTo>
                    <a:pt x="72" y="217"/>
                  </a:lnTo>
                  <a:lnTo>
                    <a:pt x="87" y="196"/>
                  </a:lnTo>
                  <a:lnTo>
                    <a:pt x="78" y="184"/>
                  </a:lnTo>
                  <a:lnTo>
                    <a:pt x="71" y="171"/>
                  </a:lnTo>
                  <a:lnTo>
                    <a:pt x="64" y="156"/>
                  </a:lnTo>
                  <a:lnTo>
                    <a:pt x="60" y="141"/>
                  </a:lnTo>
                  <a:lnTo>
                    <a:pt x="56" y="126"/>
                  </a:lnTo>
                  <a:lnTo>
                    <a:pt x="56" y="110"/>
                  </a:lnTo>
                  <a:lnTo>
                    <a:pt x="57" y="93"/>
                  </a:lnTo>
                  <a:lnTo>
                    <a:pt x="63" y="77"/>
                  </a:lnTo>
                  <a:lnTo>
                    <a:pt x="70" y="65"/>
                  </a:lnTo>
                  <a:lnTo>
                    <a:pt x="77" y="53"/>
                  </a:lnTo>
                  <a:lnTo>
                    <a:pt x="85" y="42"/>
                  </a:lnTo>
                  <a:lnTo>
                    <a:pt x="94" y="31"/>
                  </a:lnTo>
                  <a:lnTo>
                    <a:pt x="103" y="22"/>
                  </a:lnTo>
                  <a:lnTo>
                    <a:pt x="115" y="14"/>
                  </a:lnTo>
                  <a:lnTo>
                    <a:pt x="125" y="7"/>
                  </a:lnTo>
                  <a:lnTo>
                    <a:pt x="138" y="0"/>
                  </a:lnTo>
                  <a:lnTo>
                    <a:pt x="144" y="8"/>
                  </a:lnTo>
                  <a:lnTo>
                    <a:pt x="145" y="15"/>
                  </a:lnTo>
                  <a:lnTo>
                    <a:pt x="142" y="22"/>
                  </a:lnTo>
                  <a:lnTo>
                    <a:pt x="135" y="28"/>
                  </a:lnTo>
                  <a:lnTo>
                    <a:pt x="127" y="34"/>
                  </a:lnTo>
                  <a:lnTo>
                    <a:pt x="120" y="40"/>
                  </a:lnTo>
                  <a:lnTo>
                    <a:pt x="113" y="47"/>
                  </a:lnTo>
                  <a:lnTo>
                    <a:pt x="109" y="55"/>
                  </a:lnTo>
                  <a:lnTo>
                    <a:pt x="102" y="83"/>
                  </a:lnTo>
                  <a:lnTo>
                    <a:pt x="103" y="113"/>
                  </a:lnTo>
                  <a:lnTo>
                    <a:pt x="110" y="141"/>
                  </a:lnTo>
                  <a:lnTo>
                    <a:pt x="122" y="166"/>
                  </a:lnTo>
                  <a:lnTo>
                    <a:pt x="138" y="184"/>
                  </a:lnTo>
                  <a:lnTo>
                    <a:pt x="154" y="201"/>
                  </a:lnTo>
                  <a:lnTo>
                    <a:pt x="173" y="214"/>
                  </a:lnTo>
                  <a:lnTo>
                    <a:pt x="192" y="226"/>
                  </a:lnTo>
                  <a:lnTo>
                    <a:pt x="212" y="235"/>
                  </a:lnTo>
                  <a:lnTo>
                    <a:pt x="232" y="242"/>
                  </a:lnTo>
                  <a:lnTo>
                    <a:pt x="254" y="249"/>
                  </a:lnTo>
                  <a:lnTo>
                    <a:pt x="276" y="255"/>
                  </a:lnTo>
                  <a:lnTo>
                    <a:pt x="298" y="259"/>
                  </a:lnTo>
                  <a:lnTo>
                    <a:pt x="320" y="265"/>
                  </a:lnTo>
                  <a:lnTo>
                    <a:pt x="342" y="271"/>
                  </a:lnTo>
                  <a:lnTo>
                    <a:pt x="364" y="277"/>
                  </a:lnTo>
                  <a:lnTo>
                    <a:pt x="385" y="284"/>
                  </a:lnTo>
                  <a:lnTo>
                    <a:pt x="405" y="293"/>
                  </a:lnTo>
                  <a:lnTo>
                    <a:pt x="425" y="302"/>
                  </a:lnTo>
                  <a:lnTo>
                    <a:pt x="444" y="315"/>
                  </a:lnTo>
                  <a:lnTo>
                    <a:pt x="459" y="317"/>
                  </a:lnTo>
                  <a:lnTo>
                    <a:pt x="474" y="322"/>
                  </a:lnTo>
                  <a:lnTo>
                    <a:pt x="488" y="328"/>
                  </a:lnTo>
                  <a:lnTo>
                    <a:pt x="501" y="337"/>
                  </a:lnTo>
                  <a:lnTo>
                    <a:pt x="512" y="347"/>
                  </a:lnTo>
                  <a:lnTo>
                    <a:pt x="523" y="358"/>
                  </a:lnTo>
                  <a:lnTo>
                    <a:pt x="531" y="370"/>
                  </a:lnTo>
                  <a:lnTo>
                    <a:pt x="539" y="384"/>
                  </a:lnTo>
                  <a:lnTo>
                    <a:pt x="541" y="396"/>
                  </a:lnTo>
                  <a:lnTo>
                    <a:pt x="540" y="410"/>
                  </a:lnTo>
                  <a:lnTo>
                    <a:pt x="534" y="421"/>
                  </a:lnTo>
                  <a:lnTo>
                    <a:pt x="524" y="430"/>
                  </a:lnTo>
                  <a:lnTo>
                    <a:pt x="517" y="430"/>
                  </a:lnTo>
                  <a:lnTo>
                    <a:pt x="510" y="426"/>
                  </a:lnTo>
                  <a:lnTo>
                    <a:pt x="502" y="422"/>
                  </a:lnTo>
                  <a:lnTo>
                    <a:pt x="495" y="417"/>
                  </a:lnTo>
                  <a:lnTo>
                    <a:pt x="488" y="411"/>
                  </a:lnTo>
                  <a:lnTo>
                    <a:pt x="482" y="406"/>
                  </a:lnTo>
                  <a:lnTo>
                    <a:pt x="479" y="402"/>
                  </a:lnTo>
                  <a:lnTo>
                    <a:pt x="478" y="401"/>
                  </a:lnTo>
                  <a:lnTo>
                    <a:pt x="485" y="405"/>
                  </a:lnTo>
                  <a:lnTo>
                    <a:pt x="492" y="409"/>
                  </a:lnTo>
                  <a:lnTo>
                    <a:pt x="497" y="413"/>
                  </a:lnTo>
                  <a:lnTo>
                    <a:pt x="505" y="414"/>
                  </a:lnTo>
                  <a:lnTo>
                    <a:pt x="511" y="409"/>
                  </a:lnTo>
                  <a:lnTo>
                    <a:pt x="515" y="402"/>
                  </a:lnTo>
                  <a:lnTo>
                    <a:pt x="516" y="396"/>
                  </a:lnTo>
                  <a:lnTo>
                    <a:pt x="516" y="388"/>
                  </a:lnTo>
                  <a:lnTo>
                    <a:pt x="508" y="383"/>
                  </a:lnTo>
                  <a:lnTo>
                    <a:pt x="501" y="375"/>
                  </a:lnTo>
                  <a:lnTo>
                    <a:pt x="493" y="368"/>
                  </a:lnTo>
                  <a:lnTo>
                    <a:pt x="484" y="361"/>
                  </a:lnTo>
                  <a:lnTo>
                    <a:pt x="476" y="354"/>
                  </a:lnTo>
                  <a:lnTo>
                    <a:pt x="466" y="349"/>
                  </a:lnTo>
                  <a:lnTo>
                    <a:pt x="456" y="346"/>
                  </a:lnTo>
                  <a:lnTo>
                    <a:pt x="447" y="346"/>
                  </a:lnTo>
                  <a:lnTo>
                    <a:pt x="454" y="368"/>
                  </a:lnTo>
                  <a:lnTo>
                    <a:pt x="457" y="392"/>
                  </a:lnTo>
                  <a:lnTo>
                    <a:pt x="458" y="416"/>
                  </a:lnTo>
                  <a:lnTo>
                    <a:pt x="461" y="440"/>
                  </a:lnTo>
                  <a:lnTo>
                    <a:pt x="463" y="464"/>
                  </a:lnTo>
                  <a:lnTo>
                    <a:pt x="469" y="487"/>
                  </a:lnTo>
                  <a:lnTo>
                    <a:pt x="480" y="509"/>
                  </a:lnTo>
                  <a:lnTo>
                    <a:pt x="496" y="529"/>
                  </a:lnTo>
                  <a:lnTo>
                    <a:pt x="510" y="544"/>
                  </a:lnTo>
                  <a:lnTo>
                    <a:pt x="524" y="560"/>
                  </a:lnTo>
                  <a:lnTo>
                    <a:pt x="539" y="575"/>
                  </a:lnTo>
                  <a:lnTo>
                    <a:pt x="556" y="589"/>
                  </a:lnTo>
                  <a:lnTo>
                    <a:pt x="573" y="600"/>
                  </a:lnTo>
                  <a:lnTo>
                    <a:pt x="592" y="608"/>
                  </a:lnTo>
                  <a:lnTo>
                    <a:pt x="611" y="612"/>
                  </a:lnTo>
                  <a:lnTo>
                    <a:pt x="633" y="611"/>
                  </a:lnTo>
                  <a:lnTo>
                    <a:pt x="637" y="607"/>
                  </a:lnTo>
                  <a:lnTo>
                    <a:pt x="641" y="604"/>
                  </a:lnTo>
                  <a:lnTo>
                    <a:pt x="646" y="602"/>
                  </a:lnTo>
                  <a:lnTo>
                    <a:pt x="649" y="598"/>
                  </a:lnTo>
                  <a:lnTo>
                    <a:pt x="645" y="593"/>
                  </a:lnTo>
                  <a:lnTo>
                    <a:pt x="639" y="591"/>
                  </a:lnTo>
                  <a:lnTo>
                    <a:pt x="634" y="589"/>
                  </a:lnTo>
                  <a:lnTo>
                    <a:pt x="633" y="583"/>
                  </a:lnTo>
                  <a:lnTo>
                    <a:pt x="640" y="578"/>
                  </a:lnTo>
                  <a:lnTo>
                    <a:pt x="647" y="576"/>
                  </a:lnTo>
                  <a:lnTo>
                    <a:pt x="656" y="575"/>
                  </a:lnTo>
                  <a:lnTo>
                    <a:pt x="664" y="577"/>
                  </a:lnTo>
                  <a:lnTo>
                    <a:pt x="671" y="584"/>
                  </a:lnTo>
                  <a:lnTo>
                    <a:pt x="675" y="592"/>
                  </a:lnTo>
                  <a:lnTo>
                    <a:pt x="676" y="600"/>
                  </a:lnTo>
                  <a:lnTo>
                    <a:pt x="675" y="608"/>
                  </a:lnTo>
                  <a:lnTo>
                    <a:pt x="674" y="619"/>
                  </a:lnTo>
                  <a:lnTo>
                    <a:pt x="668" y="628"/>
                  </a:lnTo>
                  <a:lnTo>
                    <a:pt x="657" y="636"/>
                  </a:lnTo>
                  <a:lnTo>
                    <a:pt x="645" y="643"/>
                  </a:lnTo>
                  <a:lnTo>
                    <a:pt x="630" y="644"/>
                  </a:lnTo>
                  <a:lnTo>
                    <a:pt x="616" y="643"/>
                  </a:lnTo>
                  <a:lnTo>
                    <a:pt x="602" y="641"/>
                  </a:lnTo>
                  <a:lnTo>
                    <a:pt x="590" y="637"/>
                  </a:lnTo>
                  <a:lnTo>
                    <a:pt x="577" y="631"/>
                  </a:lnTo>
                  <a:lnTo>
                    <a:pt x="565" y="627"/>
                  </a:lnTo>
                  <a:lnTo>
                    <a:pt x="556" y="620"/>
                  </a:lnTo>
                  <a:lnTo>
                    <a:pt x="547" y="614"/>
                  </a:lnTo>
                  <a:lnTo>
                    <a:pt x="554" y="636"/>
                  </a:lnTo>
                  <a:lnTo>
                    <a:pt x="562" y="658"/>
                  </a:lnTo>
                  <a:lnTo>
                    <a:pt x="571" y="679"/>
                  </a:lnTo>
                  <a:lnTo>
                    <a:pt x="581" y="701"/>
                  </a:lnTo>
                  <a:lnTo>
                    <a:pt x="593" y="721"/>
                  </a:lnTo>
                  <a:lnTo>
                    <a:pt x="605" y="743"/>
                  </a:lnTo>
                  <a:lnTo>
                    <a:pt x="617" y="764"/>
                  </a:lnTo>
                  <a:lnTo>
                    <a:pt x="631" y="784"/>
                  </a:lnTo>
                  <a:lnTo>
                    <a:pt x="615" y="8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7" name="Freeform 94"/>
            <p:cNvSpPr>
              <a:spLocks/>
            </p:cNvSpPr>
            <p:nvPr/>
          </p:nvSpPr>
          <p:spPr bwMode="auto">
            <a:xfrm>
              <a:off x="3350" y="2622"/>
              <a:ext cx="130" cy="250"/>
            </a:xfrm>
            <a:custGeom>
              <a:avLst/>
              <a:gdLst>
                <a:gd name="T0" fmla="*/ 124 w 260"/>
                <a:gd name="T1" fmla="*/ 76 h 501"/>
                <a:gd name="T2" fmla="*/ 130 w 260"/>
                <a:gd name="T3" fmla="*/ 123 h 501"/>
                <a:gd name="T4" fmla="*/ 124 w 260"/>
                <a:gd name="T5" fmla="*/ 169 h 501"/>
                <a:gd name="T6" fmla="*/ 106 w 260"/>
                <a:gd name="T7" fmla="*/ 212 h 501"/>
                <a:gd name="T8" fmla="*/ 87 w 260"/>
                <a:gd name="T9" fmla="*/ 235 h 501"/>
                <a:gd name="T10" fmla="*/ 72 w 260"/>
                <a:gd name="T11" fmla="*/ 243 h 501"/>
                <a:gd name="T12" fmla="*/ 55 w 260"/>
                <a:gd name="T13" fmla="*/ 249 h 501"/>
                <a:gd name="T14" fmla="*/ 43 w 260"/>
                <a:gd name="T15" fmla="*/ 250 h 501"/>
                <a:gd name="T16" fmla="*/ 43 w 260"/>
                <a:gd name="T17" fmla="*/ 246 h 501"/>
                <a:gd name="T18" fmla="*/ 54 w 260"/>
                <a:gd name="T19" fmla="*/ 237 h 501"/>
                <a:gd name="T20" fmla="*/ 70 w 260"/>
                <a:gd name="T21" fmla="*/ 226 h 501"/>
                <a:gd name="T22" fmla="*/ 83 w 260"/>
                <a:gd name="T23" fmla="*/ 215 h 501"/>
                <a:gd name="T24" fmla="*/ 94 w 260"/>
                <a:gd name="T25" fmla="*/ 194 h 501"/>
                <a:gd name="T26" fmla="*/ 102 w 260"/>
                <a:gd name="T27" fmla="*/ 159 h 501"/>
                <a:gd name="T28" fmla="*/ 106 w 260"/>
                <a:gd name="T29" fmla="*/ 123 h 501"/>
                <a:gd name="T30" fmla="*/ 103 w 260"/>
                <a:gd name="T31" fmla="*/ 87 h 501"/>
                <a:gd name="T32" fmla="*/ 98 w 260"/>
                <a:gd name="T33" fmla="*/ 65 h 501"/>
                <a:gd name="T34" fmla="*/ 95 w 260"/>
                <a:gd name="T35" fmla="*/ 55 h 501"/>
                <a:gd name="T36" fmla="*/ 90 w 260"/>
                <a:gd name="T37" fmla="*/ 46 h 501"/>
                <a:gd name="T38" fmla="*/ 84 w 260"/>
                <a:gd name="T39" fmla="*/ 39 h 501"/>
                <a:gd name="T40" fmla="*/ 70 w 260"/>
                <a:gd name="T41" fmla="*/ 26 h 501"/>
                <a:gd name="T42" fmla="*/ 43 w 260"/>
                <a:gd name="T43" fmla="*/ 16 h 501"/>
                <a:gd name="T44" fmla="*/ 18 w 260"/>
                <a:gd name="T45" fmla="*/ 12 h 501"/>
                <a:gd name="T46" fmla="*/ 2 w 260"/>
                <a:gd name="T47" fmla="*/ 12 h 501"/>
                <a:gd name="T48" fmla="*/ 8 w 260"/>
                <a:gd name="T49" fmla="*/ 6 h 501"/>
                <a:gd name="T50" fmla="*/ 26 w 260"/>
                <a:gd name="T51" fmla="*/ 0 h 501"/>
                <a:gd name="T52" fmla="*/ 46 w 260"/>
                <a:gd name="T53" fmla="*/ 1 h 501"/>
                <a:gd name="T54" fmla="*/ 65 w 260"/>
                <a:gd name="T55" fmla="*/ 6 h 501"/>
                <a:gd name="T56" fmla="*/ 80 w 260"/>
                <a:gd name="T57" fmla="*/ 14 h 501"/>
                <a:gd name="T58" fmla="*/ 92 w 260"/>
                <a:gd name="T59" fmla="*/ 23 h 501"/>
                <a:gd name="T60" fmla="*/ 103 w 260"/>
                <a:gd name="T61" fmla="*/ 36 h 501"/>
                <a:gd name="T62" fmla="*/ 112 w 260"/>
                <a:gd name="T63" fmla="*/ 48 h 5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0"/>
                <a:gd name="T97" fmla="*/ 0 h 501"/>
                <a:gd name="T98" fmla="*/ 260 w 260"/>
                <a:gd name="T99" fmla="*/ 501 h 50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0" h="501">
                  <a:moveTo>
                    <a:pt x="232" y="111"/>
                  </a:moveTo>
                  <a:lnTo>
                    <a:pt x="248" y="153"/>
                  </a:lnTo>
                  <a:lnTo>
                    <a:pt x="257" y="198"/>
                  </a:lnTo>
                  <a:lnTo>
                    <a:pt x="260" y="246"/>
                  </a:lnTo>
                  <a:lnTo>
                    <a:pt x="258" y="293"/>
                  </a:lnTo>
                  <a:lnTo>
                    <a:pt x="249" y="339"/>
                  </a:lnTo>
                  <a:lnTo>
                    <a:pt x="234" y="384"/>
                  </a:lnTo>
                  <a:lnTo>
                    <a:pt x="213" y="424"/>
                  </a:lnTo>
                  <a:lnTo>
                    <a:pt x="186" y="461"/>
                  </a:lnTo>
                  <a:lnTo>
                    <a:pt x="175" y="470"/>
                  </a:lnTo>
                  <a:lnTo>
                    <a:pt x="160" y="478"/>
                  </a:lnTo>
                  <a:lnTo>
                    <a:pt x="144" y="486"/>
                  </a:lnTo>
                  <a:lnTo>
                    <a:pt x="127" y="493"/>
                  </a:lnTo>
                  <a:lnTo>
                    <a:pt x="111" y="498"/>
                  </a:lnTo>
                  <a:lnTo>
                    <a:pt x="97" y="501"/>
                  </a:lnTo>
                  <a:lnTo>
                    <a:pt x="87" y="501"/>
                  </a:lnTo>
                  <a:lnTo>
                    <a:pt x="82" y="499"/>
                  </a:lnTo>
                  <a:lnTo>
                    <a:pt x="87" y="493"/>
                  </a:lnTo>
                  <a:lnTo>
                    <a:pt x="96" y="485"/>
                  </a:lnTo>
                  <a:lnTo>
                    <a:pt x="108" y="475"/>
                  </a:lnTo>
                  <a:lnTo>
                    <a:pt x="123" y="464"/>
                  </a:lnTo>
                  <a:lnTo>
                    <a:pt x="140" y="453"/>
                  </a:lnTo>
                  <a:lnTo>
                    <a:pt x="154" y="441"/>
                  </a:lnTo>
                  <a:lnTo>
                    <a:pt x="167" y="430"/>
                  </a:lnTo>
                  <a:lnTo>
                    <a:pt x="175" y="421"/>
                  </a:lnTo>
                  <a:lnTo>
                    <a:pt x="188" y="388"/>
                  </a:lnTo>
                  <a:lnTo>
                    <a:pt x="198" y="355"/>
                  </a:lnTo>
                  <a:lnTo>
                    <a:pt x="205" y="319"/>
                  </a:lnTo>
                  <a:lnTo>
                    <a:pt x="210" y="284"/>
                  </a:lnTo>
                  <a:lnTo>
                    <a:pt x="212" y="247"/>
                  </a:lnTo>
                  <a:lnTo>
                    <a:pt x="210" y="210"/>
                  </a:lnTo>
                  <a:lnTo>
                    <a:pt x="206" y="174"/>
                  </a:lnTo>
                  <a:lnTo>
                    <a:pt x="198" y="140"/>
                  </a:lnTo>
                  <a:lnTo>
                    <a:pt x="196" y="130"/>
                  </a:lnTo>
                  <a:lnTo>
                    <a:pt x="194" y="120"/>
                  </a:lnTo>
                  <a:lnTo>
                    <a:pt x="190" y="111"/>
                  </a:lnTo>
                  <a:lnTo>
                    <a:pt x="186" y="103"/>
                  </a:lnTo>
                  <a:lnTo>
                    <a:pt x="181" y="93"/>
                  </a:lnTo>
                  <a:lnTo>
                    <a:pt x="175" y="85"/>
                  </a:lnTo>
                  <a:lnTo>
                    <a:pt x="169" y="78"/>
                  </a:lnTo>
                  <a:lnTo>
                    <a:pt x="163" y="70"/>
                  </a:lnTo>
                  <a:lnTo>
                    <a:pt x="140" y="53"/>
                  </a:lnTo>
                  <a:lnTo>
                    <a:pt x="114" y="40"/>
                  </a:lnTo>
                  <a:lnTo>
                    <a:pt x="87" y="32"/>
                  </a:lnTo>
                  <a:lnTo>
                    <a:pt x="61" y="27"/>
                  </a:lnTo>
                  <a:lnTo>
                    <a:pt x="37" y="24"/>
                  </a:lnTo>
                  <a:lnTo>
                    <a:pt x="17" y="24"/>
                  </a:lnTo>
                  <a:lnTo>
                    <a:pt x="5" y="24"/>
                  </a:lnTo>
                  <a:lnTo>
                    <a:pt x="0" y="24"/>
                  </a:lnTo>
                  <a:lnTo>
                    <a:pt x="16" y="13"/>
                  </a:lnTo>
                  <a:lnTo>
                    <a:pt x="34" y="6"/>
                  </a:lnTo>
                  <a:lnTo>
                    <a:pt x="53" y="1"/>
                  </a:lnTo>
                  <a:lnTo>
                    <a:pt x="73" y="0"/>
                  </a:lnTo>
                  <a:lnTo>
                    <a:pt x="92" y="2"/>
                  </a:lnTo>
                  <a:lnTo>
                    <a:pt x="112" y="6"/>
                  </a:lnTo>
                  <a:lnTo>
                    <a:pt x="130" y="12"/>
                  </a:lnTo>
                  <a:lnTo>
                    <a:pt x="148" y="19"/>
                  </a:lnTo>
                  <a:lnTo>
                    <a:pt x="160" y="28"/>
                  </a:lnTo>
                  <a:lnTo>
                    <a:pt x="173" y="37"/>
                  </a:lnTo>
                  <a:lnTo>
                    <a:pt x="184" y="47"/>
                  </a:lnTo>
                  <a:lnTo>
                    <a:pt x="196" y="59"/>
                  </a:lnTo>
                  <a:lnTo>
                    <a:pt x="206" y="72"/>
                  </a:lnTo>
                  <a:lnTo>
                    <a:pt x="216" y="84"/>
                  </a:lnTo>
                  <a:lnTo>
                    <a:pt x="225" y="97"/>
                  </a:lnTo>
                  <a:lnTo>
                    <a:pt x="232" y="1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8" name="Freeform 95"/>
            <p:cNvSpPr>
              <a:spLocks/>
            </p:cNvSpPr>
            <p:nvPr/>
          </p:nvSpPr>
          <p:spPr bwMode="auto">
            <a:xfrm>
              <a:off x="2585" y="2651"/>
              <a:ext cx="321" cy="350"/>
            </a:xfrm>
            <a:custGeom>
              <a:avLst/>
              <a:gdLst>
                <a:gd name="T0" fmla="*/ 321 w 641"/>
                <a:gd name="T1" fmla="*/ 2 h 699"/>
                <a:gd name="T2" fmla="*/ 321 w 641"/>
                <a:gd name="T3" fmla="*/ 54 h 699"/>
                <a:gd name="T4" fmla="*/ 321 w 641"/>
                <a:gd name="T5" fmla="*/ 167 h 699"/>
                <a:gd name="T6" fmla="*/ 319 w 641"/>
                <a:gd name="T7" fmla="*/ 282 h 699"/>
                <a:gd name="T8" fmla="*/ 315 w 641"/>
                <a:gd name="T9" fmla="*/ 334 h 699"/>
                <a:gd name="T10" fmla="*/ 312 w 641"/>
                <a:gd name="T11" fmla="*/ 334 h 699"/>
                <a:gd name="T12" fmla="*/ 304 w 641"/>
                <a:gd name="T13" fmla="*/ 335 h 699"/>
                <a:gd name="T14" fmla="*/ 292 w 641"/>
                <a:gd name="T15" fmla="*/ 336 h 699"/>
                <a:gd name="T16" fmla="*/ 275 w 641"/>
                <a:gd name="T17" fmla="*/ 337 h 699"/>
                <a:gd name="T18" fmla="*/ 256 w 641"/>
                <a:gd name="T19" fmla="*/ 338 h 699"/>
                <a:gd name="T20" fmla="*/ 233 w 641"/>
                <a:gd name="T21" fmla="*/ 339 h 699"/>
                <a:gd name="T22" fmla="*/ 210 w 641"/>
                <a:gd name="T23" fmla="*/ 341 h 699"/>
                <a:gd name="T24" fmla="*/ 184 w 641"/>
                <a:gd name="T25" fmla="*/ 342 h 699"/>
                <a:gd name="T26" fmla="*/ 159 w 641"/>
                <a:gd name="T27" fmla="*/ 344 h 699"/>
                <a:gd name="T28" fmla="*/ 133 w 641"/>
                <a:gd name="T29" fmla="*/ 345 h 699"/>
                <a:gd name="T30" fmla="*/ 108 w 641"/>
                <a:gd name="T31" fmla="*/ 347 h 699"/>
                <a:gd name="T32" fmla="*/ 85 w 641"/>
                <a:gd name="T33" fmla="*/ 348 h 699"/>
                <a:gd name="T34" fmla="*/ 64 w 641"/>
                <a:gd name="T35" fmla="*/ 349 h 699"/>
                <a:gd name="T36" fmla="*/ 44 w 641"/>
                <a:gd name="T37" fmla="*/ 349 h 699"/>
                <a:gd name="T38" fmla="*/ 29 w 641"/>
                <a:gd name="T39" fmla="*/ 350 h 699"/>
                <a:gd name="T40" fmla="*/ 17 w 641"/>
                <a:gd name="T41" fmla="*/ 350 h 699"/>
                <a:gd name="T42" fmla="*/ 0 w 641"/>
                <a:gd name="T43" fmla="*/ 0 h 699"/>
                <a:gd name="T44" fmla="*/ 321 w 641"/>
                <a:gd name="T45" fmla="*/ 2 h 69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41"/>
                <a:gd name="T70" fmla="*/ 0 h 699"/>
                <a:gd name="T71" fmla="*/ 641 w 641"/>
                <a:gd name="T72" fmla="*/ 699 h 69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41" h="699">
                  <a:moveTo>
                    <a:pt x="641" y="3"/>
                  </a:moveTo>
                  <a:lnTo>
                    <a:pt x="641" y="107"/>
                  </a:lnTo>
                  <a:lnTo>
                    <a:pt x="641" y="334"/>
                  </a:lnTo>
                  <a:lnTo>
                    <a:pt x="638" y="563"/>
                  </a:lnTo>
                  <a:lnTo>
                    <a:pt x="629" y="668"/>
                  </a:lnTo>
                  <a:lnTo>
                    <a:pt x="623" y="668"/>
                  </a:lnTo>
                  <a:lnTo>
                    <a:pt x="607" y="669"/>
                  </a:lnTo>
                  <a:lnTo>
                    <a:pt x="583" y="672"/>
                  </a:lnTo>
                  <a:lnTo>
                    <a:pt x="549" y="673"/>
                  </a:lnTo>
                  <a:lnTo>
                    <a:pt x="511" y="676"/>
                  </a:lnTo>
                  <a:lnTo>
                    <a:pt x="466" y="678"/>
                  </a:lnTo>
                  <a:lnTo>
                    <a:pt x="419" y="682"/>
                  </a:lnTo>
                  <a:lnTo>
                    <a:pt x="368" y="684"/>
                  </a:lnTo>
                  <a:lnTo>
                    <a:pt x="318" y="688"/>
                  </a:lnTo>
                  <a:lnTo>
                    <a:pt x="266" y="690"/>
                  </a:lnTo>
                  <a:lnTo>
                    <a:pt x="216" y="693"/>
                  </a:lnTo>
                  <a:lnTo>
                    <a:pt x="169" y="696"/>
                  </a:lnTo>
                  <a:lnTo>
                    <a:pt x="127" y="697"/>
                  </a:lnTo>
                  <a:lnTo>
                    <a:pt x="88" y="698"/>
                  </a:lnTo>
                  <a:lnTo>
                    <a:pt x="57" y="699"/>
                  </a:lnTo>
                  <a:lnTo>
                    <a:pt x="34" y="699"/>
                  </a:lnTo>
                  <a:lnTo>
                    <a:pt x="0" y="0"/>
                  </a:lnTo>
                  <a:lnTo>
                    <a:pt x="641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9" name="Freeform 96"/>
            <p:cNvSpPr>
              <a:spLocks/>
            </p:cNvSpPr>
            <p:nvPr/>
          </p:nvSpPr>
          <p:spPr bwMode="auto">
            <a:xfrm>
              <a:off x="3295" y="2647"/>
              <a:ext cx="117" cy="218"/>
            </a:xfrm>
            <a:custGeom>
              <a:avLst/>
              <a:gdLst>
                <a:gd name="T0" fmla="*/ 69 w 233"/>
                <a:gd name="T1" fmla="*/ 90 h 434"/>
                <a:gd name="T2" fmla="*/ 61 w 233"/>
                <a:gd name="T3" fmla="*/ 114 h 434"/>
                <a:gd name="T4" fmla="*/ 46 w 233"/>
                <a:gd name="T5" fmla="*/ 134 h 434"/>
                <a:gd name="T6" fmla="*/ 37 w 233"/>
                <a:gd name="T7" fmla="*/ 138 h 434"/>
                <a:gd name="T8" fmla="*/ 26 w 233"/>
                <a:gd name="T9" fmla="*/ 138 h 434"/>
                <a:gd name="T10" fmla="*/ 18 w 233"/>
                <a:gd name="T11" fmla="*/ 140 h 434"/>
                <a:gd name="T12" fmla="*/ 26 w 233"/>
                <a:gd name="T13" fmla="*/ 146 h 434"/>
                <a:gd name="T14" fmla="*/ 36 w 233"/>
                <a:gd name="T15" fmla="*/ 150 h 434"/>
                <a:gd name="T16" fmla="*/ 49 w 233"/>
                <a:gd name="T17" fmla="*/ 149 h 434"/>
                <a:gd name="T18" fmla="*/ 64 w 233"/>
                <a:gd name="T19" fmla="*/ 148 h 434"/>
                <a:gd name="T20" fmla="*/ 73 w 233"/>
                <a:gd name="T21" fmla="*/ 151 h 434"/>
                <a:gd name="T22" fmla="*/ 70 w 233"/>
                <a:gd name="T23" fmla="*/ 172 h 434"/>
                <a:gd name="T24" fmla="*/ 56 w 233"/>
                <a:gd name="T25" fmla="*/ 190 h 434"/>
                <a:gd name="T26" fmla="*/ 50 w 233"/>
                <a:gd name="T27" fmla="*/ 201 h 434"/>
                <a:gd name="T28" fmla="*/ 65 w 233"/>
                <a:gd name="T29" fmla="*/ 201 h 434"/>
                <a:gd name="T30" fmla="*/ 79 w 233"/>
                <a:gd name="T31" fmla="*/ 195 h 434"/>
                <a:gd name="T32" fmla="*/ 90 w 233"/>
                <a:gd name="T33" fmla="*/ 187 h 434"/>
                <a:gd name="T34" fmla="*/ 100 w 233"/>
                <a:gd name="T35" fmla="*/ 175 h 434"/>
                <a:gd name="T36" fmla="*/ 112 w 233"/>
                <a:gd name="T37" fmla="*/ 165 h 434"/>
                <a:gd name="T38" fmla="*/ 117 w 233"/>
                <a:gd name="T39" fmla="*/ 180 h 434"/>
                <a:gd name="T40" fmla="*/ 104 w 233"/>
                <a:gd name="T41" fmla="*/ 199 h 434"/>
                <a:gd name="T42" fmla="*/ 81 w 233"/>
                <a:gd name="T43" fmla="*/ 212 h 434"/>
                <a:gd name="T44" fmla="*/ 55 w 233"/>
                <a:gd name="T45" fmla="*/ 218 h 434"/>
                <a:gd name="T46" fmla="*/ 43 w 233"/>
                <a:gd name="T47" fmla="*/ 213 h 434"/>
                <a:gd name="T48" fmla="*/ 30 w 233"/>
                <a:gd name="T49" fmla="*/ 206 h 434"/>
                <a:gd name="T50" fmla="*/ 24 w 233"/>
                <a:gd name="T51" fmla="*/ 197 h 434"/>
                <a:gd name="T52" fmla="*/ 31 w 233"/>
                <a:gd name="T53" fmla="*/ 194 h 434"/>
                <a:gd name="T54" fmla="*/ 39 w 233"/>
                <a:gd name="T55" fmla="*/ 193 h 434"/>
                <a:gd name="T56" fmla="*/ 52 w 233"/>
                <a:gd name="T57" fmla="*/ 180 h 434"/>
                <a:gd name="T58" fmla="*/ 52 w 233"/>
                <a:gd name="T59" fmla="*/ 168 h 434"/>
                <a:gd name="T60" fmla="*/ 34 w 233"/>
                <a:gd name="T61" fmla="*/ 165 h 434"/>
                <a:gd name="T62" fmla="*/ 17 w 233"/>
                <a:gd name="T63" fmla="*/ 156 h 434"/>
                <a:gd name="T64" fmla="*/ 1 w 233"/>
                <a:gd name="T65" fmla="*/ 131 h 434"/>
                <a:gd name="T66" fmla="*/ 7 w 233"/>
                <a:gd name="T67" fmla="*/ 110 h 434"/>
                <a:gd name="T68" fmla="*/ 11 w 233"/>
                <a:gd name="T69" fmla="*/ 120 h 434"/>
                <a:gd name="T70" fmla="*/ 17 w 233"/>
                <a:gd name="T71" fmla="*/ 129 h 434"/>
                <a:gd name="T72" fmla="*/ 27 w 233"/>
                <a:gd name="T73" fmla="*/ 129 h 434"/>
                <a:gd name="T74" fmla="*/ 34 w 233"/>
                <a:gd name="T75" fmla="*/ 129 h 434"/>
                <a:gd name="T76" fmla="*/ 41 w 233"/>
                <a:gd name="T77" fmla="*/ 125 h 434"/>
                <a:gd name="T78" fmla="*/ 44 w 233"/>
                <a:gd name="T79" fmla="*/ 75 h 434"/>
                <a:gd name="T80" fmla="*/ 33 w 233"/>
                <a:gd name="T81" fmla="*/ 26 h 434"/>
                <a:gd name="T82" fmla="*/ 59 w 233"/>
                <a:gd name="T83" fmla="*/ 8 h 434"/>
                <a:gd name="T84" fmla="*/ 67 w 233"/>
                <a:gd name="T85" fmla="*/ 74 h 43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3"/>
                <a:gd name="T130" fmla="*/ 0 h 434"/>
                <a:gd name="T131" fmla="*/ 233 w 233"/>
                <a:gd name="T132" fmla="*/ 434 h 43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3" h="434">
                  <a:moveTo>
                    <a:pt x="133" y="147"/>
                  </a:moveTo>
                  <a:lnTo>
                    <a:pt x="137" y="164"/>
                  </a:lnTo>
                  <a:lnTo>
                    <a:pt x="137" y="180"/>
                  </a:lnTo>
                  <a:lnTo>
                    <a:pt x="135" y="196"/>
                  </a:lnTo>
                  <a:lnTo>
                    <a:pt x="130" y="211"/>
                  </a:lnTo>
                  <a:lnTo>
                    <a:pt x="122" y="226"/>
                  </a:lnTo>
                  <a:lnTo>
                    <a:pt x="114" y="240"/>
                  </a:lnTo>
                  <a:lnTo>
                    <a:pt x="104" y="253"/>
                  </a:lnTo>
                  <a:lnTo>
                    <a:pt x="92" y="266"/>
                  </a:lnTo>
                  <a:lnTo>
                    <a:pt x="86" y="270"/>
                  </a:lnTo>
                  <a:lnTo>
                    <a:pt x="79" y="272"/>
                  </a:lnTo>
                  <a:lnTo>
                    <a:pt x="74" y="274"/>
                  </a:lnTo>
                  <a:lnTo>
                    <a:pt x="67" y="275"/>
                  </a:lnTo>
                  <a:lnTo>
                    <a:pt x="60" y="275"/>
                  </a:lnTo>
                  <a:lnTo>
                    <a:pt x="52" y="275"/>
                  </a:lnTo>
                  <a:lnTo>
                    <a:pt x="41" y="275"/>
                  </a:lnTo>
                  <a:lnTo>
                    <a:pt x="31" y="273"/>
                  </a:lnTo>
                  <a:lnTo>
                    <a:pt x="36" y="279"/>
                  </a:lnTo>
                  <a:lnTo>
                    <a:pt x="40" y="283"/>
                  </a:lnTo>
                  <a:lnTo>
                    <a:pt x="46" y="288"/>
                  </a:lnTo>
                  <a:lnTo>
                    <a:pt x="52" y="291"/>
                  </a:lnTo>
                  <a:lnTo>
                    <a:pt x="59" y="295"/>
                  </a:lnTo>
                  <a:lnTo>
                    <a:pt x="66" y="297"/>
                  </a:lnTo>
                  <a:lnTo>
                    <a:pt x="72" y="298"/>
                  </a:lnTo>
                  <a:lnTo>
                    <a:pt x="79" y="300"/>
                  </a:lnTo>
                  <a:lnTo>
                    <a:pt x="87" y="298"/>
                  </a:lnTo>
                  <a:lnTo>
                    <a:pt x="97" y="296"/>
                  </a:lnTo>
                  <a:lnTo>
                    <a:pt x="107" y="295"/>
                  </a:lnTo>
                  <a:lnTo>
                    <a:pt x="117" y="295"/>
                  </a:lnTo>
                  <a:lnTo>
                    <a:pt x="128" y="295"/>
                  </a:lnTo>
                  <a:lnTo>
                    <a:pt x="136" y="295"/>
                  </a:lnTo>
                  <a:lnTo>
                    <a:pt x="143" y="297"/>
                  </a:lnTo>
                  <a:lnTo>
                    <a:pt x="146" y="300"/>
                  </a:lnTo>
                  <a:lnTo>
                    <a:pt x="146" y="316"/>
                  </a:lnTo>
                  <a:lnTo>
                    <a:pt x="144" y="329"/>
                  </a:lnTo>
                  <a:lnTo>
                    <a:pt x="139" y="343"/>
                  </a:lnTo>
                  <a:lnTo>
                    <a:pt x="131" y="356"/>
                  </a:lnTo>
                  <a:lnTo>
                    <a:pt x="122" y="369"/>
                  </a:lnTo>
                  <a:lnTo>
                    <a:pt x="112" y="379"/>
                  </a:lnTo>
                  <a:lnTo>
                    <a:pt x="101" y="388"/>
                  </a:lnTo>
                  <a:lnTo>
                    <a:pt x="90" y="396"/>
                  </a:lnTo>
                  <a:lnTo>
                    <a:pt x="99" y="400"/>
                  </a:lnTo>
                  <a:lnTo>
                    <a:pt x="109" y="401"/>
                  </a:lnTo>
                  <a:lnTo>
                    <a:pt x="120" y="401"/>
                  </a:lnTo>
                  <a:lnTo>
                    <a:pt x="129" y="400"/>
                  </a:lnTo>
                  <a:lnTo>
                    <a:pt x="139" y="397"/>
                  </a:lnTo>
                  <a:lnTo>
                    <a:pt x="148" y="394"/>
                  </a:lnTo>
                  <a:lnTo>
                    <a:pt x="158" y="389"/>
                  </a:lnTo>
                  <a:lnTo>
                    <a:pt x="166" y="385"/>
                  </a:lnTo>
                  <a:lnTo>
                    <a:pt x="174" y="379"/>
                  </a:lnTo>
                  <a:lnTo>
                    <a:pt x="180" y="372"/>
                  </a:lnTo>
                  <a:lnTo>
                    <a:pt x="186" y="364"/>
                  </a:lnTo>
                  <a:lnTo>
                    <a:pt x="192" y="356"/>
                  </a:lnTo>
                  <a:lnTo>
                    <a:pt x="199" y="348"/>
                  </a:lnTo>
                  <a:lnTo>
                    <a:pt x="206" y="340"/>
                  </a:lnTo>
                  <a:lnTo>
                    <a:pt x="214" y="334"/>
                  </a:lnTo>
                  <a:lnTo>
                    <a:pt x="224" y="329"/>
                  </a:lnTo>
                  <a:lnTo>
                    <a:pt x="229" y="339"/>
                  </a:lnTo>
                  <a:lnTo>
                    <a:pt x="233" y="349"/>
                  </a:lnTo>
                  <a:lnTo>
                    <a:pt x="233" y="358"/>
                  </a:lnTo>
                  <a:lnTo>
                    <a:pt x="230" y="369"/>
                  </a:lnTo>
                  <a:lnTo>
                    <a:pt x="220" y="385"/>
                  </a:lnTo>
                  <a:lnTo>
                    <a:pt x="207" y="397"/>
                  </a:lnTo>
                  <a:lnTo>
                    <a:pt x="193" y="408"/>
                  </a:lnTo>
                  <a:lnTo>
                    <a:pt x="178" y="416"/>
                  </a:lnTo>
                  <a:lnTo>
                    <a:pt x="161" y="423"/>
                  </a:lnTo>
                  <a:lnTo>
                    <a:pt x="144" y="427"/>
                  </a:lnTo>
                  <a:lnTo>
                    <a:pt x="127" y="431"/>
                  </a:lnTo>
                  <a:lnTo>
                    <a:pt x="109" y="434"/>
                  </a:lnTo>
                  <a:lnTo>
                    <a:pt x="101" y="431"/>
                  </a:lnTo>
                  <a:lnTo>
                    <a:pt x="93" y="427"/>
                  </a:lnTo>
                  <a:lnTo>
                    <a:pt x="85" y="424"/>
                  </a:lnTo>
                  <a:lnTo>
                    <a:pt x="76" y="420"/>
                  </a:lnTo>
                  <a:lnTo>
                    <a:pt x="68" y="417"/>
                  </a:lnTo>
                  <a:lnTo>
                    <a:pt x="60" y="411"/>
                  </a:lnTo>
                  <a:lnTo>
                    <a:pt x="53" y="406"/>
                  </a:lnTo>
                  <a:lnTo>
                    <a:pt x="46" y="397"/>
                  </a:lnTo>
                  <a:lnTo>
                    <a:pt x="48" y="393"/>
                  </a:lnTo>
                  <a:lnTo>
                    <a:pt x="52" y="391"/>
                  </a:lnTo>
                  <a:lnTo>
                    <a:pt x="56" y="388"/>
                  </a:lnTo>
                  <a:lnTo>
                    <a:pt x="61" y="387"/>
                  </a:lnTo>
                  <a:lnTo>
                    <a:pt x="67" y="386"/>
                  </a:lnTo>
                  <a:lnTo>
                    <a:pt x="72" y="385"/>
                  </a:lnTo>
                  <a:lnTo>
                    <a:pt x="77" y="384"/>
                  </a:lnTo>
                  <a:lnTo>
                    <a:pt x="82" y="381"/>
                  </a:lnTo>
                  <a:lnTo>
                    <a:pt x="93" y="370"/>
                  </a:lnTo>
                  <a:lnTo>
                    <a:pt x="104" y="358"/>
                  </a:lnTo>
                  <a:lnTo>
                    <a:pt x="112" y="346"/>
                  </a:lnTo>
                  <a:lnTo>
                    <a:pt x="115" y="332"/>
                  </a:lnTo>
                  <a:lnTo>
                    <a:pt x="104" y="335"/>
                  </a:lnTo>
                  <a:lnTo>
                    <a:pt x="91" y="335"/>
                  </a:lnTo>
                  <a:lnTo>
                    <a:pt x="79" y="334"/>
                  </a:lnTo>
                  <a:lnTo>
                    <a:pt x="68" y="329"/>
                  </a:lnTo>
                  <a:lnTo>
                    <a:pt x="56" y="325"/>
                  </a:lnTo>
                  <a:lnTo>
                    <a:pt x="45" y="318"/>
                  </a:lnTo>
                  <a:lnTo>
                    <a:pt x="34" y="310"/>
                  </a:lnTo>
                  <a:lnTo>
                    <a:pt x="24" y="301"/>
                  </a:lnTo>
                  <a:lnTo>
                    <a:pt x="10" y="282"/>
                  </a:lnTo>
                  <a:lnTo>
                    <a:pt x="2" y="260"/>
                  </a:lnTo>
                  <a:lnTo>
                    <a:pt x="0" y="237"/>
                  </a:lnTo>
                  <a:lnTo>
                    <a:pt x="6" y="215"/>
                  </a:lnTo>
                  <a:lnTo>
                    <a:pt x="13" y="218"/>
                  </a:lnTo>
                  <a:lnTo>
                    <a:pt x="16" y="223"/>
                  </a:lnTo>
                  <a:lnTo>
                    <a:pt x="18" y="230"/>
                  </a:lnTo>
                  <a:lnTo>
                    <a:pt x="21" y="238"/>
                  </a:lnTo>
                  <a:lnTo>
                    <a:pt x="23" y="245"/>
                  </a:lnTo>
                  <a:lnTo>
                    <a:pt x="28" y="252"/>
                  </a:lnTo>
                  <a:lnTo>
                    <a:pt x="33" y="256"/>
                  </a:lnTo>
                  <a:lnTo>
                    <a:pt x="44" y="257"/>
                  </a:lnTo>
                  <a:lnTo>
                    <a:pt x="48" y="257"/>
                  </a:lnTo>
                  <a:lnTo>
                    <a:pt x="53" y="257"/>
                  </a:lnTo>
                  <a:lnTo>
                    <a:pt x="57" y="257"/>
                  </a:lnTo>
                  <a:lnTo>
                    <a:pt x="63" y="257"/>
                  </a:lnTo>
                  <a:lnTo>
                    <a:pt x="68" y="256"/>
                  </a:lnTo>
                  <a:lnTo>
                    <a:pt x="74" y="253"/>
                  </a:lnTo>
                  <a:lnTo>
                    <a:pt x="78" y="251"/>
                  </a:lnTo>
                  <a:lnTo>
                    <a:pt x="82" y="248"/>
                  </a:lnTo>
                  <a:lnTo>
                    <a:pt x="97" y="215"/>
                  </a:lnTo>
                  <a:lnTo>
                    <a:pt x="97" y="182"/>
                  </a:lnTo>
                  <a:lnTo>
                    <a:pt x="87" y="149"/>
                  </a:lnTo>
                  <a:lnTo>
                    <a:pt x="75" y="114"/>
                  </a:lnTo>
                  <a:lnTo>
                    <a:pt x="66" y="82"/>
                  </a:lnTo>
                  <a:lnTo>
                    <a:pt x="66" y="51"/>
                  </a:lnTo>
                  <a:lnTo>
                    <a:pt x="79" y="23"/>
                  </a:lnTo>
                  <a:lnTo>
                    <a:pt x="115" y="0"/>
                  </a:lnTo>
                  <a:lnTo>
                    <a:pt x="117" y="16"/>
                  </a:lnTo>
                  <a:lnTo>
                    <a:pt x="122" y="56"/>
                  </a:lnTo>
                  <a:lnTo>
                    <a:pt x="128" y="105"/>
                  </a:lnTo>
                  <a:lnTo>
                    <a:pt x="133" y="1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0" name="Freeform 97"/>
            <p:cNvSpPr>
              <a:spLocks/>
            </p:cNvSpPr>
            <p:nvPr/>
          </p:nvSpPr>
          <p:spPr bwMode="auto">
            <a:xfrm>
              <a:off x="2603" y="2661"/>
              <a:ext cx="289" cy="328"/>
            </a:xfrm>
            <a:custGeom>
              <a:avLst/>
              <a:gdLst>
                <a:gd name="T0" fmla="*/ 284 w 578"/>
                <a:gd name="T1" fmla="*/ 312 h 654"/>
                <a:gd name="T2" fmla="*/ 273 w 578"/>
                <a:gd name="T3" fmla="*/ 313 h 654"/>
                <a:gd name="T4" fmla="*/ 259 w 578"/>
                <a:gd name="T5" fmla="*/ 313 h 654"/>
                <a:gd name="T6" fmla="*/ 240 w 578"/>
                <a:gd name="T7" fmla="*/ 315 h 654"/>
                <a:gd name="T8" fmla="*/ 220 w 578"/>
                <a:gd name="T9" fmla="*/ 316 h 654"/>
                <a:gd name="T10" fmla="*/ 199 w 578"/>
                <a:gd name="T11" fmla="*/ 317 h 654"/>
                <a:gd name="T12" fmla="*/ 176 w 578"/>
                <a:gd name="T13" fmla="*/ 319 h 654"/>
                <a:gd name="T14" fmla="*/ 152 w 578"/>
                <a:gd name="T15" fmla="*/ 320 h 654"/>
                <a:gd name="T16" fmla="*/ 129 w 578"/>
                <a:gd name="T17" fmla="*/ 321 h 654"/>
                <a:gd name="T18" fmla="*/ 106 w 578"/>
                <a:gd name="T19" fmla="*/ 323 h 654"/>
                <a:gd name="T20" fmla="*/ 84 w 578"/>
                <a:gd name="T21" fmla="*/ 324 h 654"/>
                <a:gd name="T22" fmla="*/ 65 w 578"/>
                <a:gd name="T23" fmla="*/ 325 h 654"/>
                <a:gd name="T24" fmla="*/ 47 w 578"/>
                <a:gd name="T25" fmla="*/ 326 h 654"/>
                <a:gd name="T26" fmla="*/ 32 w 578"/>
                <a:gd name="T27" fmla="*/ 327 h 654"/>
                <a:gd name="T28" fmla="*/ 21 w 578"/>
                <a:gd name="T29" fmla="*/ 327 h 654"/>
                <a:gd name="T30" fmla="*/ 13 w 578"/>
                <a:gd name="T31" fmla="*/ 328 h 654"/>
                <a:gd name="T32" fmla="*/ 11 w 578"/>
                <a:gd name="T33" fmla="*/ 328 h 654"/>
                <a:gd name="T34" fmla="*/ 0 w 578"/>
                <a:gd name="T35" fmla="*/ 0 h 654"/>
                <a:gd name="T36" fmla="*/ 289 w 578"/>
                <a:gd name="T37" fmla="*/ 4 h 654"/>
                <a:gd name="T38" fmla="*/ 284 w 578"/>
                <a:gd name="T39" fmla="*/ 312 h 6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78"/>
                <a:gd name="T61" fmla="*/ 0 h 654"/>
                <a:gd name="T62" fmla="*/ 578 w 578"/>
                <a:gd name="T63" fmla="*/ 654 h 65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78" h="654">
                  <a:moveTo>
                    <a:pt x="568" y="622"/>
                  </a:moveTo>
                  <a:lnTo>
                    <a:pt x="545" y="624"/>
                  </a:lnTo>
                  <a:lnTo>
                    <a:pt x="517" y="625"/>
                  </a:lnTo>
                  <a:lnTo>
                    <a:pt x="481" y="629"/>
                  </a:lnTo>
                  <a:lnTo>
                    <a:pt x="441" y="631"/>
                  </a:lnTo>
                  <a:lnTo>
                    <a:pt x="398" y="633"/>
                  </a:lnTo>
                  <a:lnTo>
                    <a:pt x="352" y="636"/>
                  </a:lnTo>
                  <a:lnTo>
                    <a:pt x="305" y="639"/>
                  </a:lnTo>
                  <a:lnTo>
                    <a:pt x="258" y="641"/>
                  </a:lnTo>
                  <a:lnTo>
                    <a:pt x="213" y="644"/>
                  </a:lnTo>
                  <a:lnTo>
                    <a:pt x="169" y="646"/>
                  </a:lnTo>
                  <a:lnTo>
                    <a:pt x="129" y="648"/>
                  </a:lnTo>
                  <a:lnTo>
                    <a:pt x="94" y="651"/>
                  </a:lnTo>
                  <a:lnTo>
                    <a:pt x="64" y="652"/>
                  </a:lnTo>
                  <a:lnTo>
                    <a:pt x="42" y="653"/>
                  </a:lnTo>
                  <a:lnTo>
                    <a:pt x="27" y="654"/>
                  </a:lnTo>
                  <a:lnTo>
                    <a:pt x="23" y="654"/>
                  </a:lnTo>
                  <a:lnTo>
                    <a:pt x="0" y="0"/>
                  </a:lnTo>
                  <a:lnTo>
                    <a:pt x="578" y="8"/>
                  </a:lnTo>
                  <a:lnTo>
                    <a:pt x="568" y="622"/>
                  </a:lnTo>
                  <a:close/>
                </a:path>
              </a:pathLst>
            </a:custGeom>
            <a:solidFill>
              <a:srgbClr val="26AD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1" name="Freeform 98"/>
            <p:cNvSpPr>
              <a:spLocks/>
            </p:cNvSpPr>
            <p:nvPr/>
          </p:nvSpPr>
          <p:spPr bwMode="auto">
            <a:xfrm>
              <a:off x="2561" y="3027"/>
              <a:ext cx="378" cy="112"/>
            </a:xfrm>
            <a:custGeom>
              <a:avLst/>
              <a:gdLst>
                <a:gd name="T0" fmla="*/ 377 w 756"/>
                <a:gd name="T1" fmla="*/ 3 h 226"/>
                <a:gd name="T2" fmla="*/ 371 w 756"/>
                <a:gd name="T3" fmla="*/ 7 h 226"/>
                <a:gd name="T4" fmla="*/ 358 w 756"/>
                <a:gd name="T5" fmla="*/ 13 h 226"/>
                <a:gd name="T6" fmla="*/ 341 w 756"/>
                <a:gd name="T7" fmla="*/ 21 h 226"/>
                <a:gd name="T8" fmla="*/ 322 w 756"/>
                <a:gd name="T9" fmla="*/ 29 h 226"/>
                <a:gd name="T10" fmla="*/ 301 w 756"/>
                <a:gd name="T11" fmla="*/ 37 h 226"/>
                <a:gd name="T12" fmla="*/ 280 w 756"/>
                <a:gd name="T13" fmla="*/ 43 h 226"/>
                <a:gd name="T14" fmla="*/ 260 w 756"/>
                <a:gd name="T15" fmla="*/ 46 h 226"/>
                <a:gd name="T16" fmla="*/ 243 w 756"/>
                <a:gd name="T17" fmla="*/ 63 h 226"/>
                <a:gd name="T18" fmla="*/ 237 w 756"/>
                <a:gd name="T19" fmla="*/ 104 h 226"/>
                <a:gd name="T20" fmla="*/ 229 w 756"/>
                <a:gd name="T21" fmla="*/ 102 h 226"/>
                <a:gd name="T22" fmla="*/ 226 w 756"/>
                <a:gd name="T23" fmla="*/ 75 h 226"/>
                <a:gd name="T24" fmla="*/ 230 w 756"/>
                <a:gd name="T25" fmla="*/ 57 h 226"/>
                <a:gd name="T26" fmla="*/ 233 w 756"/>
                <a:gd name="T27" fmla="*/ 50 h 226"/>
                <a:gd name="T28" fmla="*/ 238 w 756"/>
                <a:gd name="T29" fmla="*/ 45 h 226"/>
                <a:gd name="T30" fmla="*/ 244 w 756"/>
                <a:gd name="T31" fmla="*/ 40 h 226"/>
                <a:gd name="T32" fmla="*/ 252 w 756"/>
                <a:gd name="T33" fmla="*/ 38 h 226"/>
                <a:gd name="T34" fmla="*/ 271 w 756"/>
                <a:gd name="T35" fmla="*/ 34 h 226"/>
                <a:gd name="T36" fmla="*/ 295 w 756"/>
                <a:gd name="T37" fmla="*/ 27 h 226"/>
                <a:gd name="T38" fmla="*/ 318 w 756"/>
                <a:gd name="T39" fmla="*/ 19 h 226"/>
                <a:gd name="T40" fmla="*/ 318 w 756"/>
                <a:gd name="T41" fmla="*/ 16 h 226"/>
                <a:gd name="T42" fmla="*/ 287 w 756"/>
                <a:gd name="T43" fmla="*/ 17 h 226"/>
                <a:gd name="T44" fmla="*/ 241 w 756"/>
                <a:gd name="T45" fmla="*/ 20 h 226"/>
                <a:gd name="T46" fmla="*/ 188 w 756"/>
                <a:gd name="T47" fmla="*/ 23 h 226"/>
                <a:gd name="T48" fmla="*/ 132 w 756"/>
                <a:gd name="T49" fmla="*/ 28 h 226"/>
                <a:gd name="T50" fmla="*/ 80 w 756"/>
                <a:gd name="T51" fmla="*/ 32 h 226"/>
                <a:gd name="T52" fmla="*/ 36 w 756"/>
                <a:gd name="T53" fmla="*/ 35 h 226"/>
                <a:gd name="T54" fmla="*/ 7 w 756"/>
                <a:gd name="T55" fmla="*/ 37 h 226"/>
                <a:gd name="T56" fmla="*/ 1 w 756"/>
                <a:gd name="T57" fmla="*/ 34 h 226"/>
                <a:gd name="T58" fmla="*/ 3 w 756"/>
                <a:gd name="T59" fmla="*/ 29 h 226"/>
                <a:gd name="T60" fmla="*/ 6 w 756"/>
                <a:gd name="T61" fmla="*/ 25 h 226"/>
                <a:gd name="T62" fmla="*/ 18 w 756"/>
                <a:gd name="T63" fmla="*/ 25 h 226"/>
                <a:gd name="T64" fmla="*/ 36 w 756"/>
                <a:gd name="T65" fmla="*/ 23 h 226"/>
                <a:gd name="T66" fmla="*/ 57 w 756"/>
                <a:gd name="T67" fmla="*/ 21 h 226"/>
                <a:gd name="T68" fmla="*/ 84 w 756"/>
                <a:gd name="T69" fmla="*/ 18 h 226"/>
                <a:gd name="T70" fmla="*/ 112 w 756"/>
                <a:gd name="T71" fmla="*/ 15 h 226"/>
                <a:gd name="T72" fmla="*/ 144 w 756"/>
                <a:gd name="T73" fmla="*/ 13 h 226"/>
                <a:gd name="T74" fmla="*/ 177 w 756"/>
                <a:gd name="T75" fmla="*/ 10 h 226"/>
                <a:gd name="T76" fmla="*/ 210 w 756"/>
                <a:gd name="T77" fmla="*/ 7 h 226"/>
                <a:gd name="T78" fmla="*/ 242 w 756"/>
                <a:gd name="T79" fmla="*/ 5 h 226"/>
                <a:gd name="T80" fmla="*/ 274 w 756"/>
                <a:gd name="T81" fmla="*/ 3 h 226"/>
                <a:gd name="T82" fmla="*/ 303 w 756"/>
                <a:gd name="T83" fmla="*/ 2 h 226"/>
                <a:gd name="T84" fmla="*/ 328 w 756"/>
                <a:gd name="T85" fmla="*/ 0 h 226"/>
                <a:gd name="T86" fmla="*/ 349 w 756"/>
                <a:gd name="T87" fmla="*/ 0 h 226"/>
                <a:gd name="T88" fmla="*/ 366 w 756"/>
                <a:gd name="T89" fmla="*/ 0 h 226"/>
                <a:gd name="T90" fmla="*/ 376 w 756"/>
                <a:gd name="T91" fmla="*/ 2 h 22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56"/>
                <a:gd name="T139" fmla="*/ 0 h 226"/>
                <a:gd name="T140" fmla="*/ 756 w 756"/>
                <a:gd name="T141" fmla="*/ 226 h 22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56" h="226">
                  <a:moveTo>
                    <a:pt x="756" y="6"/>
                  </a:moveTo>
                  <a:lnTo>
                    <a:pt x="754" y="7"/>
                  </a:lnTo>
                  <a:lnTo>
                    <a:pt x="749" y="9"/>
                  </a:lnTo>
                  <a:lnTo>
                    <a:pt x="741" y="14"/>
                  </a:lnTo>
                  <a:lnTo>
                    <a:pt x="729" y="20"/>
                  </a:lnTo>
                  <a:lnTo>
                    <a:pt x="716" y="27"/>
                  </a:lnTo>
                  <a:lnTo>
                    <a:pt x="700" y="35"/>
                  </a:lnTo>
                  <a:lnTo>
                    <a:pt x="682" y="43"/>
                  </a:lnTo>
                  <a:lnTo>
                    <a:pt x="664" y="51"/>
                  </a:lnTo>
                  <a:lnTo>
                    <a:pt x="643" y="59"/>
                  </a:lnTo>
                  <a:lnTo>
                    <a:pt x="622" y="67"/>
                  </a:lnTo>
                  <a:lnTo>
                    <a:pt x="602" y="74"/>
                  </a:lnTo>
                  <a:lnTo>
                    <a:pt x="580" y="81"/>
                  </a:lnTo>
                  <a:lnTo>
                    <a:pt x="559" y="86"/>
                  </a:lnTo>
                  <a:lnTo>
                    <a:pt x="538" y="90"/>
                  </a:lnTo>
                  <a:lnTo>
                    <a:pt x="519" y="92"/>
                  </a:lnTo>
                  <a:lnTo>
                    <a:pt x="500" y="92"/>
                  </a:lnTo>
                  <a:lnTo>
                    <a:pt x="486" y="128"/>
                  </a:lnTo>
                  <a:lnTo>
                    <a:pt x="478" y="173"/>
                  </a:lnTo>
                  <a:lnTo>
                    <a:pt x="475" y="210"/>
                  </a:lnTo>
                  <a:lnTo>
                    <a:pt x="475" y="226"/>
                  </a:lnTo>
                  <a:lnTo>
                    <a:pt x="458" y="206"/>
                  </a:lnTo>
                  <a:lnTo>
                    <a:pt x="452" y="180"/>
                  </a:lnTo>
                  <a:lnTo>
                    <a:pt x="453" y="151"/>
                  </a:lnTo>
                  <a:lnTo>
                    <a:pt x="458" y="123"/>
                  </a:lnTo>
                  <a:lnTo>
                    <a:pt x="460" y="116"/>
                  </a:lnTo>
                  <a:lnTo>
                    <a:pt x="463" y="108"/>
                  </a:lnTo>
                  <a:lnTo>
                    <a:pt x="467" y="101"/>
                  </a:lnTo>
                  <a:lnTo>
                    <a:pt x="470" y="96"/>
                  </a:lnTo>
                  <a:lnTo>
                    <a:pt x="476" y="90"/>
                  </a:lnTo>
                  <a:lnTo>
                    <a:pt x="482" y="84"/>
                  </a:lnTo>
                  <a:lnTo>
                    <a:pt x="488" y="81"/>
                  </a:lnTo>
                  <a:lnTo>
                    <a:pt x="496" y="77"/>
                  </a:lnTo>
                  <a:lnTo>
                    <a:pt x="505" y="77"/>
                  </a:lnTo>
                  <a:lnTo>
                    <a:pt x="520" y="75"/>
                  </a:lnTo>
                  <a:lnTo>
                    <a:pt x="541" y="69"/>
                  </a:lnTo>
                  <a:lnTo>
                    <a:pt x="565" y="62"/>
                  </a:lnTo>
                  <a:lnTo>
                    <a:pt x="590" y="54"/>
                  </a:lnTo>
                  <a:lnTo>
                    <a:pt x="614" y="46"/>
                  </a:lnTo>
                  <a:lnTo>
                    <a:pt x="636" y="38"/>
                  </a:lnTo>
                  <a:lnTo>
                    <a:pt x="653" y="33"/>
                  </a:lnTo>
                  <a:lnTo>
                    <a:pt x="636" y="32"/>
                  </a:lnTo>
                  <a:lnTo>
                    <a:pt x="609" y="33"/>
                  </a:lnTo>
                  <a:lnTo>
                    <a:pt x="574" y="35"/>
                  </a:lnTo>
                  <a:lnTo>
                    <a:pt x="531" y="37"/>
                  </a:lnTo>
                  <a:lnTo>
                    <a:pt x="483" y="40"/>
                  </a:lnTo>
                  <a:lnTo>
                    <a:pt x="431" y="44"/>
                  </a:lnTo>
                  <a:lnTo>
                    <a:pt x="376" y="47"/>
                  </a:lnTo>
                  <a:lnTo>
                    <a:pt x="321" y="52"/>
                  </a:lnTo>
                  <a:lnTo>
                    <a:pt x="264" y="57"/>
                  </a:lnTo>
                  <a:lnTo>
                    <a:pt x="210" y="60"/>
                  </a:lnTo>
                  <a:lnTo>
                    <a:pt x="159" y="65"/>
                  </a:lnTo>
                  <a:lnTo>
                    <a:pt x="113" y="68"/>
                  </a:lnTo>
                  <a:lnTo>
                    <a:pt x="72" y="71"/>
                  </a:lnTo>
                  <a:lnTo>
                    <a:pt x="40" y="73"/>
                  </a:lnTo>
                  <a:lnTo>
                    <a:pt x="14" y="75"/>
                  </a:lnTo>
                  <a:lnTo>
                    <a:pt x="0" y="75"/>
                  </a:lnTo>
                  <a:lnTo>
                    <a:pt x="2" y="69"/>
                  </a:lnTo>
                  <a:lnTo>
                    <a:pt x="4" y="63"/>
                  </a:lnTo>
                  <a:lnTo>
                    <a:pt x="6" y="59"/>
                  </a:lnTo>
                  <a:lnTo>
                    <a:pt x="7" y="52"/>
                  </a:lnTo>
                  <a:lnTo>
                    <a:pt x="13" y="51"/>
                  </a:lnTo>
                  <a:lnTo>
                    <a:pt x="23" y="51"/>
                  </a:lnTo>
                  <a:lnTo>
                    <a:pt x="36" y="50"/>
                  </a:lnTo>
                  <a:lnTo>
                    <a:pt x="52" y="47"/>
                  </a:lnTo>
                  <a:lnTo>
                    <a:pt x="71" y="46"/>
                  </a:lnTo>
                  <a:lnTo>
                    <a:pt x="91" y="44"/>
                  </a:lnTo>
                  <a:lnTo>
                    <a:pt x="114" y="42"/>
                  </a:lnTo>
                  <a:lnTo>
                    <a:pt x="140" y="39"/>
                  </a:lnTo>
                  <a:lnTo>
                    <a:pt x="167" y="37"/>
                  </a:lnTo>
                  <a:lnTo>
                    <a:pt x="195" y="35"/>
                  </a:lnTo>
                  <a:lnTo>
                    <a:pt x="225" y="31"/>
                  </a:lnTo>
                  <a:lnTo>
                    <a:pt x="256" y="29"/>
                  </a:lnTo>
                  <a:lnTo>
                    <a:pt x="288" y="27"/>
                  </a:lnTo>
                  <a:lnTo>
                    <a:pt x="321" y="23"/>
                  </a:lnTo>
                  <a:lnTo>
                    <a:pt x="354" y="21"/>
                  </a:lnTo>
                  <a:lnTo>
                    <a:pt x="387" y="18"/>
                  </a:lnTo>
                  <a:lnTo>
                    <a:pt x="420" y="15"/>
                  </a:lnTo>
                  <a:lnTo>
                    <a:pt x="453" y="13"/>
                  </a:lnTo>
                  <a:lnTo>
                    <a:pt x="485" y="10"/>
                  </a:lnTo>
                  <a:lnTo>
                    <a:pt x="516" y="8"/>
                  </a:lnTo>
                  <a:lnTo>
                    <a:pt x="548" y="7"/>
                  </a:lnTo>
                  <a:lnTo>
                    <a:pt x="576" y="5"/>
                  </a:lnTo>
                  <a:lnTo>
                    <a:pt x="605" y="4"/>
                  </a:lnTo>
                  <a:lnTo>
                    <a:pt x="632" y="2"/>
                  </a:lnTo>
                  <a:lnTo>
                    <a:pt x="656" y="1"/>
                  </a:lnTo>
                  <a:lnTo>
                    <a:pt x="678" y="1"/>
                  </a:lnTo>
                  <a:lnTo>
                    <a:pt x="698" y="0"/>
                  </a:lnTo>
                  <a:lnTo>
                    <a:pt x="716" y="1"/>
                  </a:lnTo>
                  <a:lnTo>
                    <a:pt x="731" y="1"/>
                  </a:lnTo>
                  <a:lnTo>
                    <a:pt x="742" y="2"/>
                  </a:lnTo>
                  <a:lnTo>
                    <a:pt x="751" y="4"/>
                  </a:lnTo>
                  <a:lnTo>
                    <a:pt x="756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2" name="Freeform 99"/>
            <p:cNvSpPr>
              <a:spLocks/>
            </p:cNvSpPr>
            <p:nvPr/>
          </p:nvSpPr>
          <p:spPr bwMode="auto">
            <a:xfrm>
              <a:off x="2437" y="3085"/>
              <a:ext cx="496" cy="113"/>
            </a:xfrm>
            <a:custGeom>
              <a:avLst/>
              <a:gdLst>
                <a:gd name="T0" fmla="*/ 145 w 991"/>
                <a:gd name="T1" fmla="*/ 111 h 225"/>
                <a:gd name="T2" fmla="*/ 118 w 991"/>
                <a:gd name="T3" fmla="*/ 105 h 225"/>
                <a:gd name="T4" fmla="*/ 78 w 991"/>
                <a:gd name="T5" fmla="*/ 95 h 225"/>
                <a:gd name="T6" fmla="*/ 38 w 991"/>
                <a:gd name="T7" fmla="*/ 85 h 225"/>
                <a:gd name="T8" fmla="*/ 9 w 991"/>
                <a:gd name="T9" fmla="*/ 76 h 225"/>
                <a:gd name="T10" fmla="*/ 1 w 991"/>
                <a:gd name="T11" fmla="*/ 70 h 225"/>
                <a:gd name="T12" fmla="*/ 7 w 991"/>
                <a:gd name="T13" fmla="*/ 64 h 225"/>
                <a:gd name="T14" fmla="*/ 168 w 991"/>
                <a:gd name="T15" fmla="*/ 35 h 225"/>
                <a:gd name="T16" fmla="*/ 164 w 991"/>
                <a:gd name="T17" fmla="*/ 12 h 225"/>
                <a:gd name="T18" fmla="*/ 153 w 991"/>
                <a:gd name="T19" fmla="*/ 13 h 225"/>
                <a:gd name="T20" fmla="*/ 129 w 991"/>
                <a:gd name="T21" fmla="*/ 16 h 225"/>
                <a:gd name="T22" fmla="*/ 98 w 991"/>
                <a:gd name="T23" fmla="*/ 18 h 225"/>
                <a:gd name="T24" fmla="*/ 70 w 991"/>
                <a:gd name="T25" fmla="*/ 21 h 225"/>
                <a:gd name="T26" fmla="*/ 52 w 991"/>
                <a:gd name="T27" fmla="*/ 23 h 225"/>
                <a:gd name="T28" fmla="*/ 49 w 991"/>
                <a:gd name="T29" fmla="*/ 20 h 225"/>
                <a:gd name="T30" fmla="*/ 57 w 991"/>
                <a:gd name="T31" fmla="*/ 16 h 225"/>
                <a:gd name="T32" fmla="*/ 80 w 991"/>
                <a:gd name="T33" fmla="*/ 12 h 225"/>
                <a:gd name="T34" fmla="*/ 103 w 991"/>
                <a:gd name="T35" fmla="*/ 9 h 225"/>
                <a:gd name="T36" fmla="*/ 126 w 991"/>
                <a:gd name="T37" fmla="*/ 6 h 225"/>
                <a:gd name="T38" fmla="*/ 149 w 991"/>
                <a:gd name="T39" fmla="*/ 3 h 225"/>
                <a:gd name="T40" fmla="*/ 172 w 991"/>
                <a:gd name="T41" fmla="*/ 0 h 225"/>
                <a:gd name="T42" fmla="*/ 183 w 991"/>
                <a:gd name="T43" fmla="*/ 23 h 225"/>
                <a:gd name="T44" fmla="*/ 184 w 991"/>
                <a:gd name="T45" fmla="*/ 48 h 225"/>
                <a:gd name="T46" fmla="*/ 164 w 991"/>
                <a:gd name="T47" fmla="*/ 66 h 225"/>
                <a:gd name="T48" fmla="*/ 146 w 991"/>
                <a:gd name="T49" fmla="*/ 58 h 225"/>
                <a:gd name="T50" fmla="*/ 123 w 991"/>
                <a:gd name="T51" fmla="*/ 60 h 225"/>
                <a:gd name="T52" fmla="*/ 99 w 991"/>
                <a:gd name="T53" fmla="*/ 63 h 225"/>
                <a:gd name="T54" fmla="*/ 76 w 991"/>
                <a:gd name="T55" fmla="*/ 67 h 225"/>
                <a:gd name="T56" fmla="*/ 53 w 991"/>
                <a:gd name="T57" fmla="*/ 71 h 225"/>
                <a:gd name="T58" fmla="*/ 45 w 991"/>
                <a:gd name="T59" fmla="*/ 75 h 225"/>
                <a:gd name="T60" fmla="*/ 67 w 991"/>
                <a:gd name="T61" fmla="*/ 80 h 225"/>
                <a:gd name="T62" fmla="*/ 88 w 991"/>
                <a:gd name="T63" fmla="*/ 85 h 225"/>
                <a:gd name="T64" fmla="*/ 110 w 991"/>
                <a:gd name="T65" fmla="*/ 90 h 225"/>
                <a:gd name="T66" fmla="*/ 132 w 991"/>
                <a:gd name="T67" fmla="*/ 95 h 225"/>
                <a:gd name="T68" fmla="*/ 154 w 991"/>
                <a:gd name="T69" fmla="*/ 100 h 225"/>
                <a:gd name="T70" fmla="*/ 176 w 991"/>
                <a:gd name="T71" fmla="*/ 96 h 225"/>
                <a:gd name="T72" fmla="*/ 232 w 991"/>
                <a:gd name="T73" fmla="*/ 88 h 225"/>
                <a:gd name="T74" fmla="*/ 305 w 991"/>
                <a:gd name="T75" fmla="*/ 76 h 225"/>
                <a:gd name="T76" fmla="*/ 378 w 991"/>
                <a:gd name="T77" fmla="*/ 65 h 225"/>
                <a:gd name="T78" fmla="*/ 434 w 991"/>
                <a:gd name="T79" fmla="*/ 55 h 225"/>
                <a:gd name="T80" fmla="*/ 372 w 991"/>
                <a:gd name="T81" fmla="*/ 42 h 225"/>
                <a:gd name="T82" fmla="*/ 376 w 991"/>
                <a:gd name="T83" fmla="*/ 34 h 2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91"/>
                <a:gd name="T127" fmla="*/ 0 h 225"/>
                <a:gd name="T128" fmla="*/ 991 w 991"/>
                <a:gd name="T129" fmla="*/ 225 h 2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91" h="225">
                  <a:moveTo>
                    <a:pt x="301" y="225"/>
                  </a:moveTo>
                  <a:lnTo>
                    <a:pt x="298" y="224"/>
                  </a:lnTo>
                  <a:lnTo>
                    <a:pt x="289" y="222"/>
                  </a:lnTo>
                  <a:lnTo>
                    <a:pt x="275" y="218"/>
                  </a:lnTo>
                  <a:lnTo>
                    <a:pt x="256" y="215"/>
                  </a:lnTo>
                  <a:lnTo>
                    <a:pt x="235" y="209"/>
                  </a:lnTo>
                  <a:lnTo>
                    <a:pt x="209" y="204"/>
                  </a:lnTo>
                  <a:lnTo>
                    <a:pt x="183" y="197"/>
                  </a:lnTo>
                  <a:lnTo>
                    <a:pt x="156" y="190"/>
                  </a:lnTo>
                  <a:lnTo>
                    <a:pt x="129" y="183"/>
                  </a:lnTo>
                  <a:lnTo>
                    <a:pt x="101" y="176"/>
                  </a:lnTo>
                  <a:lnTo>
                    <a:pt x="76" y="169"/>
                  </a:lnTo>
                  <a:lnTo>
                    <a:pt x="53" y="162"/>
                  </a:lnTo>
                  <a:lnTo>
                    <a:pt x="33" y="156"/>
                  </a:lnTo>
                  <a:lnTo>
                    <a:pt x="17" y="151"/>
                  </a:lnTo>
                  <a:lnTo>
                    <a:pt x="5" y="147"/>
                  </a:lnTo>
                  <a:lnTo>
                    <a:pt x="0" y="144"/>
                  </a:lnTo>
                  <a:lnTo>
                    <a:pt x="2" y="139"/>
                  </a:lnTo>
                  <a:lnTo>
                    <a:pt x="5" y="136"/>
                  </a:lnTo>
                  <a:lnTo>
                    <a:pt x="10" y="132"/>
                  </a:lnTo>
                  <a:lnTo>
                    <a:pt x="13" y="127"/>
                  </a:lnTo>
                  <a:lnTo>
                    <a:pt x="330" y="85"/>
                  </a:lnTo>
                  <a:lnTo>
                    <a:pt x="333" y="85"/>
                  </a:lnTo>
                  <a:lnTo>
                    <a:pt x="335" y="70"/>
                  </a:lnTo>
                  <a:lnTo>
                    <a:pt x="336" y="54"/>
                  </a:lnTo>
                  <a:lnTo>
                    <a:pt x="334" y="38"/>
                  </a:lnTo>
                  <a:lnTo>
                    <a:pt x="327" y="24"/>
                  </a:lnTo>
                  <a:lnTo>
                    <a:pt x="324" y="24"/>
                  </a:lnTo>
                  <a:lnTo>
                    <a:pt x="318" y="25"/>
                  </a:lnTo>
                  <a:lnTo>
                    <a:pt x="306" y="26"/>
                  </a:lnTo>
                  <a:lnTo>
                    <a:pt x="292" y="27"/>
                  </a:lnTo>
                  <a:lnTo>
                    <a:pt x="276" y="28"/>
                  </a:lnTo>
                  <a:lnTo>
                    <a:pt x="258" y="31"/>
                  </a:lnTo>
                  <a:lnTo>
                    <a:pt x="237" y="33"/>
                  </a:lnTo>
                  <a:lnTo>
                    <a:pt x="216" y="34"/>
                  </a:lnTo>
                  <a:lnTo>
                    <a:pt x="195" y="36"/>
                  </a:lnTo>
                  <a:lnTo>
                    <a:pt x="175" y="39"/>
                  </a:lnTo>
                  <a:lnTo>
                    <a:pt x="156" y="41"/>
                  </a:lnTo>
                  <a:lnTo>
                    <a:pt x="139" y="42"/>
                  </a:lnTo>
                  <a:lnTo>
                    <a:pt x="124" y="43"/>
                  </a:lnTo>
                  <a:lnTo>
                    <a:pt x="111" y="45"/>
                  </a:lnTo>
                  <a:lnTo>
                    <a:pt x="103" y="46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98" y="40"/>
                  </a:lnTo>
                  <a:lnTo>
                    <a:pt x="98" y="36"/>
                  </a:lnTo>
                  <a:lnTo>
                    <a:pt x="98" y="33"/>
                  </a:lnTo>
                  <a:lnTo>
                    <a:pt x="113" y="31"/>
                  </a:lnTo>
                  <a:lnTo>
                    <a:pt x="128" y="27"/>
                  </a:lnTo>
                  <a:lnTo>
                    <a:pt x="144" y="25"/>
                  </a:lnTo>
                  <a:lnTo>
                    <a:pt x="159" y="24"/>
                  </a:lnTo>
                  <a:lnTo>
                    <a:pt x="174" y="21"/>
                  </a:lnTo>
                  <a:lnTo>
                    <a:pt x="189" y="19"/>
                  </a:lnTo>
                  <a:lnTo>
                    <a:pt x="205" y="17"/>
                  </a:lnTo>
                  <a:lnTo>
                    <a:pt x="220" y="16"/>
                  </a:lnTo>
                  <a:lnTo>
                    <a:pt x="235" y="13"/>
                  </a:lnTo>
                  <a:lnTo>
                    <a:pt x="251" y="12"/>
                  </a:lnTo>
                  <a:lnTo>
                    <a:pt x="266" y="10"/>
                  </a:lnTo>
                  <a:lnTo>
                    <a:pt x="282" y="8"/>
                  </a:lnTo>
                  <a:lnTo>
                    <a:pt x="297" y="6"/>
                  </a:lnTo>
                  <a:lnTo>
                    <a:pt x="312" y="4"/>
                  </a:lnTo>
                  <a:lnTo>
                    <a:pt x="328" y="2"/>
                  </a:lnTo>
                  <a:lnTo>
                    <a:pt x="343" y="0"/>
                  </a:lnTo>
                  <a:lnTo>
                    <a:pt x="353" y="13"/>
                  </a:lnTo>
                  <a:lnTo>
                    <a:pt x="360" y="28"/>
                  </a:lnTo>
                  <a:lnTo>
                    <a:pt x="365" y="46"/>
                  </a:lnTo>
                  <a:lnTo>
                    <a:pt x="368" y="62"/>
                  </a:lnTo>
                  <a:lnTo>
                    <a:pt x="372" y="79"/>
                  </a:lnTo>
                  <a:lnTo>
                    <a:pt x="368" y="96"/>
                  </a:lnTo>
                  <a:lnTo>
                    <a:pt x="360" y="112"/>
                  </a:lnTo>
                  <a:lnTo>
                    <a:pt x="352" y="127"/>
                  </a:lnTo>
                  <a:lnTo>
                    <a:pt x="327" y="131"/>
                  </a:lnTo>
                  <a:lnTo>
                    <a:pt x="324" y="112"/>
                  </a:lnTo>
                  <a:lnTo>
                    <a:pt x="308" y="114"/>
                  </a:lnTo>
                  <a:lnTo>
                    <a:pt x="292" y="115"/>
                  </a:lnTo>
                  <a:lnTo>
                    <a:pt x="276" y="116"/>
                  </a:lnTo>
                  <a:lnTo>
                    <a:pt x="261" y="118"/>
                  </a:lnTo>
                  <a:lnTo>
                    <a:pt x="245" y="119"/>
                  </a:lnTo>
                  <a:lnTo>
                    <a:pt x="229" y="122"/>
                  </a:lnTo>
                  <a:lnTo>
                    <a:pt x="214" y="124"/>
                  </a:lnTo>
                  <a:lnTo>
                    <a:pt x="198" y="126"/>
                  </a:lnTo>
                  <a:lnTo>
                    <a:pt x="183" y="129"/>
                  </a:lnTo>
                  <a:lnTo>
                    <a:pt x="168" y="131"/>
                  </a:lnTo>
                  <a:lnTo>
                    <a:pt x="152" y="134"/>
                  </a:lnTo>
                  <a:lnTo>
                    <a:pt x="137" y="137"/>
                  </a:lnTo>
                  <a:lnTo>
                    <a:pt x="121" y="139"/>
                  </a:lnTo>
                  <a:lnTo>
                    <a:pt x="106" y="141"/>
                  </a:lnTo>
                  <a:lnTo>
                    <a:pt x="89" y="144"/>
                  </a:lnTo>
                  <a:lnTo>
                    <a:pt x="75" y="146"/>
                  </a:lnTo>
                  <a:lnTo>
                    <a:pt x="89" y="149"/>
                  </a:lnTo>
                  <a:lnTo>
                    <a:pt x="103" y="153"/>
                  </a:lnTo>
                  <a:lnTo>
                    <a:pt x="118" y="155"/>
                  </a:lnTo>
                  <a:lnTo>
                    <a:pt x="133" y="159"/>
                  </a:lnTo>
                  <a:lnTo>
                    <a:pt x="147" y="162"/>
                  </a:lnTo>
                  <a:lnTo>
                    <a:pt x="162" y="167"/>
                  </a:lnTo>
                  <a:lnTo>
                    <a:pt x="176" y="170"/>
                  </a:lnTo>
                  <a:lnTo>
                    <a:pt x="191" y="174"/>
                  </a:lnTo>
                  <a:lnTo>
                    <a:pt x="205" y="177"/>
                  </a:lnTo>
                  <a:lnTo>
                    <a:pt x="220" y="180"/>
                  </a:lnTo>
                  <a:lnTo>
                    <a:pt x="233" y="184"/>
                  </a:lnTo>
                  <a:lnTo>
                    <a:pt x="248" y="187"/>
                  </a:lnTo>
                  <a:lnTo>
                    <a:pt x="263" y="190"/>
                  </a:lnTo>
                  <a:lnTo>
                    <a:pt x="277" y="193"/>
                  </a:lnTo>
                  <a:lnTo>
                    <a:pt x="292" y="197"/>
                  </a:lnTo>
                  <a:lnTo>
                    <a:pt x="307" y="199"/>
                  </a:lnTo>
                  <a:lnTo>
                    <a:pt x="313" y="198"/>
                  </a:lnTo>
                  <a:lnTo>
                    <a:pt x="328" y="195"/>
                  </a:lnTo>
                  <a:lnTo>
                    <a:pt x="352" y="192"/>
                  </a:lnTo>
                  <a:lnTo>
                    <a:pt x="383" y="187"/>
                  </a:lnTo>
                  <a:lnTo>
                    <a:pt x="421" y="182"/>
                  </a:lnTo>
                  <a:lnTo>
                    <a:pt x="464" y="175"/>
                  </a:lnTo>
                  <a:lnTo>
                    <a:pt x="511" y="168"/>
                  </a:lnTo>
                  <a:lnTo>
                    <a:pt x="559" y="160"/>
                  </a:lnTo>
                  <a:lnTo>
                    <a:pt x="610" y="152"/>
                  </a:lnTo>
                  <a:lnTo>
                    <a:pt x="660" y="145"/>
                  </a:lnTo>
                  <a:lnTo>
                    <a:pt x="709" y="137"/>
                  </a:lnTo>
                  <a:lnTo>
                    <a:pt x="755" y="129"/>
                  </a:lnTo>
                  <a:lnTo>
                    <a:pt x="799" y="122"/>
                  </a:lnTo>
                  <a:lnTo>
                    <a:pt x="836" y="116"/>
                  </a:lnTo>
                  <a:lnTo>
                    <a:pt x="868" y="110"/>
                  </a:lnTo>
                  <a:lnTo>
                    <a:pt x="892" y="106"/>
                  </a:lnTo>
                  <a:lnTo>
                    <a:pt x="744" y="87"/>
                  </a:lnTo>
                  <a:lnTo>
                    <a:pt x="743" y="84"/>
                  </a:lnTo>
                  <a:lnTo>
                    <a:pt x="745" y="78"/>
                  </a:lnTo>
                  <a:lnTo>
                    <a:pt x="748" y="72"/>
                  </a:lnTo>
                  <a:lnTo>
                    <a:pt x="752" y="68"/>
                  </a:lnTo>
                  <a:lnTo>
                    <a:pt x="991" y="106"/>
                  </a:lnTo>
                  <a:lnTo>
                    <a:pt x="301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3" name="Freeform 100"/>
            <p:cNvSpPr>
              <a:spLocks/>
            </p:cNvSpPr>
            <p:nvPr/>
          </p:nvSpPr>
          <p:spPr bwMode="auto">
            <a:xfrm>
              <a:off x="2794" y="3197"/>
              <a:ext cx="25" cy="63"/>
            </a:xfrm>
            <a:custGeom>
              <a:avLst/>
              <a:gdLst>
                <a:gd name="T0" fmla="*/ 7 w 50"/>
                <a:gd name="T1" fmla="*/ 1 h 126"/>
                <a:gd name="T2" fmla="*/ 10 w 50"/>
                <a:gd name="T3" fmla="*/ 8 h 126"/>
                <a:gd name="T4" fmla="*/ 13 w 50"/>
                <a:gd name="T5" fmla="*/ 16 h 126"/>
                <a:gd name="T6" fmla="*/ 15 w 50"/>
                <a:gd name="T7" fmla="*/ 23 h 126"/>
                <a:gd name="T8" fmla="*/ 19 w 50"/>
                <a:gd name="T9" fmla="*/ 30 h 126"/>
                <a:gd name="T10" fmla="*/ 21 w 50"/>
                <a:gd name="T11" fmla="*/ 37 h 126"/>
                <a:gd name="T12" fmla="*/ 23 w 50"/>
                <a:gd name="T13" fmla="*/ 45 h 126"/>
                <a:gd name="T14" fmla="*/ 24 w 50"/>
                <a:gd name="T15" fmla="*/ 52 h 126"/>
                <a:gd name="T16" fmla="*/ 25 w 50"/>
                <a:gd name="T17" fmla="*/ 60 h 126"/>
                <a:gd name="T18" fmla="*/ 19 w 50"/>
                <a:gd name="T19" fmla="*/ 63 h 126"/>
                <a:gd name="T20" fmla="*/ 15 w 50"/>
                <a:gd name="T21" fmla="*/ 56 h 126"/>
                <a:gd name="T22" fmla="*/ 14 w 50"/>
                <a:gd name="T23" fmla="*/ 48 h 126"/>
                <a:gd name="T24" fmla="*/ 13 w 50"/>
                <a:gd name="T25" fmla="*/ 41 h 126"/>
                <a:gd name="T26" fmla="*/ 11 w 50"/>
                <a:gd name="T27" fmla="*/ 33 h 126"/>
                <a:gd name="T28" fmla="*/ 0 w 50"/>
                <a:gd name="T29" fmla="*/ 4 h 126"/>
                <a:gd name="T30" fmla="*/ 1 w 50"/>
                <a:gd name="T31" fmla="*/ 2 h 126"/>
                <a:gd name="T32" fmla="*/ 3 w 50"/>
                <a:gd name="T33" fmla="*/ 1 h 126"/>
                <a:gd name="T34" fmla="*/ 5 w 50"/>
                <a:gd name="T35" fmla="*/ 0 h 126"/>
                <a:gd name="T36" fmla="*/ 7 w 50"/>
                <a:gd name="T37" fmla="*/ 1 h 1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0"/>
                <a:gd name="T58" fmla="*/ 0 h 126"/>
                <a:gd name="T59" fmla="*/ 50 w 50"/>
                <a:gd name="T60" fmla="*/ 126 h 12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0" h="126">
                  <a:moveTo>
                    <a:pt x="15" y="2"/>
                  </a:moveTo>
                  <a:lnTo>
                    <a:pt x="20" y="16"/>
                  </a:lnTo>
                  <a:lnTo>
                    <a:pt x="26" y="31"/>
                  </a:lnTo>
                  <a:lnTo>
                    <a:pt x="31" y="45"/>
                  </a:lnTo>
                  <a:lnTo>
                    <a:pt x="37" y="59"/>
                  </a:lnTo>
                  <a:lnTo>
                    <a:pt x="41" y="74"/>
                  </a:lnTo>
                  <a:lnTo>
                    <a:pt x="45" y="89"/>
                  </a:lnTo>
                  <a:lnTo>
                    <a:pt x="48" y="104"/>
                  </a:lnTo>
                  <a:lnTo>
                    <a:pt x="50" y="120"/>
                  </a:lnTo>
                  <a:lnTo>
                    <a:pt x="38" y="126"/>
                  </a:lnTo>
                  <a:lnTo>
                    <a:pt x="31" y="112"/>
                  </a:lnTo>
                  <a:lnTo>
                    <a:pt x="29" y="96"/>
                  </a:lnTo>
                  <a:lnTo>
                    <a:pt x="26" y="81"/>
                  </a:lnTo>
                  <a:lnTo>
                    <a:pt x="22" y="66"/>
                  </a:lnTo>
                  <a:lnTo>
                    <a:pt x="0" y="7"/>
                  </a:lnTo>
                  <a:lnTo>
                    <a:pt x="2" y="4"/>
                  </a:lnTo>
                  <a:lnTo>
                    <a:pt x="5" y="1"/>
                  </a:lnTo>
                  <a:lnTo>
                    <a:pt x="10" y="0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4" name="Freeform 101"/>
            <p:cNvSpPr>
              <a:spLocks/>
            </p:cNvSpPr>
            <p:nvPr/>
          </p:nvSpPr>
          <p:spPr bwMode="auto">
            <a:xfrm>
              <a:off x="2772" y="3198"/>
              <a:ext cx="28" cy="55"/>
            </a:xfrm>
            <a:custGeom>
              <a:avLst/>
              <a:gdLst>
                <a:gd name="T0" fmla="*/ 7 w 56"/>
                <a:gd name="T1" fmla="*/ 0 h 111"/>
                <a:gd name="T2" fmla="*/ 10 w 56"/>
                <a:gd name="T3" fmla="*/ 6 h 111"/>
                <a:gd name="T4" fmla="*/ 13 w 56"/>
                <a:gd name="T5" fmla="*/ 13 h 111"/>
                <a:gd name="T6" fmla="*/ 17 w 56"/>
                <a:gd name="T7" fmla="*/ 19 h 111"/>
                <a:gd name="T8" fmla="*/ 20 w 56"/>
                <a:gd name="T9" fmla="*/ 25 h 111"/>
                <a:gd name="T10" fmla="*/ 23 w 56"/>
                <a:gd name="T11" fmla="*/ 32 h 111"/>
                <a:gd name="T12" fmla="*/ 25 w 56"/>
                <a:gd name="T13" fmla="*/ 39 h 111"/>
                <a:gd name="T14" fmla="*/ 27 w 56"/>
                <a:gd name="T15" fmla="*/ 45 h 111"/>
                <a:gd name="T16" fmla="*/ 28 w 56"/>
                <a:gd name="T17" fmla="*/ 52 h 111"/>
                <a:gd name="T18" fmla="*/ 27 w 56"/>
                <a:gd name="T19" fmla="*/ 53 h 111"/>
                <a:gd name="T20" fmla="*/ 26 w 56"/>
                <a:gd name="T21" fmla="*/ 54 h 111"/>
                <a:gd name="T22" fmla="*/ 24 w 56"/>
                <a:gd name="T23" fmla="*/ 55 h 111"/>
                <a:gd name="T24" fmla="*/ 22 w 56"/>
                <a:gd name="T25" fmla="*/ 55 h 111"/>
                <a:gd name="T26" fmla="*/ 19 w 56"/>
                <a:gd name="T27" fmla="*/ 49 h 111"/>
                <a:gd name="T28" fmla="*/ 17 w 56"/>
                <a:gd name="T29" fmla="*/ 43 h 111"/>
                <a:gd name="T30" fmla="*/ 15 w 56"/>
                <a:gd name="T31" fmla="*/ 36 h 111"/>
                <a:gd name="T32" fmla="*/ 13 w 56"/>
                <a:gd name="T33" fmla="*/ 29 h 111"/>
                <a:gd name="T34" fmla="*/ 11 w 56"/>
                <a:gd name="T35" fmla="*/ 22 h 111"/>
                <a:gd name="T36" fmla="*/ 9 w 56"/>
                <a:gd name="T37" fmla="*/ 16 h 111"/>
                <a:gd name="T38" fmla="*/ 5 w 56"/>
                <a:gd name="T39" fmla="*/ 10 h 111"/>
                <a:gd name="T40" fmla="*/ 0 w 56"/>
                <a:gd name="T41" fmla="*/ 5 h 111"/>
                <a:gd name="T42" fmla="*/ 1 w 56"/>
                <a:gd name="T43" fmla="*/ 3 h 111"/>
                <a:gd name="T44" fmla="*/ 3 w 56"/>
                <a:gd name="T45" fmla="*/ 2 h 111"/>
                <a:gd name="T46" fmla="*/ 4 w 56"/>
                <a:gd name="T47" fmla="*/ 0 h 111"/>
                <a:gd name="T48" fmla="*/ 7 w 56"/>
                <a:gd name="T49" fmla="*/ 0 h 11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6"/>
                <a:gd name="T76" fmla="*/ 0 h 111"/>
                <a:gd name="T77" fmla="*/ 56 w 56"/>
                <a:gd name="T78" fmla="*/ 111 h 11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6" h="111">
                  <a:moveTo>
                    <a:pt x="13" y="0"/>
                  </a:moveTo>
                  <a:lnTo>
                    <a:pt x="20" y="13"/>
                  </a:lnTo>
                  <a:lnTo>
                    <a:pt x="26" y="26"/>
                  </a:lnTo>
                  <a:lnTo>
                    <a:pt x="33" y="38"/>
                  </a:lnTo>
                  <a:lnTo>
                    <a:pt x="39" y="51"/>
                  </a:lnTo>
                  <a:lnTo>
                    <a:pt x="45" y="64"/>
                  </a:lnTo>
                  <a:lnTo>
                    <a:pt x="49" y="78"/>
                  </a:lnTo>
                  <a:lnTo>
                    <a:pt x="54" y="91"/>
                  </a:lnTo>
                  <a:lnTo>
                    <a:pt x="56" y="105"/>
                  </a:lnTo>
                  <a:lnTo>
                    <a:pt x="53" y="106"/>
                  </a:lnTo>
                  <a:lnTo>
                    <a:pt x="51" y="109"/>
                  </a:lnTo>
                  <a:lnTo>
                    <a:pt x="47" y="111"/>
                  </a:lnTo>
                  <a:lnTo>
                    <a:pt x="44" y="111"/>
                  </a:lnTo>
                  <a:lnTo>
                    <a:pt x="38" y="98"/>
                  </a:lnTo>
                  <a:lnTo>
                    <a:pt x="33" y="86"/>
                  </a:lnTo>
                  <a:lnTo>
                    <a:pt x="30" y="72"/>
                  </a:lnTo>
                  <a:lnTo>
                    <a:pt x="26" y="59"/>
                  </a:lnTo>
                  <a:lnTo>
                    <a:pt x="22" y="45"/>
                  </a:lnTo>
                  <a:lnTo>
                    <a:pt x="17" y="33"/>
                  </a:lnTo>
                  <a:lnTo>
                    <a:pt x="9" y="21"/>
                  </a:lnTo>
                  <a:lnTo>
                    <a:pt x="0" y="11"/>
                  </a:lnTo>
                  <a:lnTo>
                    <a:pt x="1" y="7"/>
                  </a:lnTo>
                  <a:lnTo>
                    <a:pt x="5" y="4"/>
                  </a:lnTo>
                  <a:lnTo>
                    <a:pt x="8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5" name="Freeform 102"/>
            <p:cNvSpPr>
              <a:spLocks/>
            </p:cNvSpPr>
            <p:nvPr/>
          </p:nvSpPr>
          <p:spPr bwMode="auto">
            <a:xfrm>
              <a:off x="2749" y="3203"/>
              <a:ext cx="33" cy="55"/>
            </a:xfrm>
            <a:custGeom>
              <a:avLst/>
              <a:gdLst>
                <a:gd name="T0" fmla="*/ 6 w 66"/>
                <a:gd name="T1" fmla="*/ 0 h 109"/>
                <a:gd name="T2" fmla="*/ 12 w 66"/>
                <a:gd name="T3" fmla="*/ 6 h 109"/>
                <a:gd name="T4" fmla="*/ 17 w 66"/>
                <a:gd name="T5" fmla="*/ 12 h 109"/>
                <a:gd name="T6" fmla="*/ 22 w 66"/>
                <a:gd name="T7" fmla="*/ 18 h 109"/>
                <a:gd name="T8" fmla="*/ 26 w 66"/>
                <a:gd name="T9" fmla="*/ 24 h 109"/>
                <a:gd name="T10" fmla="*/ 29 w 66"/>
                <a:gd name="T11" fmla="*/ 31 h 109"/>
                <a:gd name="T12" fmla="*/ 31 w 66"/>
                <a:gd name="T13" fmla="*/ 39 h 109"/>
                <a:gd name="T14" fmla="*/ 33 w 66"/>
                <a:gd name="T15" fmla="*/ 46 h 109"/>
                <a:gd name="T16" fmla="*/ 33 w 66"/>
                <a:gd name="T17" fmla="*/ 54 h 109"/>
                <a:gd name="T18" fmla="*/ 31 w 66"/>
                <a:gd name="T19" fmla="*/ 54 h 109"/>
                <a:gd name="T20" fmla="*/ 30 w 66"/>
                <a:gd name="T21" fmla="*/ 55 h 109"/>
                <a:gd name="T22" fmla="*/ 28 w 66"/>
                <a:gd name="T23" fmla="*/ 55 h 109"/>
                <a:gd name="T24" fmla="*/ 26 w 66"/>
                <a:gd name="T25" fmla="*/ 55 h 109"/>
                <a:gd name="T26" fmla="*/ 23 w 66"/>
                <a:gd name="T27" fmla="*/ 48 h 109"/>
                <a:gd name="T28" fmla="*/ 21 w 66"/>
                <a:gd name="T29" fmla="*/ 41 h 109"/>
                <a:gd name="T30" fmla="*/ 19 w 66"/>
                <a:gd name="T31" fmla="*/ 34 h 109"/>
                <a:gd name="T32" fmla="*/ 17 w 66"/>
                <a:gd name="T33" fmla="*/ 27 h 109"/>
                <a:gd name="T34" fmla="*/ 14 w 66"/>
                <a:gd name="T35" fmla="*/ 20 h 109"/>
                <a:gd name="T36" fmla="*/ 11 w 66"/>
                <a:gd name="T37" fmla="*/ 14 h 109"/>
                <a:gd name="T38" fmla="*/ 6 w 66"/>
                <a:gd name="T39" fmla="*/ 9 h 109"/>
                <a:gd name="T40" fmla="*/ 0 w 66"/>
                <a:gd name="T41" fmla="*/ 4 h 109"/>
                <a:gd name="T42" fmla="*/ 0 w 66"/>
                <a:gd name="T43" fmla="*/ 0 h 109"/>
                <a:gd name="T44" fmla="*/ 6 w 66"/>
                <a:gd name="T45" fmla="*/ 0 h 1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6"/>
                <a:gd name="T70" fmla="*/ 0 h 109"/>
                <a:gd name="T71" fmla="*/ 66 w 66"/>
                <a:gd name="T72" fmla="*/ 109 h 10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6" h="109">
                  <a:moveTo>
                    <a:pt x="13" y="0"/>
                  </a:moveTo>
                  <a:lnTo>
                    <a:pt x="24" y="11"/>
                  </a:lnTo>
                  <a:lnTo>
                    <a:pt x="34" y="23"/>
                  </a:lnTo>
                  <a:lnTo>
                    <a:pt x="44" y="35"/>
                  </a:lnTo>
                  <a:lnTo>
                    <a:pt x="53" y="48"/>
                  </a:lnTo>
                  <a:lnTo>
                    <a:pt x="59" y="62"/>
                  </a:lnTo>
                  <a:lnTo>
                    <a:pt x="63" y="77"/>
                  </a:lnTo>
                  <a:lnTo>
                    <a:pt x="66" y="92"/>
                  </a:lnTo>
                  <a:lnTo>
                    <a:pt x="66" y="107"/>
                  </a:lnTo>
                  <a:lnTo>
                    <a:pt x="63" y="108"/>
                  </a:lnTo>
                  <a:lnTo>
                    <a:pt x="60" y="109"/>
                  </a:lnTo>
                  <a:lnTo>
                    <a:pt x="56" y="109"/>
                  </a:lnTo>
                  <a:lnTo>
                    <a:pt x="53" y="109"/>
                  </a:lnTo>
                  <a:lnTo>
                    <a:pt x="47" y="95"/>
                  </a:lnTo>
                  <a:lnTo>
                    <a:pt x="43" y="82"/>
                  </a:lnTo>
                  <a:lnTo>
                    <a:pt x="39" y="68"/>
                  </a:lnTo>
                  <a:lnTo>
                    <a:pt x="34" y="54"/>
                  </a:lnTo>
                  <a:lnTo>
                    <a:pt x="29" y="40"/>
                  </a:lnTo>
                  <a:lnTo>
                    <a:pt x="22" y="27"/>
                  </a:lnTo>
                  <a:lnTo>
                    <a:pt x="13" y="17"/>
                  </a:lnTo>
                  <a:lnTo>
                    <a:pt x="0" y="7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6" name="Freeform 103"/>
            <p:cNvSpPr>
              <a:spLocks/>
            </p:cNvSpPr>
            <p:nvPr/>
          </p:nvSpPr>
          <p:spPr bwMode="auto">
            <a:xfrm>
              <a:off x="2526" y="3215"/>
              <a:ext cx="253" cy="120"/>
            </a:xfrm>
            <a:custGeom>
              <a:avLst/>
              <a:gdLst>
                <a:gd name="T0" fmla="*/ 230 w 508"/>
                <a:gd name="T1" fmla="*/ 20 h 239"/>
                <a:gd name="T2" fmla="*/ 235 w 508"/>
                <a:gd name="T3" fmla="*/ 32 h 239"/>
                <a:gd name="T4" fmla="*/ 239 w 508"/>
                <a:gd name="T5" fmla="*/ 43 h 239"/>
                <a:gd name="T6" fmla="*/ 243 w 508"/>
                <a:gd name="T7" fmla="*/ 55 h 239"/>
                <a:gd name="T8" fmla="*/ 246 w 508"/>
                <a:gd name="T9" fmla="*/ 68 h 239"/>
                <a:gd name="T10" fmla="*/ 249 w 508"/>
                <a:gd name="T11" fmla="*/ 80 h 239"/>
                <a:gd name="T12" fmla="*/ 251 w 508"/>
                <a:gd name="T13" fmla="*/ 92 h 239"/>
                <a:gd name="T14" fmla="*/ 252 w 508"/>
                <a:gd name="T15" fmla="*/ 104 h 239"/>
                <a:gd name="T16" fmla="*/ 253 w 508"/>
                <a:gd name="T17" fmla="*/ 117 h 239"/>
                <a:gd name="T18" fmla="*/ 250 w 508"/>
                <a:gd name="T19" fmla="*/ 119 h 239"/>
                <a:gd name="T20" fmla="*/ 246 w 508"/>
                <a:gd name="T21" fmla="*/ 120 h 239"/>
                <a:gd name="T22" fmla="*/ 243 w 508"/>
                <a:gd name="T23" fmla="*/ 120 h 239"/>
                <a:gd name="T24" fmla="*/ 241 w 508"/>
                <a:gd name="T25" fmla="*/ 119 h 239"/>
                <a:gd name="T26" fmla="*/ 238 w 508"/>
                <a:gd name="T27" fmla="*/ 118 h 239"/>
                <a:gd name="T28" fmla="*/ 236 w 508"/>
                <a:gd name="T29" fmla="*/ 115 h 239"/>
                <a:gd name="T30" fmla="*/ 234 w 508"/>
                <a:gd name="T31" fmla="*/ 112 h 239"/>
                <a:gd name="T32" fmla="*/ 233 w 508"/>
                <a:gd name="T33" fmla="*/ 109 h 239"/>
                <a:gd name="T34" fmla="*/ 231 w 508"/>
                <a:gd name="T35" fmla="*/ 106 h 239"/>
                <a:gd name="T36" fmla="*/ 231 w 508"/>
                <a:gd name="T37" fmla="*/ 102 h 239"/>
                <a:gd name="T38" fmla="*/ 230 w 508"/>
                <a:gd name="T39" fmla="*/ 99 h 239"/>
                <a:gd name="T40" fmla="*/ 230 w 508"/>
                <a:gd name="T41" fmla="*/ 95 h 239"/>
                <a:gd name="T42" fmla="*/ 223 w 508"/>
                <a:gd name="T43" fmla="*/ 95 h 239"/>
                <a:gd name="T44" fmla="*/ 215 w 508"/>
                <a:gd name="T45" fmla="*/ 96 h 239"/>
                <a:gd name="T46" fmla="*/ 207 w 508"/>
                <a:gd name="T47" fmla="*/ 98 h 239"/>
                <a:gd name="T48" fmla="*/ 199 w 508"/>
                <a:gd name="T49" fmla="*/ 100 h 239"/>
                <a:gd name="T50" fmla="*/ 190 w 508"/>
                <a:gd name="T51" fmla="*/ 102 h 239"/>
                <a:gd name="T52" fmla="*/ 181 w 508"/>
                <a:gd name="T53" fmla="*/ 104 h 239"/>
                <a:gd name="T54" fmla="*/ 172 w 508"/>
                <a:gd name="T55" fmla="*/ 106 h 239"/>
                <a:gd name="T56" fmla="*/ 162 w 508"/>
                <a:gd name="T57" fmla="*/ 108 h 239"/>
                <a:gd name="T58" fmla="*/ 0 w 508"/>
                <a:gd name="T59" fmla="*/ 40 h 239"/>
                <a:gd name="T60" fmla="*/ 2 w 508"/>
                <a:gd name="T61" fmla="*/ 38 h 239"/>
                <a:gd name="T62" fmla="*/ 3 w 508"/>
                <a:gd name="T63" fmla="*/ 35 h 239"/>
                <a:gd name="T64" fmla="*/ 3 w 508"/>
                <a:gd name="T65" fmla="*/ 32 h 239"/>
                <a:gd name="T66" fmla="*/ 2 w 508"/>
                <a:gd name="T67" fmla="*/ 30 h 239"/>
                <a:gd name="T68" fmla="*/ 163 w 508"/>
                <a:gd name="T69" fmla="*/ 96 h 239"/>
                <a:gd name="T70" fmla="*/ 172 w 508"/>
                <a:gd name="T71" fmla="*/ 93 h 239"/>
                <a:gd name="T72" fmla="*/ 181 w 508"/>
                <a:gd name="T73" fmla="*/ 92 h 239"/>
                <a:gd name="T74" fmla="*/ 189 w 508"/>
                <a:gd name="T75" fmla="*/ 90 h 239"/>
                <a:gd name="T76" fmla="*/ 198 w 508"/>
                <a:gd name="T77" fmla="*/ 88 h 239"/>
                <a:gd name="T78" fmla="*/ 206 w 508"/>
                <a:gd name="T79" fmla="*/ 86 h 239"/>
                <a:gd name="T80" fmla="*/ 215 w 508"/>
                <a:gd name="T81" fmla="*/ 84 h 239"/>
                <a:gd name="T82" fmla="*/ 223 w 508"/>
                <a:gd name="T83" fmla="*/ 81 h 239"/>
                <a:gd name="T84" fmla="*/ 230 w 508"/>
                <a:gd name="T85" fmla="*/ 78 h 239"/>
                <a:gd name="T86" fmla="*/ 230 w 508"/>
                <a:gd name="T87" fmla="*/ 67 h 239"/>
                <a:gd name="T88" fmla="*/ 228 w 508"/>
                <a:gd name="T89" fmla="*/ 54 h 239"/>
                <a:gd name="T90" fmla="*/ 225 w 508"/>
                <a:gd name="T91" fmla="*/ 42 h 239"/>
                <a:gd name="T92" fmla="*/ 222 w 508"/>
                <a:gd name="T93" fmla="*/ 29 h 239"/>
                <a:gd name="T94" fmla="*/ 218 w 508"/>
                <a:gd name="T95" fmla="*/ 17 h 239"/>
                <a:gd name="T96" fmla="*/ 215 w 508"/>
                <a:gd name="T97" fmla="*/ 8 h 239"/>
                <a:gd name="T98" fmla="*/ 212 w 508"/>
                <a:gd name="T99" fmla="*/ 2 h 239"/>
                <a:gd name="T100" fmla="*/ 211 w 508"/>
                <a:gd name="T101" fmla="*/ 0 h 239"/>
                <a:gd name="T102" fmla="*/ 215 w 508"/>
                <a:gd name="T103" fmla="*/ 1 h 239"/>
                <a:gd name="T104" fmla="*/ 218 w 508"/>
                <a:gd name="T105" fmla="*/ 2 h 239"/>
                <a:gd name="T106" fmla="*/ 221 w 508"/>
                <a:gd name="T107" fmla="*/ 5 h 239"/>
                <a:gd name="T108" fmla="*/ 223 w 508"/>
                <a:gd name="T109" fmla="*/ 8 h 239"/>
                <a:gd name="T110" fmla="*/ 225 w 508"/>
                <a:gd name="T111" fmla="*/ 11 h 239"/>
                <a:gd name="T112" fmla="*/ 227 w 508"/>
                <a:gd name="T113" fmla="*/ 14 h 239"/>
                <a:gd name="T114" fmla="*/ 228 w 508"/>
                <a:gd name="T115" fmla="*/ 17 h 239"/>
                <a:gd name="T116" fmla="*/ 230 w 508"/>
                <a:gd name="T117" fmla="*/ 20 h 23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508"/>
                <a:gd name="T178" fmla="*/ 0 h 239"/>
                <a:gd name="T179" fmla="*/ 508 w 508"/>
                <a:gd name="T180" fmla="*/ 239 h 23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508" h="239">
                  <a:moveTo>
                    <a:pt x="462" y="40"/>
                  </a:moveTo>
                  <a:lnTo>
                    <a:pt x="471" y="63"/>
                  </a:lnTo>
                  <a:lnTo>
                    <a:pt x="480" y="86"/>
                  </a:lnTo>
                  <a:lnTo>
                    <a:pt x="487" y="110"/>
                  </a:lnTo>
                  <a:lnTo>
                    <a:pt x="494" y="135"/>
                  </a:lnTo>
                  <a:lnTo>
                    <a:pt x="499" y="159"/>
                  </a:lnTo>
                  <a:lnTo>
                    <a:pt x="503" y="183"/>
                  </a:lnTo>
                  <a:lnTo>
                    <a:pt x="506" y="208"/>
                  </a:lnTo>
                  <a:lnTo>
                    <a:pt x="508" y="233"/>
                  </a:lnTo>
                  <a:lnTo>
                    <a:pt x="501" y="237"/>
                  </a:lnTo>
                  <a:lnTo>
                    <a:pt x="494" y="239"/>
                  </a:lnTo>
                  <a:lnTo>
                    <a:pt x="488" y="239"/>
                  </a:lnTo>
                  <a:lnTo>
                    <a:pt x="483" y="238"/>
                  </a:lnTo>
                  <a:lnTo>
                    <a:pt x="478" y="235"/>
                  </a:lnTo>
                  <a:lnTo>
                    <a:pt x="473" y="230"/>
                  </a:lnTo>
                  <a:lnTo>
                    <a:pt x="470" y="224"/>
                  </a:lnTo>
                  <a:lnTo>
                    <a:pt x="468" y="218"/>
                  </a:lnTo>
                  <a:lnTo>
                    <a:pt x="464" y="211"/>
                  </a:lnTo>
                  <a:lnTo>
                    <a:pt x="463" y="204"/>
                  </a:lnTo>
                  <a:lnTo>
                    <a:pt x="462" y="197"/>
                  </a:lnTo>
                  <a:lnTo>
                    <a:pt x="462" y="189"/>
                  </a:lnTo>
                  <a:lnTo>
                    <a:pt x="447" y="190"/>
                  </a:lnTo>
                  <a:lnTo>
                    <a:pt x="432" y="192"/>
                  </a:lnTo>
                  <a:lnTo>
                    <a:pt x="416" y="196"/>
                  </a:lnTo>
                  <a:lnTo>
                    <a:pt x="400" y="199"/>
                  </a:lnTo>
                  <a:lnTo>
                    <a:pt x="382" y="203"/>
                  </a:lnTo>
                  <a:lnTo>
                    <a:pt x="364" y="207"/>
                  </a:lnTo>
                  <a:lnTo>
                    <a:pt x="346" y="212"/>
                  </a:lnTo>
                  <a:lnTo>
                    <a:pt x="325" y="215"/>
                  </a:lnTo>
                  <a:lnTo>
                    <a:pt x="0" y="80"/>
                  </a:lnTo>
                  <a:lnTo>
                    <a:pt x="5" y="76"/>
                  </a:lnTo>
                  <a:lnTo>
                    <a:pt x="6" y="69"/>
                  </a:lnTo>
                  <a:lnTo>
                    <a:pt x="6" y="63"/>
                  </a:lnTo>
                  <a:lnTo>
                    <a:pt x="5" y="59"/>
                  </a:lnTo>
                  <a:lnTo>
                    <a:pt x="328" y="191"/>
                  </a:lnTo>
                  <a:lnTo>
                    <a:pt x="346" y="186"/>
                  </a:lnTo>
                  <a:lnTo>
                    <a:pt x="363" y="183"/>
                  </a:lnTo>
                  <a:lnTo>
                    <a:pt x="380" y="180"/>
                  </a:lnTo>
                  <a:lnTo>
                    <a:pt x="397" y="176"/>
                  </a:lnTo>
                  <a:lnTo>
                    <a:pt x="414" y="171"/>
                  </a:lnTo>
                  <a:lnTo>
                    <a:pt x="431" y="167"/>
                  </a:lnTo>
                  <a:lnTo>
                    <a:pt x="447" y="162"/>
                  </a:lnTo>
                  <a:lnTo>
                    <a:pt x="462" y="155"/>
                  </a:lnTo>
                  <a:lnTo>
                    <a:pt x="461" y="133"/>
                  </a:lnTo>
                  <a:lnTo>
                    <a:pt x="457" y="108"/>
                  </a:lnTo>
                  <a:lnTo>
                    <a:pt x="452" y="83"/>
                  </a:lnTo>
                  <a:lnTo>
                    <a:pt x="445" y="57"/>
                  </a:lnTo>
                  <a:lnTo>
                    <a:pt x="437" y="34"/>
                  </a:lnTo>
                  <a:lnTo>
                    <a:pt x="431" y="16"/>
                  </a:lnTo>
                  <a:lnTo>
                    <a:pt x="426" y="4"/>
                  </a:lnTo>
                  <a:lnTo>
                    <a:pt x="424" y="0"/>
                  </a:lnTo>
                  <a:lnTo>
                    <a:pt x="432" y="1"/>
                  </a:lnTo>
                  <a:lnTo>
                    <a:pt x="438" y="4"/>
                  </a:lnTo>
                  <a:lnTo>
                    <a:pt x="443" y="9"/>
                  </a:lnTo>
                  <a:lnTo>
                    <a:pt x="448" y="15"/>
                  </a:lnTo>
                  <a:lnTo>
                    <a:pt x="452" y="21"/>
                  </a:lnTo>
                  <a:lnTo>
                    <a:pt x="455" y="27"/>
                  </a:lnTo>
                  <a:lnTo>
                    <a:pt x="458" y="34"/>
                  </a:lnTo>
                  <a:lnTo>
                    <a:pt x="462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7" name="Freeform 104"/>
            <p:cNvSpPr>
              <a:spLocks/>
            </p:cNvSpPr>
            <p:nvPr/>
          </p:nvSpPr>
          <p:spPr bwMode="auto">
            <a:xfrm>
              <a:off x="2373" y="3225"/>
              <a:ext cx="871" cy="420"/>
            </a:xfrm>
            <a:custGeom>
              <a:avLst/>
              <a:gdLst>
                <a:gd name="T0" fmla="*/ 741 w 1740"/>
                <a:gd name="T1" fmla="*/ 19 h 840"/>
                <a:gd name="T2" fmla="*/ 683 w 1740"/>
                <a:gd name="T3" fmla="*/ 191 h 840"/>
                <a:gd name="T4" fmla="*/ 685 w 1740"/>
                <a:gd name="T5" fmla="*/ 225 h 840"/>
                <a:gd name="T6" fmla="*/ 694 w 1740"/>
                <a:gd name="T7" fmla="*/ 267 h 840"/>
                <a:gd name="T8" fmla="*/ 676 w 1740"/>
                <a:gd name="T9" fmla="*/ 272 h 840"/>
                <a:gd name="T10" fmla="*/ 677 w 1740"/>
                <a:gd name="T11" fmla="*/ 247 h 840"/>
                <a:gd name="T12" fmla="*/ 661 w 1740"/>
                <a:gd name="T13" fmla="*/ 239 h 840"/>
                <a:gd name="T14" fmla="*/ 638 w 1740"/>
                <a:gd name="T15" fmla="*/ 275 h 840"/>
                <a:gd name="T16" fmla="*/ 652 w 1740"/>
                <a:gd name="T17" fmla="*/ 321 h 840"/>
                <a:gd name="T18" fmla="*/ 704 w 1740"/>
                <a:gd name="T19" fmla="*/ 369 h 840"/>
                <a:gd name="T20" fmla="*/ 766 w 1740"/>
                <a:gd name="T21" fmla="*/ 399 h 840"/>
                <a:gd name="T22" fmla="*/ 823 w 1740"/>
                <a:gd name="T23" fmla="*/ 408 h 840"/>
                <a:gd name="T24" fmla="*/ 863 w 1740"/>
                <a:gd name="T25" fmla="*/ 406 h 840"/>
                <a:gd name="T26" fmla="*/ 863 w 1740"/>
                <a:gd name="T27" fmla="*/ 412 h 840"/>
                <a:gd name="T28" fmla="*/ 829 w 1740"/>
                <a:gd name="T29" fmla="*/ 419 h 840"/>
                <a:gd name="T30" fmla="*/ 729 w 1740"/>
                <a:gd name="T31" fmla="*/ 409 h 840"/>
                <a:gd name="T32" fmla="*/ 658 w 1740"/>
                <a:gd name="T33" fmla="*/ 367 h 840"/>
                <a:gd name="T34" fmla="*/ 611 w 1740"/>
                <a:gd name="T35" fmla="*/ 304 h 840"/>
                <a:gd name="T36" fmla="*/ 593 w 1740"/>
                <a:gd name="T37" fmla="*/ 303 h 840"/>
                <a:gd name="T38" fmla="*/ 560 w 1740"/>
                <a:gd name="T39" fmla="*/ 314 h 840"/>
                <a:gd name="T40" fmla="*/ 520 w 1740"/>
                <a:gd name="T41" fmla="*/ 351 h 840"/>
                <a:gd name="T42" fmla="*/ 529 w 1740"/>
                <a:gd name="T43" fmla="*/ 309 h 840"/>
                <a:gd name="T44" fmla="*/ 475 w 1740"/>
                <a:gd name="T45" fmla="*/ 274 h 840"/>
                <a:gd name="T46" fmla="*/ 425 w 1740"/>
                <a:gd name="T47" fmla="*/ 251 h 840"/>
                <a:gd name="T48" fmla="*/ 376 w 1740"/>
                <a:gd name="T49" fmla="*/ 271 h 840"/>
                <a:gd name="T50" fmla="*/ 332 w 1740"/>
                <a:gd name="T51" fmla="*/ 302 h 840"/>
                <a:gd name="T52" fmla="*/ 298 w 1740"/>
                <a:gd name="T53" fmla="*/ 342 h 840"/>
                <a:gd name="T54" fmla="*/ 282 w 1740"/>
                <a:gd name="T55" fmla="*/ 376 h 840"/>
                <a:gd name="T56" fmla="*/ 270 w 1740"/>
                <a:gd name="T57" fmla="*/ 378 h 840"/>
                <a:gd name="T58" fmla="*/ 285 w 1740"/>
                <a:gd name="T59" fmla="*/ 311 h 840"/>
                <a:gd name="T60" fmla="*/ 339 w 1740"/>
                <a:gd name="T61" fmla="*/ 263 h 840"/>
                <a:gd name="T62" fmla="*/ 371 w 1740"/>
                <a:gd name="T63" fmla="*/ 249 h 840"/>
                <a:gd name="T64" fmla="*/ 403 w 1740"/>
                <a:gd name="T65" fmla="*/ 239 h 840"/>
                <a:gd name="T66" fmla="*/ 436 w 1740"/>
                <a:gd name="T67" fmla="*/ 230 h 840"/>
                <a:gd name="T68" fmla="*/ 419 w 1740"/>
                <a:gd name="T69" fmla="*/ 197 h 840"/>
                <a:gd name="T70" fmla="*/ 286 w 1740"/>
                <a:gd name="T71" fmla="*/ 213 h 840"/>
                <a:gd name="T72" fmla="*/ 196 w 1740"/>
                <a:gd name="T73" fmla="*/ 181 h 840"/>
                <a:gd name="T74" fmla="*/ 66 w 1740"/>
                <a:gd name="T75" fmla="*/ 137 h 840"/>
                <a:gd name="T76" fmla="*/ 0 w 1740"/>
                <a:gd name="T77" fmla="*/ 114 h 840"/>
                <a:gd name="T78" fmla="*/ 403 w 1740"/>
                <a:gd name="T79" fmla="*/ 144 h 840"/>
                <a:gd name="T80" fmla="*/ 276 w 1740"/>
                <a:gd name="T81" fmla="*/ 169 h 840"/>
                <a:gd name="T82" fmla="*/ 171 w 1740"/>
                <a:gd name="T83" fmla="*/ 139 h 840"/>
                <a:gd name="T84" fmla="*/ 49 w 1740"/>
                <a:gd name="T85" fmla="*/ 101 h 840"/>
                <a:gd name="T86" fmla="*/ 4 w 1740"/>
                <a:gd name="T87" fmla="*/ 86 h 840"/>
                <a:gd name="T88" fmla="*/ 285 w 1740"/>
                <a:gd name="T89" fmla="*/ 158 h 840"/>
                <a:gd name="T90" fmla="*/ 417 w 1740"/>
                <a:gd name="T91" fmla="*/ 106 h 840"/>
                <a:gd name="T92" fmla="*/ 446 w 1740"/>
                <a:gd name="T93" fmla="*/ 97 h 840"/>
                <a:gd name="T94" fmla="*/ 434 w 1740"/>
                <a:gd name="T95" fmla="*/ 112 h 840"/>
                <a:gd name="T96" fmla="*/ 421 w 1740"/>
                <a:gd name="T97" fmla="*/ 142 h 840"/>
                <a:gd name="T98" fmla="*/ 444 w 1740"/>
                <a:gd name="T99" fmla="*/ 189 h 840"/>
                <a:gd name="T100" fmla="*/ 484 w 1740"/>
                <a:gd name="T101" fmla="*/ 245 h 840"/>
                <a:gd name="T102" fmla="*/ 528 w 1740"/>
                <a:gd name="T103" fmla="*/ 282 h 840"/>
                <a:gd name="T104" fmla="*/ 566 w 1740"/>
                <a:gd name="T105" fmla="*/ 288 h 840"/>
                <a:gd name="T106" fmla="*/ 615 w 1740"/>
                <a:gd name="T107" fmla="*/ 257 h 840"/>
                <a:gd name="T108" fmla="*/ 712 w 1740"/>
                <a:gd name="T109" fmla="*/ 17 h 840"/>
                <a:gd name="T110" fmla="*/ 732 w 1740"/>
                <a:gd name="T111" fmla="*/ 1 h 840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740"/>
                <a:gd name="T169" fmla="*/ 0 h 840"/>
                <a:gd name="T170" fmla="*/ 1740 w 1740"/>
                <a:gd name="T171" fmla="*/ 840 h 840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740" h="840">
                  <a:moveTo>
                    <a:pt x="1494" y="6"/>
                  </a:moveTo>
                  <a:lnTo>
                    <a:pt x="1494" y="12"/>
                  </a:lnTo>
                  <a:lnTo>
                    <a:pt x="1491" y="19"/>
                  </a:lnTo>
                  <a:lnTo>
                    <a:pt x="1486" y="28"/>
                  </a:lnTo>
                  <a:lnTo>
                    <a:pt x="1480" y="37"/>
                  </a:lnTo>
                  <a:lnTo>
                    <a:pt x="1473" y="45"/>
                  </a:lnTo>
                  <a:lnTo>
                    <a:pt x="1467" y="52"/>
                  </a:lnTo>
                  <a:lnTo>
                    <a:pt x="1463" y="57"/>
                  </a:lnTo>
                  <a:lnTo>
                    <a:pt x="1462" y="59"/>
                  </a:lnTo>
                  <a:lnTo>
                    <a:pt x="1364" y="382"/>
                  </a:lnTo>
                  <a:lnTo>
                    <a:pt x="1357" y="396"/>
                  </a:lnTo>
                  <a:lnTo>
                    <a:pt x="1356" y="409"/>
                  </a:lnTo>
                  <a:lnTo>
                    <a:pt x="1358" y="422"/>
                  </a:lnTo>
                  <a:lnTo>
                    <a:pt x="1362" y="436"/>
                  </a:lnTo>
                  <a:lnTo>
                    <a:pt x="1369" y="450"/>
                  </a:lnTo>
                  <a:lnTo>
                    <a:pt x="1375" y="464"/>
                  </a:lnTo>
                  <a:lnTo>
                    <a:pt x="1381" y="477"/>
                  </a:lnTo>
                  <a:lnTo>
                    <a:pt x="1384" y="492"/>
                  </a:lnTo>
                  <a:lnTo>
                    <a:pt x="1387" y="513"/>
                  </a:lnTo>
                  <a:lnTo>
                    <a:pt x="1386" y="534"/>
                  </a:lnTo>
                  <a:lnTo>
                    <a:pt x="1377" y="552"/>
                  </a:lnTo>
                  <a:lnTo>
                    <a:pt x="1361" y="564"/>
                  </a:lnTo>
                  <a:lnTo>
                    <a:pt x="1353" y="561"/>
                  </a:lnTo>
                  <a:lnTo>
                    <a:pt x="1351" y="552"/>
                  </a:lnTo>
                  <a:lnTo>
                    <a:pt x="1351" y="544"/>
                  </a:lnTo>
                  <a:lnTo>
                    <a:pt x="1351" y="540"/>
                  </a:lnTo>
                  <a:lnTo>
                    <a:pt x="1358" y="529"/>
                  </a:lnTo>
                  <a:lnTo>
                    <a:pt x="1359" y="518"/>
                  </a:lnTo>
                  <a:lnTo>
                    <a:pt x="1358" y="506"/>
                  </a:lnTo>
                  <a:lnTo>
                    <a:pt x="1353" y="495"/>
                  </a:lnTo>
                  <a:lnTo>
                    <a:pt x="1349" y="485"/>
                  </a:lnTo>
                  <a:lnTo>
                    <a:pt x="1343" y="476"/>
                  </a:lnTo>
                  <a:lnTo>
                    <a:pt x="1336" y="469"/>
                  </a:lnTo>
                  <a:lnTo>
                    <a:pt x="1328" y="464"/>
                  </a:lnTo>
                  <a:lnTo>
                    <a:pt x="1321" y="479"/>
                  </a:lnTo>
                  <a:lnTo>
                    <a:pt x="1313" y="493"/>
                  </a:lnTo>
                  <a:lnTo>
                    <a:pt x="1304" y="507"/>
                  </a:lnTo>
                  <a:lnTo>
                    <a:pt x="1295" y="521"/>
                  </a:lnTo>
                  <a:lnTo>
                    <a:pt x="1285" y="535"/>
                  </a:lnTo>
                  <a:lnTo>
                    <a:pt x="1274" y="549"/>
                  </a:lnTo>
                  <a:lnTo>
                    <a:pt x="1263" y="561"/>
                  </a:lnTo>
                  <a:lnTo>
                    <a:pt x="1251" y="573"/>
                  </a:lnTo>
                  <a:lnTo>
                    <a:pt x="1267" y="597"/>
                  </a:lnTo>
                  <a:lnTo>
                    <a:pt x="1284" y="620"/>
                  </a:lnTo>
                  <a:lnTo>
                    <a:pt x="1303" y="642"/>
                  </a:lnTo>
                  <a:lnTo>
                    <a:pt x="1322" y="663"/>
                  </a:lnTo>
                  <a:lnTo>
                    <a:pt x="1342" y="682"/>
                  </a:lnTo>
                  <a:lnTo>
                    <a:pt x="1362" y="702"/>
                  </a:lnTo>
                  <a:lnTo>
                    <a:pt x="1384" y="719"/>
                  </a:lnTo>
                  <a:lnTo>
                    <a:pt x="1407" y="737"/>
                  </a:lnTo>
                  <a:lnTo>
                    <a:pt x="1430" y="752"/>
                  </a:lnTo>
                  <a:lnTo>
                    <a:pt x="1455" y="765"/>
                  </a:lnTo>
                  <a:lnTo>
                    <a:pt x="1480" y="777"/>
                  </a:lnTo>
                  <a:lnTo>
                    <a:pt x="1505" y="788"/>
                  </a:lnTo>
                  <a:lnTo>
                    <a:pt x="1531" y="797"/>
                  </a:lnTo>
                  <a:lnTo>
                    <a:pt x="1557" y="805"/>
                  </a:lnTo>
                  <a:lnTo>
                    <a:pt x="1585" y="810"/>
                  </a:lnTo>
                  <a:lnTo>
                    <a:pt x="1612" y="814"/>
                  </a:lnTo>
                  <a:lnTo>
                    <a:pt x="1629" y="815"/>
                  </a:lnTo>
                  <a:lnTo>
                    <a:pt x="1645" y="816"/>
                  </a:lnTo>
                  <a:lnTo>
                    <a:pt x="1661" y="816"/>
                  </a:lnTo>
                  <a:lnTo>
                    <a:pt x="1677" y="815"/>
                  </a:lnTo>
                  <a:lnTo>
                    <a:pt x="1693" y="814"/>
                  </a:lnTo>
                  <a:lnTo>
                    <a:pt x="1709" y="813"/>
                  </a:lnTo>
                  <a:lnTo>
                    <a:pt x="1725" y="811"/>
                  </a:lnTo>
                  <a:lnTo>
                    <a:pt x="1740" y="811"/>
                  </a:lnTo>
                  <a:lnTo>
                    <a:pt x="1738" y="816"/>
                  </a:lnTo>
                  <a:lnTo>
                    <a:pt x="1734" y="820"/>
                  </a:lnTo>
                  <a:lnTo>
                    <a:pt x="1730" y="822"/>
                  </a:lnTo>
                  <a:lnTo>
                    <a:pt x="1724" y="824"/>
                  </a:lnTo>
                  <a:lnTo>
                    <a:pt x="1718" y="825"/>
                  </a:lnTo>
                  <a:lnTo>
                    <a:pt x="1714" y="828"/>
                  </a:lnTo>
                  <a:lnTo>
                    <a:pt x="1708" y="830"/>
                  </a:lnTo>
                  <a:lnTo>
                    <a:pt x="1703" y="832"/>
                  </a:lnTo>
                  <a:lnTo>
                    <a:pt x="1656" y="838"/>
                  </a:lnTo>
                  <a:lnTo>
                    <a:pt x="1611" y="840"/>
                  </a:lnTo>
                  <a:lnTo>
                    <a:pt x="1569" y="839"/>
                  </a:lnTo>
                  <a:lnTo>
                    <a:pt x="1528" y="835"/>
                  </a:lnTo>
                  <a:lnTo>
                    <a:pt x="1491" y="828"/>
                  </a:lnTo>
                  <a:lnTo>
                    <a:pt x="1457" y="817"/>
                  </a:lnTo>
                  <a:lnTo>
                    <a:pt x="1425" y="806"/>
                  </a:lnTo>
                  <a:lnTo>
                    <a:pt x="1394" y="791"/>
                  </a:lnTo>
                  <a:lnTo>
                    <a:pt x="1366" y="773"/>
                  </a:lnTo>
                  <a:lnTo>
                    <a:pt x="1339" y="754"/>
                  </a:lnTo>
                  <a:lnTo>
                    <a:pt x="1315" y="733"/>
                  </a:lnTo>
                  <a:lnTo>
                    <a:pt x="1293" y="710"/>
                  </a:lnTo>
                  <a:lnTo>
                    <a:pt x="1273" y="687"/>
                  </a:lnTo>
                  <a:lnTo>
                    <a:pt x="1254" y="662"/>
                  </a:lnTo>
                  <a:lnTo>
                    <a:pt x="1237" y="635"/>
                  </a:lnTo>
                  <a:lnTo>
                    <a:pt x="1221" y="608"/>
                  </a:lnTo>
                  <a:lnTo>
                    <a:pt x="1215" y="602"/>
                  </a:lnTo>
                  <a:lnTo>
                    <a:pt x="1209" y="599"/>
                  </a:lnTo>
                  <a:lnTo>
                    <a:pt x="1201" y="599"/>
                  </a:lnTo>
                  <a:lnTo>
                    <a:pt x="1193" y="603"/>
                  </a:lnTo>
                  <a:lnTo>
                    <a:pt x="1185" y="606"/>
                  </a:lnTo>
                  <a:lnTo>
                    <a:pt x="1176" y="611"/>
                  </a:lnTo>
                  <a:lnTo>
                    <a:pt x="1168" y="614"/>
                  </a:lnTo>
                  <a:lnTo>
                    <a:pt x="1160" y="617"/>
                  </a:lnTo>
                  <a:lnTo>
                    <a:pt x="1138" y="620"/>
                  </a:lnTo>
                  <a:lnTo>
                    <a:pt x="1118" y="628"/>
                  </a:lnTo>
                  <a:lnTo>
                    <a:pt x="1099" y="639"/>
                  </a:lnTo>
                  <a:lnTo>
                    <a:pt x="1081" y="652"/>
                  </a:lnTo>
                  <a:lnTo>
                    <a:pt x="1065" y="667"/>
                  </a:lnTo>
                  <a:lnTo>
                    <a:pt x="1052" y="685"/>
                  </a:lnTo>
                  <a:lnTo>
                    <a:pt x="1039" y="702"/>
                  </a:lnTo>
                  <a:lnTo>
                    <a:pt x="1028" y="719"/>
                  </a:lnTo>
                  <a:lnTo>
                    <a:pt x="1028" y="710"/>
                  </a:lnTo>
                  <a:lnTo>
                    <a:pt x="1033" y="680"/>
                  </a:lnTo>
                  <a:lnTo>
                    <a:pt x="1042" y="646"/>
                  </a:lnTo>
                  <a:lnTo>
                    <a:pt x="1057" y="617"/>
                  </a:lnTo>
                  <a:lnTo>
                    <a:pt x="1034" y="608"/>
                  </a:lnTo>
                  <a:lnTo>
                    <a:pt x="1012" y="595"/>
                  </a:lnTo>
                  <a:lnTo>
                    <a:pt x="990" y="581"/>
                  </a:lnTo>
                  <a:lnTo>
                    <a:pt x="970" y="565"/>
                  </a:lnTo>
                  <a:lnTo>
                    <a:pt x="949" y="548"/>
                  </a:lnTo>
                  <a:lnTo>
                    <a:pt x="928" y="529"/>
                  </a:lnTo>
                  <a:lnTo>
                    <a:pt x="910" y="511"/>
                  </a:lnTo>
                  <a:lnTo>
                    <a:pt x="891" y="492"/>
                  </a:lnTo>
                  <a:lnTo>
                    <a:pt x="871" y="496"/>
                  </a:lnTo>
                  <a:lnTo>
                    <a:pt x="849" y="502"/>
                  </a:lnTo>
                  <a:lnTo>
                    <a:pt x="829" y="507"/>
                  </a:lnTo>
                  <a:lnTo>
                    <a:pt x="808" y="514"/>
                  </a:lnTo>
                  <a:lnTo>
                    <a:pt x="789" y="522"/>
                  </a:lnTo>
                  <a:lnTo>
                    <a:pt x="769" y="530"/>
                  </a:lnTo>
                  <a:lnTo>
                    <a:pt x="751" y="541"/>
                  </a:lnTo>
                  <a:lnTo>
                    <a:pt x="732" y="552"/>
                  </a:lnTo>
                  <a:lnTo>
                    <a:pt x="714" y="564"/>
                  </a:lnTo>
                  <a:lnTo>
                    <a:pt x="697" y="576"/>
                  </a:lnTo>
                  <a:lnTo>
                    <a:pt x="679" y="590"/>
                  </a:lnTo>
                  <a:lnTo>
                    <a:pt x="663" y="604"/>
                  </a:lnTo>
                  <a:lnTo>
                    <a:pt x="647" y="620"/>
                  </a:lnTo>
                  <a:lnTo>
                    <a:pt x="632" y="636"/>
                  </a:lnTo>
                  <a:lnTo>
                    <a:pt x="617" y="654"/>
                  </a:lnTo>
                  <a:lnTo>
                    <a:pt x="603" y="671"/>
                  </a:lnTo>
                  <a:lnTo>
                    <a:pt x="595" y="684"/>
                  </a:lnTo>
                  <a:lnTo>
                    <a:pt x="587" y="697"/>
                  </a:lnTo>
                  <a:lnTo>
                    <a:pt x="580" y="711"/>
                  </a:lnTo>
                  <a:lnTo>
                    <a:pt x="575" y="724"/>
                  </a:lnTo>
                  <a:lnTo>
                    <a:pt x="569" y="738"/>
                  </a:lnTo>
                  <a:lnTo>
                    <a:pt x="563" y="752"/>
                  </a:lnTo>
                  <a:lnTo>
                    <a:pt x="559" y="767"/>
                  </a:lnTo>
                  <a:lnTo>
                    <a:pt x="554" y="780"/>
                  </a:lnTo>
                  <a:lnTo>
                    <a:pt x="546" y="775"/>
                  </a:lnTo>
                  <a:lnTo>
                    <a:pt x="541" y="765"/>
                  </a:lnTo>
                  <a:lnTo>
                    <a:pt x="539" y="755"/>
                  </a:lnTo>
                  <a:lnTo>
                    <a:pt x="536" y="745"/>
                  </a:lnTo>
                  <a:lnTo>
                    <a:pt x="536" y="710"/>
                  </a:lnTo>
                  <a:lnTo>
                    <a:pt x="541" y="679"/>
                  </a:lnTo>
                  <a:lnTo>
                    <a:pt x="553" y="649"/>
                  </a:lnTo>
                  <a:lnTo>
                    <a:pt x="570" y="621"/>
                  </a:lnTo>
                  <a:lnTo>
                    <a:pt x="590" y="596"/>
                  </a:lnTo>
                  <a:lnTo>
                    <a:pt x="614" y="573"/>
                  </a:lnTo>
                  <a:lnTo>
                    <a:pt x="639" y="552"/>
                  </a:lnTo>
                  <a:lnTo>
                    <a:pt x="667" y="533"/>
                  </a:lnTo>
                  <a:lnTo>
                    <a:pt x="678" y="526"/>
                  </a:lnTo>
                  <a:lnTo>
                    <a:pt x="691" y="520"/>
                  </a:lnTo>
                  <a:lnTo>
                    <a:pt x="703" y="514"/>
                  </a:lnTo>
                  <a:lnTo>
                    <a:pt x="715" y="508"/>
                  </a:lnTo>
                  <a:lnTo>
                    <a:pt x="728" y="504"/>
                  </a:lnTo>
                  <a:lnTo>
                    <a:pt x="741" y="499"/>
                  </a:lnTo>
                  <a:lnTo>
                    <a:pt x="753" y="495"/>
                  </a:lnTo>
                  <a:lnTo>
                    <a:pt x="766" y="490"/>
                  </a:lnTo>
                  <a:lnTo>
                    <a:pt x="779" y="487"/>
                  </a:lnTo>
                  <a:lnTo>
                    <a:pt x="791" y="483"/>
                  </a:lnTo>
                  <a:lnTo>
                    <a:pt x="805" y="479"/>
                  </a:lnTo>
                  <a:lnTo>
                    <a:pt x="818" y="475"/>
                  </a:lnTo>
                  <a:lnTo>
                    <a:pt x="832" y="472"/>
                  </a:lnTo>
                  <a:lnTo>
                    <a:pt x="844" y="468"/>
                  </a:lnTo>
                  <a:lnTo>
                    <a:pt x="858" y="465"/>
                  </a:lnTo>
                  <a:lnTo>
                    <a:pt x="871" y="461"/>
                  </a:lnTo>
                  <a:lnTo>
                    <a:pt x="865" y="449"/>
                  </a:lnTo>
                  <a:lnTo>
                    <a:pt x="858" y="435"/>
                  </a:lnTo>
                  <a:lnTo>
                    <a:pt x="851" y="421"/>
                  </a:lnTo>
                  <a:lnTo>
                    <a:pt x="844" y="408"/>
                  </a:lnTo>
                  <a:lnTo>
                    <a:pt x="837" y="394"/>
                  </a:lnTo>
                  <a:lnTo>
                    <a:pt x="832" y="381"/>
                  </a:lnTo>
                  <a:lnTo>
                    <a:pt x="825" y="366"/>
                  </a:lnTo>
                  <a:lnTo>
                    <a:pt x="820" y="352"/>
                  </a:lnTo>
                  <a:lnTo>
                    <a:pt x="579" y="430"/>
                  </a:lnTo>
                  <a:lnTo>
                    <a:pt x="571" y="427"/>
                  </a:lnTo>
                  <a:lnTo>
                    <a:pt x="552" y="419"/>
                  </a:lnTo>
                  <a:lnTo>
                    <a:pt x="523" y="408"/>
                  </a:lnTo>
                  <a:lnTo>
                    <a:pt x="485" y="394"/>
                  </a:lnTo>
                  <a:lnTo>
                    <a:pt x="441" y="378"/>
                  </a:lnTo>
                  <a:lnTo>
                    <a:pt x="392" y="362"/>
                  </a:lnTo>
                  <a:lnTo>
                    <a:pt x="340" y="344"/>
                  </a:lnTo>
                  <a:lnTo>
                    <a:pt x="287" y="325"/>
                  </a:lnTo>
                  <a:lnTo>
                    <a:pt x="233" y="307"/>
                  </a:lnTo>
                  <a:lnTo>
                    <a:pt x="181" y="290"/>
                  </a:lnTo>
                  <a:lnTo>
                    <a:pt x="132" y="273"/>
                  </a:lnTo>
                  <a:lnTo>
                    <a:pt x="89" y="258"/>
                  </a:lnTo>
                  <a:lnTo>
                    <a:pt x="53" y="246"/>
                  </a:lnTo>
                  <a:lnTo>
                    <a:pt x="24" y="237"/>
                  </a:lnTo>
                  <a:lnTo>
                    <a:pt x="7" y="231"/>
                  </a:lnTo>
                  <a:lnTo>
                    <a:pt x="0" y="229"/>
                  </a:lnTo>
                  <a:lnTo>
                    <a:pt x="0" y="202"/>
                  </a:lnTo>
                  <a:lnTo>
                    <a:pt x="569" y="402"/>
                  </a:lnTo>
                  <a:lnTo>
                    <a:pt x="812" y="321"/>
                  </a:lnTo>
                  <a:lnTo>
                    <a:pt x="807" y="306"/>
                  </a:lnTo>
                  <a:lnTo>
                    <a:pt x="805" y="288"/>
                  </a:lnTo>
                  <a:lnTo>
                    <a:pt x="799" y="275"/>
                  </a:lnTo>
                  <a:lnTo>
                    <a:pt x="787" y="271"/>
                  </a:lnTo>
                  <a:lnTo>
                    <a:pt x="582" y="340"/>
                  </a:lnTo>
                  <a:lnTo>
                    <a:pt x="572" y="341"/>
                  </a:lnTo>
                  <a:lnTo>
                    <a:pt x="552" y="337"/>
                  </a:lnTo>
                  <a:lnTo>
                    <a:pt x="523" y="330"/>
                  </a:lnTo>
                  <a:lnTo>
                    <a:pt x="485" y="321"/>
                  </a:lnTo>
                  <a:lnTo>
                    <a:pt x="441" y="308"/>
                  </a:lnTo>
                  <a:lnTo>
                    <a:pt x="393" y="294"/>
                  </a:lnTo>
                  <a:lnTo>
                    <a:pt x="342" y="278"/>
                  </a:lnTo>
                  <a:lnTo>
                    <a:pt x="289" y="262"/>
                  </a:lnTo>
                  <a:lnTo>
                    <a:pt x="237" y="246"/>
                  </a:lnTo>
                  <a:lnTo>
                    <a:pt x="187" y="230"/>
                  </a:lnTo>
                  <a:lnTo>
                    <a:pt x="139" y="214"/>
                  </a:lnTo>
                  <a:lnTo>
                    <a:pt x="97" y="201"/>
                  </a:lnTo>
                  <a:lnTo>
                    <a:pt x="61" y="189"/>
                  </a:lnTo>
                  <a:lnTo>
                    <a:pt x="35" y="180"/>
                  </a:lnTo>
                  <a:lnTo>
                    <a:pt x="16" y="174"/>
                  </a:lnTo>
                  <a:lnTo>
                    <a:pt x="10" y="172"/>
                  </a:lnTo>
                  <a:lnTo>
                    <a:pt x="7" y="172"/>
                  </a:lnTo>
                  <a:lnTo>
                    <a:pt x="5" y="165"/>
                  </a:lnTo>
                  <a:lnTo>
                    <a:pt x="5" y="158"/>
                  </a:lnTo>
                  <a:lnTo>
                    <a:pt x="5" y="151"/>
                  </a:lnTo>
                  <a:lnTo>
                    <a:pt x="5" y="143"/>
                  </a:lnTo>
                  <a:lnTo>
                    <a:pt x="569" y="315"/>
                  </a:lnTo>
                  <a:lnTo>
                    <a:pt x="785" y="243"/>
                  </a:lnTo>
                  <a:lnTo>
                    <a:pt x="794" y="237"/>
                  </a:lnTo>
                  <a:lnTo>
                    <a:pt x="805" y="229"/>
                  </a:lnTo>
                  <a:lnTo>
                    <a:pt x="819" y="220"/>
                  </a:lnTo>
                  <a:lnTo>
                    <a:pt x="834" y="212"/>
                  </a:lnTo>
                  <a:lnTo>
                    <a:pt x="849" y="204"/>
                  </a:lnTo>
                  <a:lnTo>
                    <a:pt x="864" y="196"/>
                  </a:lnTo>
                  <a:lnTo>
                    <a:pt x="876" y="190"/>
                  </a:lnTo>
                  <a:lnTo>
                    <a:pt x="888" y="186"/>
                  </a:lnTo>
                  <a:lnTo>
                    <a:pt x="891" y="193"/>
                  </a:lnTo>
                  <a:lnTo>
                    <a:pt x="890" y="200"/>
                  </a:lnTo>
                  <a:lnTo>
                    <a:pt x="886" y="205"/>
                  </a:lnTo>
                  <a:lnTo>
                    <a:pt x="880" y="212"/>
                  </a:lnTo>
                  <a:lnTo>
                    <a:pt x="874" y="218"/>
                  </a:lnTo>
                  <a:lnTo>
                    <a:pt x="867" y="224"/>
                  </a:lnTo>
                  <a:lnTo>
                    <a:pt x="861" y="230"/>
                  </a:lnTo>
                  <a:lnTo>
                    <a:pt x="858" y="237"/>
                  </a:lnTo>
                  <a:lnTo>
                    <a:pt x="848" y="254"/>
                  </a:lnTo>
                  <a:lnTo>
                    <a:pt x="842" y="269"/>
                  </a:lnTo>
                  <a:lnTo>
                    <a:pt x="842" y="284"/>
                  </a:lnTo>
                  <a:lnTo>
                    <a:pt x="845" y="300"/>
                  </a:lnTo>
                  <a:lnTo>
                    <a:pt x="852" y="316"/>
                  </a:lnTo>
                  <a:lnTo>
                    <a:pt x="861" y="333"/>
                  </a:lnTo>
                  <a:lnTo>
                    <a:pt x="873" y="354"/>
                  </a:lnTo>
                  <a:lnTo>
                    <a:pt x="886" y="377"/>
                  </a:lnTo>
                  <a:lnTo>
                    <a:pt x="901" y="401"/>
                  </a:lnTo>
                  <a:lnTo>
                    <a:pt x="916" y="424"/>
                  </a:lnTo>
                  <a:lnTo>
                    <a:pt x="932" y="447"/>
                  </a:lnTo>
                  <a:lnTo>
                    <a:pt x="949" y="469"/>
                  </a:lnTo>
                  <a:lnTo>
                    <a:pt x="966" y="491"/>
                  </a:lnTo>
                  <a:lnTo>
                    <a:pt x="985" y="513"/>
                  </a:lnTo>
                  <a:lnTo>
                    <a:pt x="1005" y="533"/>
                  </a:lnTo>
                  <a:lnTo>
                    <a:pt x="1026" y="552"/>
                  </a:lnTo>
                  <a:lnTo>
                    <a:pt x="1040" y="558"/>
                  </a:lnTo>
                  <a:lnTo>
                    <a:pt x="1055" y="564"/>
                  </a:lnTo>
                  <a:lnTo>
                    <a:pt x="1069" y="568"/>
                  </a:lnTo>
                  <a:lnTo>
                    <a:pt x="1084" y="573"/>
                  </a:lnTo>
                  <a:lnTo>
                    <a:pt x="1100" y="575"/>
                  </a:lnTo>
                  <a:lnTo>
                    <a:pt x="1115" y="576"/>
                  </a:lnTo>
                  <a:lnTo>
                    <a:pt x="1131" y="575"/>
                  </a:lnTo>
                  <a:lnTo>
                    <a:pt x="1147" y="573"/>
                  </a:lnTo>
                  <a:lnTo>
                    <a:pt x="1169" y="561"/>
                  </a:lnTo>
                  <a:lnTo>
                    <a:pt x="1190" y="548"/>
                  </a:lnTo>
                  <a:lnTo>
                    <a:pt x="1209" y="533"/>
                  </a:lnTo>
                  <a:lnTo>
                    <a:pt x="1229" y="514"/>
                  </a:lnTo>
                  <a:lnTo>
                    <a:pt x="1246" y="496"/>
                  </a:lnTo>
                  <a:lnTo>
                    <a:pt x="1262" y="476"/>
                  </a:lnTo>
                  <a:lnTo>
                    <a:pt x="1276" y="454"/>
                  </a:lnTo>
                  <a:lnTo>
                    <a:pt x="1288" y="432"/>
                  </a:lnTo>
                  <a:lnTo>
                    <a:pt x="1422" y="34"/>
                  </a:lnTo>
                  <a:lnTo>
                    <a:pt x="1429" y="27"/>
                  </a:lnTo>
                  <a:lnTo>
                    <a:pt x="1437" y="19"/>
                  </a:lnTo>
                  <a:lnTo>
                    <a:pt x="1445" y="12"/>
                  </a:lnTo>
                  <a:lnTo>
                    <a:pt x="1453" y="6"/>
                  </a:lnTo>
                  <a:lnTo>
                    <a:pt x="1463" y="2"/>
                  </a:lnTo>
                  <a:lnTo>
                    <a:pt x="1473" y="0"/>
                  </a:lnTo>
                  <a:lnTo>
                    <a:pt x="1483" y="2"/>
                  </a:lnTo>
                  <a:lnTo>
                    <a:pt x="149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8" name="Freeform 105"/>
            <p:cNvSpPr>
              <a:spLocks/>
            </p:cNvSpPr>
            <p:nvPr/>
          </p:nvSpPr>
          <p:spPr bwMode="auto">
            <a:xfrm>
              <a:off x="3106" y="3227"/>
              <a:ext cx="361" cy="452"/>
            </a:xfrm>
            <a:custGeom>
              <a:avLst/>
              <a:gdLst>
                <a:gd name="T0" fmla="*/ 171 w 722"/>
                <a:gd name="T1" fmla="*/ 405 h 903"/>
                <a:gd name="T2" fmla="*/ 204 w 722"/>
                <a:gd name="T3" fmla="*/ 181 h 903"/>
                <a:gd name="T4" fmla="*/ 242 w 722"/>
                <a:gd name="T5" fmla="*/ 100 h 903"/>
                <a:gd name="T6" fmla="*/ 287 w 722"/>
                <a:gd name="T7" fmla="*/ 95 h 903"/>
                <a:gd name="T8" fmla="*/ 288 w 722"/>
                <a:gd name="T9" fmla="*/ 278 h 903"/>
                <a:gd name="T10" fmla="*/ 322 w 722"/>
                <a:gd name="T11" fmla="*/ 257 h 903"/>
                <a:gd name="T12" fmla="*/ 340 w 722"/>
                <a:gd name="T13" fmla="*/ 216 h 903"/>
                <a:gd name="T14" fmla="*/ 349 w 722"/>
                <a:gd name="T15" fmla="*/ 90 h 903"/>
                <a:gd name="T16" fmla="*/ 339 w 722"/>
                <a:gd name="T17" fmla="*/ 49 h 903"/>
                <a:gd name="T18" fmla="*/ 305 w 722"/>
                <a:gd name="T19" fmla="*/ 19 h 903"/>
                <a:gd name="T20" fmla="*/ 249 w 722"/>
                <a:gd name="T21" fmla="*/ 15 h 903"/>
                <a:gd name="T22" fmla="*/ 193 w 722"/>
                <a:gd name="T23" fmla="*/ 22 h 903"/>
                <a:gd name="T24" fmla="*/ 141 w 722"/>
                <a:gd name="T25" fmla="*/ 38 h 903"/>
                <a:gd name="T26" fmla="*/ 85 w 722"/>
                <a:gd name="T27" fmla="*/ 63 h 903"/>
                <a:gd name="T28" fmla="*/ 49 w 722"/>
                <a:gd name="T29" fmla="*/ 106 h 903"/>
                <a:gd name="T30" fmla="*/ 23 w 722"/>
                <a:gd name="T31" fmla="*/ 233 h 903"/>
                <a:gd name="T32" fmla="*/ 28 w 722"/>
                <a:gd name="T33" fmla="*/ 283 h 903"/>
                <a:gd name="T34" fmla="*/ 55 w 722"/>
                <a:gd name="T35" fmla="*/ 321 h 903"/>
                <a:gd name="T36" fmla="*/ 87 w 722"/>
                <a:gd name="T37" fmla="*/ 331 h 903"/>
                <a:gd name="T38" fmla="*/ 113 w 722"/>
                <a:gd name="T39" fmla="*/ 334 h 903"/>
                <a:gd name="T40" fmla="*/ 138 w 722"/>
                <a:gd name="T41" fmla="*/ 333 h 903"/>
                <a:gd name="T42" fmla="*/ 165 w 722"/>
                <a:gd name="T43" fmla="*/ 326 h 903"/>
                <a:gd name="T44" fmla="*/ 165 w 722"/>
                <a:gd name="T45" fmla="*/ 339 h 903"/>
                <a:gd name="T46" fmla="*/ 138 w 722"/>
                <a:gd name="T47" fmla="*/ 346 h 903"/>
                <a:gd name="T48" fmla="*/ 113 w 722"/>
                <a:gd name="T49" fmla="*/ 350 h 903"/>
                <a:gd name="T50" fmla="*/ 88 w 722"/>
                <a:gd name="T51" fmla="*/ 349 h 903"/>
                <a:gd name="T52" fmla="*/ 61 w 722"/>
                <a:gd name="T53" fmla="*/ 344 h 903"/>
                <a:gd name="T54" fmla="*/ 27 w 722"/>
                <a:gd name="T55" fmla="*/ 325 h 903"/>
                <a:gd name="T56" fmla="*/ 5 w 722"/>
                <a:gd name="T57" fmla="*/ 293 h 903"/>
                <a:gd name="T58" fmla="*/ 3 w 722"/>
                <a:gd name="T59" fmla="*/ 183 h 903"/>
                <a:gd name="T60" fmla="*/ 31 w 722"/>
                <a:gd name="T61" fmla="*/ 79 h 903"/>
                <a:gd name="T62" fmla="*/ 49 w 722"/>
                <a:gd name="T63" fmla="*/ 54 h 903"/>
                <a:gd name="T64" fmla="*/ 72 w 722"/>
                <a:gd name="T65" fmla="*/ 39 h 903"/>
                <a:gd name="T66" fmla="*/ 99 w 722"/>
                <a:gd name="T67" fmla="*/ 30 h 903"/>
                <a:gd name="T68" fmla="*/ 137 w 722"/>
                <a:gd name="T69" fmla="*/ 20 h 903"/>
                <a:gd name="T70" fmla="*/ 152 w 722"/>
                <a:gd name="T71" fmla="*/ 17 h 903"/>
                <a:gd name="T72" fmla="*/ 187 w 722"/>
                <a:gd name="T73" fmla="*/ 10 h 903"/>
                <a:gd name="T74" fmla="*/ 230 w 722"/>
                <a:gd name="T75" fmla="*/ 3 h 903"/>
                <a:gd name="T76" fmla="*/ 266 w 722"/>
                <a:gd name="T77" fmla="*/ 0 h 903"/>
                <a:gd name="T78" fmla="*/ 315 w 722"/>
                <a:gd name="T79" fmla="*/ 7 h 903"/>
                <a:gd name="T80" fmla="*/ 350 w 722"/>
                <a:gd name="T81" fmla="*/ 35 h 903"/>
                <a:gd name="T82" fmla="*/ 361 w 722"/>
                <a:gd name="T83" fmla="*/ 105 h 903"/>
                <a:gd name="T84" fmla="*/ 360 w 722"/>
                <a:gd name="T85" fmla="*/ 181 h 903"/>
                <a:gd name="T86" fmla="*/ 354 w 722"/>
                <a:gd name="T87" fmla="*/ 235 h 903"/>
                <a:gd name="T88" fmla="*/ 325 w 722"/>
                <a:gd name="T89" fmla="*/ 278 h 903"/>
                <a:gd name="T90" fmla="*/ 301 w 722"/>
                <a:gd name="T91" fmla="*/ 292 h 903"/>
                <a:gd name="T92" fmla="*/ 277 w 722"/>
                <a:gd name="T93" fmla="*/ 305 h 903"/>
                <a:gd name="T94" fmla="*/ 289 w 722"/>
                <a:gd name="T95" fmla="*/ 107 h 903"/>
                <a:gd name="T96" fmla="*/ 250 w 722"/>
                <a:gd name="T97" fmla="*/ 113 h 903"/>
                <a:gd name="T98" fmla="*/ 178 w 722"/>
                <a:gd name="T99" fmla="*/ 452 h 903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22"/>
                <a:gd name="T151" fmla="*/ 0 h 903"/>
                <a:gd name="T152" fmla="*/ 722 w 722"/>
                <a:gd name="T153" fmla="*/ 903 h 903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22" h="903">
                  <a:moveTo>
                    <a:pt x="356" y="903"/>
                  </a:moveTo>
                  <a:lnTo>
                    <a:pt x="328" y="903"/>
                  </a:lnTo>
                  <a:lnTo>
                    <a:pt x="332" y="878"/>
                  </a:lnTo>
                  <a:lnTo>
                    <a:pt x="341" y="809"/>
                  </a:lnTo>
                  <a:lnTo>
                    <a:pt x="354" y="710"/>
                  </a:lnTo>
                  <a:lnTo>
                    <a:pt x="371" y="593"/>
                  </a:lnTo>
                  <a:lnTo>
                    <a:pt x="389" y="474"/>
                  </a:lnTo>
                  <a:lnTo>
                    <a:pt x="409" y="362"/>
                  </a:lnTo>
                  <a:lnTo>
                    <a:pt x="428" y="272"/>
                  </a:lnTo>
                  <a:lnTo>
                    <a:pt x="446" y="215"/>
                  </a:lnTo>
                  <a:lnTo>
                    <a:pt x="464" y="207"/>
                  </a:lnTo>
                  <a:lnTo>
                    <a:pt x="485" y="199"/>
                  </a:lnTo>
                  <a:lnTo>
                    <a:pt x="507" y="194"/>
                  </a:lnTo>
                  <a:lnTo>
                    <a:pt x="529" y="189"/>
                  </a:lnTo>
                  <a:lnTo>
                    <a:pt x="551" y="188"/>
                  </a:lnTo>
                  <a:lnTo>
                    <a:pt x="574" y="189"/>
                  </a:lnTo>
                  <a:lnTo>
                    <a:pt x="594" y="194"/>
                  </a:lnTo>
                  <a:lnTo>
                    <a:pt x="615" y="203"/>
                  </a:lnTo>
                  <a:lnTo>
                    <a:pt x="559" y="561"/>
                  </a:lnTo>
                  <a:lnTo>
                    <a:pt x="575" y="555"/>
                  </a:lnTo>
                  <a:lnTo>
                    <a:pt x="592" y="547"/>
                  </a:lnTo>
                  <a:lnTo>
                    <a:pt x="609" y="538"/>
                  </a:lnTo>
                  <a:lnTo>
                    <a:pt x="628" y="527"/>
                  </a:lnTo>
                  <a:lnTo>
                    <a:pt x="644" y="513"/>
                  </a:lnTo>
                  <a:lnTo>
                    <a:pt x="658" y="499"/>
                  </a:lnTo>
                  <a:lnTo>
                    <a:pt x="669" y="483"/>
                  </a:lnTo>
                  <a:lnTo>
                    <a:pt x="676" y="467"/>
                  </a:lnTo>
                  <a:lnTo>
                    <a:pt x="679" y="431"/>
                  </a:lnTo>
                  <a:lnTo>
                    <a:pt x="688" y="348"/>
                  </a:lnTo>
                  <a:lnTo>
                    <a:pt x="696" y="258"/>
                  </a:lnTo>
                  <a:lnTo>
                    <a:pt x="699" y="197"/>
                  </a:lnTo>
                  <a:lnTo>
                    <a:pt x="698" y="180"/>
                  </a:lnTo>
                  <a:lnTo>
                    <a:pt x="696" y="160"/>
                  </a:lnTo>
                  <a:lnTo>
                    <a:pt x="691" y="139"/>
                  </a:lnTo>
                  <a:lnTo>
                    <a:pt x="685" y="119"/>
                  </a:lnTo>
                  <a:lnTo>
                    <a:pt x="677" y="98"/>
                  </a:lnTo>
                  <a:lnTo>
                    <a:pt x="667" y="77"/>
                  </a:lnTo>
                  <a:lnTo>
                    <a:pt x="653" y="60"/>
                  </a:lnTo>
                  <a:lnTo>
                    <a:pt x="637" y="44"/>
                  </a:lnTo>
                  <a:lnTo>
                    <a:pt x="609" y="38"/>
                  </a:lnTo>
                  <a:lnTo>
                    <a:pt x="580" y="33"/>
                  </a:lnTo>
                  <a:lnTo>
                    <a:pt x="553" y="31"/>
                  </a:lnTo>
                  <a:lnTo>
                    <a:pt x="525" y="30"/>
                  </a:lnTo>
                  <a:lnTo>
                    <a:pt x="498" y="30"/>
                  </a:lnTo>
                  <a:lnTo>
                    <a:pt x="470" y="31"/>
                  </a:lnTo>
                  <a:lnTo>
                    <a:pt x="441" y="35"/>
                  </a:lnTo>
                  <a:lnTo>
                    <a:pt x="415" y="38"/>
                  </a:lnTo>
                  <a:lnTo>
                    <a:pt x="387" y="44"/>
                  </a:lnTo>
                  <a:lnTo>
                    <a:pt x="360" y="50"/>
                  </a:lnTo>
                  <a:lnTo>
                    <a:pt x="333" y="58"/>
                  </a:lnTo>
                  <a:lnTo>
                    <a:pt x="307" y="66"/>
                  </a:lnTo>
                  <a:lnTo>
                    <a:pt x="281" y="75"/>
                  </a:lnTo>
                  <a:lnTo>
                    <a:pt x="256" y="84"/>
                  </a:lnTo>
                  <a:lnTo>
                    <a:pt x="230" y="94"/>
                  </a:lnTo>
                  <a:lnTo>
                    <a:pt x="206" y="106"/>
                  </a:lnTo>
                  <a:lnTo>
                    <a:pt x="170" y="126"/>
                  </a:lnTo>
                  <a:lnTo>
                    <a:pt x="143" y="146"/>
                  </a:lnTo>
                  <a:lnTo>
                    <a:pt x="123" y="167"/>
                  </a:lnTo>
                  <a:lnTo>
                    <a:pt x="109" y="189"/>
                  </a:lnTo>
                  <a:lnTo>
                    <a:pt x="99" y="211"/>
                  </a:lnTo>
                  <a:lnTo>
                    <a:pt x="91" y="235"/>
                  </a:lnTo>
                  <a:lnTo>
                    <a:pt x="83" y="259"/>
                  </a:lnTo>
                  <a:lnTo>
                    <a:pt x="73" y="285"/>
                  </a:lnTo>
                  <a:lnTo>
                    <a:pt x="45" y="465"/>
                  </a:lnTo>
                  <a:lnTo>
                    <a:pt x="46" y="491"/>
                  </a:lnTo>
                  <a:lnTo>
                    <a:pt x="48" y="516"/>
                  </a:lnTo>
                  <a:lnTo>
                    <a:pt x="52" y="541"/>
                  </a:lnTo>
                  <a:lnTo>
                    <a:pt x="56" y="566"/>
                  </a:lnTo>
                  <a:lnTo>
                    <a:pt x="64" y="588"/>
                  </a:lnTo>
                  <a:lnTo>
                    <a:pt x="76" y="608"/>
                  </a:lnTo>
                  <a:lnTo>
                    <a:pt x="91" y="627"/>
                  </a:lnTo>
                  <a:lnTo>
                    <a:pt x="111" y="641"/>
                  </a:lnTo>
                  <a:lnTo>
                    <a:pt x="128" y="647"/>
                  </a:lnTo>
                  <a:lnTo>
                    <a:pt x="144" y="653"/>
                  </a:lnTo>
                  <a:lnTo>
                    <a:pt x="160" y="658"/>
                  </a:lnTo>
                  <a:lnTo>
                    <a:pt x="174" y="661"/>
                  </a:lnTo>
                  <a:lnTo>
                    <a:pt x="188" y="665"/>
                  </a:lnTo>
                  <a:lnTo>
                    <a:pt x="202" y="667"/>
                  </a:lnTo>
                  <a:lnTo>
                    <a:pt x="214" y="668"/>
                  </a:lnTo>
                  <a:lnTo>
                    <a:pt x="227" y="668"/>
                  </a:lnTo>
                  <a:lnTo>
                    <a:pt x="238" y="668"/>
                  </a:lnTo>
                  <a:lnTo>
                    <a:pt x="251" y="668"/>
                  </a:lnTo>
                  <a:lnTo>
                    <a:pt x="263" y="667"/>
                  </a:lnTo>
                  <a:lnTo>
                    <a:pt x="275" y="665"/>
                  </a:lnTo>
                  <a:lnTo>
                    <a:pt x="288" y="662"/>
                  </a:lnTo>
                  <a:lnTo>
                    <a:pt x="301" y="659"/>
                  </a:lnTo>
                  <a:lnTo>
                    <a:pt x="314" y="656"/>
                  </a:lnTo>
                  <a:lnTo>
                    <a:pt x="329" y="652"/>
                  </a:lnTo>
                  <a:lnTo>
                    <a:pt x="333" y="657"/>
                  </a:lnTo>
                  <a:lnTo>
                    <a:pt x="333" y="664"/>
                  </a:lnTo>
                  <a:lnTo>
                    <a:pt x="331" y="672"/>
                  </a:lnTo>
                  <a:lnTo>
                    <a:pt x="329" y="677"/>
                  </a:lnTo>
                  <a:lnTo>
                    <a:pt x="316" y="682"/>
                  </a:lnTo>
                  <a:lnTo>
                    <a:pt x="302" y="686"/>
                  </a:lnTo>
                  <a:lnTo>
                    <a:pt x="289" y="690"/>
                  </a:lnTo>
                  <a:lnTo>
                    <a:pt x="276" y="692"/>
                  </a:lnTo>
                  <a:lnTo>
                    <a:pt x="264" y="695"/>
                  </a:lnTo>
                  <a:lnTo>
                    <a:pt x="251" y="697"/>
                  </a:lnTo>
                  <a:lnTo>
                    <a:pt x="238" y="699"/>
                  </a:lnTo>
                  <a:lnTo>
                    <a:pt x="226" y="699"/>
                  </a:lnTo>
                  <a:lnTo>
                    <a:pt x="213" y="700"/>
                  </a:lnTo>
                  <a:lnTo>
                    <a:pt x="202" y="700"/>
                  </a:lnTo>
                  <a:lnTo>
                    <a:pt x="189" y="699"/>
                  </a:lnTo>
                  <a:lnTo>
                    <a:pt x="176" y="698"/>
                  </a:lnTo>
                  <a:lnTo>
                    <a:pt x="164" y="696"/>
                  </a:lnTo>
                  <a:lnTo>
                    <a:pt x="150" y="694"/>
                  </a:lnTo>
                  <a:lnTo>
                    <a:pt x="137" y="690"/>
                  </a:lnTo>
                  <a:lnTo>
                    <a:pt x="123" y="687"/>
                  </a:lnTo>
                  <a:lnTo>
                    <a:pt x="106" y="680"/>
                  </a:lnTo>
                  <a:lnTo>
                    <a:pt x="88" y="672"/>
                  </a:lnTo>
                  <a:lnTo>
                    <a:pt x="71" y="661"/>
                  </a:lnTo>
                  <a:lnTo>
                    <a:pt x="55" y="650"/>
                  </a:lnTo>
                  <a:lnTo>
                    <a:pt x="40" y="636"/>
                  </a:lnTo>
                  <a:lnTo>
                    <a:pt x="28" y="621"/>
                  </a:lnTo>
                  <a:lnTo>
                    <a:pt x="18" y="605"/>
                  </a:lnTo>
                  <a:lnTo>
                    <a:pt x="10" y="586"/>
                  </a:lnTo>
                  <a:lnTo>
                    <a:pt x="2" y="531"/>
                  </a:lnTo>
                  <a:lnTo>
                    <a:pt x="0" y="476"/>
                  </a:lnTo>
                  <a:lnTo>
                    <a:pt x="1" y="421"/>
                  </a:lnTo>
                  <a:lnTo>
                    <a:pt x="7" y="365"/>
                  </a:lnTo>
                  <a:lnTo>
                    <a:pt x="16" y="311"/>
                  </a:lnTo>
                  <a:lnTo>
                    <a:pt x="29" y="258"/>
                  </a:lnTo>
                  <a:lnTo>
                    <a:pt x="44" y="206"/>
                  </a:lnTo>
                  <a:lnTo>
                    <a:pt x="62" y="157"/>
                  </a:lnTo>
                  <a:lnTo>
                    <a:pt x="71" y="142"/>
                  </a:lnTo>
                  <a:lnTo>
                    <a:pt x="81" y="129"/>
                  </a:lnTo>
                  <a:lnTo>
                    <a:pt x="90" y="118"/>
                  </a:lnTo>
                  <a:lnTo>
                    <a:pt x="99" y="107"/>
                  </a:lnTo>
                  <a:lnTo>
                    <a:pt x="109" y="99"/>
                  </a:lnTo>
                  <a:lnTo>
                    <a:pt x="120" y="91"/>
                  </a:lnTo>
                  <a:lnTo>
                    <a:pt x="131" y="84"/>
                  </a:lnTo>
                  <a:lnTo>
                    <a:pt x="143" y="78"/>
                  </a:lnTo>
                  <a:lnTo>
                    <a:pt x="155" y="73"/>
                  </a:lnTo>
                  <a:lnTo>
                    <a:pt x="169" y="68"/>
                  </a:lnTo>
                  <a:lnTo>
                    <a:pt x="183" y="63"/>
                  </a:lnTo>
                  <a:lnTo>
                    <a:pt x="199" y="59"/>
                  </a:lnTo>
                  <a:lnTo>
                    <a:pt x="215" y="54"/>
                  </a:lnTo>
                  <a:lnTo>
                    <a:pt x="233" y="50"/>
                  </a:lnTo>
                  <a:lnTo>
                    <a:pt x="252" y="45"/>
                  </a:lnTo>
                  <a:lnTo>
                    <a:pt x="273" y="39"/>
                  </a:lnTo>
                  <a:lnTo>
                    <a:pt x="275" y="39"/>
                  </a:lnTo>
                  <a:lnTo>
                    <a:pt x="281" y="38"/>
                  </a:lnTo>
                  <a:lnTo>
                    <a:pt x="290" y="36"/>
                  </a:lnTo>
                  <a:lnTo>
                    <a:pt x="303" y="33"/>
                  </a:lnTo>
                  <a:lnTo>
                    <a:pt x="319" y="30"/>
                  </a:lnTo>
                  <a:lnTo>
                    <a:pt x="336" y="26"/>
                  </a:lnTo>
                  <a:lnTo>
                    <a:pt x="355" y="23"/>
                  </a:lnTo>
                  <a:lnTo>
                    <a:pt x="375" y="20"/>
                  </a:lnTo>
                  <a:lnTo>
                    <a:pt x="397" y="16"/>
                  </a:lnTo>
                  <a:lnTo>
                    <a:pt x="418" y="13"/>
                  </a:lnTo>
                  <a:lnTo>
                    <a:pt x="440" y="9"/>
                  </a:lnTo>
                  <a:lnTo>
                    <a:pt x="461" y="6"/>
                  </a:lnTo>
                  <a:lnTo>
                    <a:pt x="481" y="3"/>
                  </a:lnTo>
                  <a:lnTo>
                    <a:pt x="500" y="1"/>
                  </a:lnTo>
                  <a:lnTo>
                    <a:pt x="516" y="0"/>
                  </a:lnTo>
                  <a:lnTo>
                    <a:pt x="531" y="0"/>
                  </a:lnTo>
                  <a:lnTo>
                    <a:pt x="556" y="0"/>
                  </a:lnTo>
                  <a:lnTo>
                    <a:pt x="582" y="2"/>
                  </a:lnTo>
                  <a:lnTo>
                    <a:pt x="606" y="7"/>
                  </a:lnTo>
                  <a:lnTo>
                    <a:pt x="629" y="13"/>
                  </a:lnTo>
                  <a:lnTo>
                    <a:pt x="650" y="22"/>
                  </a:lnTo>
                  <a:lnTo>
                    <a:pt x="668" y="33"/>
                  </a:lnTo>
                  <a:lnTo>
                    <a:pt x="685" y="50"/>
                  </a:lnTo>
                  <a:lnTo>
                    <a:pt x="699" y="69"/>
                  </a:lnTo>
                  <a:lnTo>
                    <a:pt x="711" y="98"/>
                  </a:lnTo>
                  <a:lnTo>
                    <a:pt x="718" y="131"/>
                  </a:lnTo>
                  <a:lnTo>
                    <a:pt x="721" y="169"/>
                  </a:lnTo>
                  <a:lnTo>
                    <a:pt x="722" y="209"/>
                  </a:lnTo>
                  <a:lnTo>
                    <a:pt x="722" y="249"/>
                  </a:lnTo>
                  <a:lnTo>
                    <a:pt x="720" y="289"/>
                  </a:lnTo>
                  <a:lnTo>
                    <a:pt x="719" y="327"/>
                  </a:lnTo>
                  <a:lnTo>
                    <a:pt x="719" y="362"/>
                  </a:lnTo>
                  <a:lnTo>
                    <a:pt x="716" y="391"/>
                  </a:lnTo>
                  <a:lnTo>
                    <a:pt x="715" y="417"/>
                  </a:lnTo>
                  <a:lnTo>
                    <a:pt x="713" y="445"/>
                  </a:lnTo>
                  <a:lnTo>
                    <a:pt x="708" y="470"/>
                  </a:lnTo>
                  <a:lnTo>
                    <a:pt x="700" y="494"/>
                  </a:lnTo>
                  <a:lnTo>
                    <a:pt x="689" y="516"/>
                  </a:lnTo>
                  <a:lnTo>
                    <a:pt x="673" y="537"/>
                  </a:lnTo>
                  <a:lnTo>
                    <a:pt x="650" y="555"/>
                  </a:lnTo>
                  <a:lnTo>
                    <a:pt x="638" y="562"/>
                  </a:lnTo>
                  <a:lnTo>
                    <a:pt x="625" y="570"/>
                  </a:lnTo>
                  <a:lnTo>
                    <a:pt x="614" y="577"/>
                  </a:lnTo>
                  <a:lnTo>
                    <a:pt x="602" y="584"/>
                  </a:lnTo>
                  <a:lnTo>
                    <a:pt x="590" y="592"/>
                  </a:lnTo>
                  <a:lnTo>
                    <a:pt x="578" y="598"/>
                  </a:lnTo>
                  <a:lnTo>
                    <a:pt x="565" y="604"/>
                  </a:lnTo>
                  <a:lnTo>
                    <a:pt x="553" y="609"/>
                  </a:lnTo>
                  <a:lnTo>
                    <a:pt x="503" y="903"/>
                  </a:lnTo>
                  <a:lnTo>
                    <a:pt x="478" y="903"/>
                  </a:lnTo>
                  <a:lnTo>
                    <a:pt x="589" y="215"/>
                  </a:lnTo>
                  <a:lnTo>
                    <a:pt x="577" y="213"/>
                  </a:lnTo>
                  <a:lnTo>
                    <a:pt x="561" y="213"/>
                  </a:lnTo>
                  <a:lnTo>
                    <a:pt x="542" y="215"/>
                  </a:lnTo>
                  <a:lnTo>
                    <a:pt x="522" y="219"/>
                  </a:lnTo>
                  <a:lnTo>
                    <a:pt x="500" y="225"/>
                  </a:lnTo>
                  <a:lnTo>
                    <a:pt x="481" y="230"/>
                  </a:lnTo>
                  <a:lnTo>
                    <a:pt x="465" y="235"/>
                  </a:lnTo>
                  <a:lnTo>
                    <a:pt x="454" y="241"/>
                  </a:lnTo>
                  <a:lnTo>
                    <a:pt x="356" y="90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9" name="Freeform 106"/>
            <p:cNvSpPr>
              <a:spLocks/>
            </p:cNvSpPr>
            <p:nvPr/>
          </p:nvSpPr>
          <p:spPr bwMode="auto">
            <a:xfrm>
              <a:off x="3162" y="3260"/>
              <a:ext cx="214" cy="263"/>
            </a:xfrm>
            <a:custGeom>
              <a:avLst/>
              <a:gdLst>
                <a:gd name="T0" fmla="*/ 204 w 428"/>
                <a:gd name="T1" fmla="*/ 2 h 526"/>
                <a:gd name="T2" fmla="*/ 184 w 428"/>
                <a:gd name="T3" fmla="*/ 8 h 526"/>
                <a:gd name="T4" fmla="*/ 165 w 428"/>
                <a:gd name="T5" fmla="*/ 14 h 526"/>
                <a:gd name="T6" fmla="*/ 148 w 428"/>
                <a:gd name="T7" fmla="*/ 20 h 526"/>
                <a:gd name="T8" fmla="*/ 130 w 428"/>
                <a:gd name="T9" fmla="*/ 26 h 526"/>
                <a:gd name="T10" fmla="*/ 112 w 428"/>
                <a:gd name="T11" fmla="*/ 33 h 526"/>
                <a:gd name="T12" fmla="*/ 96 w 428"/>
                <a:gd name="T13" fmla="*/ 39 h 526"/>
                <a:gd name="T14" fmla="*/ 79 w 428"/>
                <a:gd name="T15" fmla="*/ 45 h 526"/>
                <a:gd name="T16" fmla="*/ 57 w 428"/>
                <a:gd name="T17" fmla="*/ 58 h 526"/>
                <a:gd name="T18" fmla="*/ 39 w 428"/>
                <a:gd name="T19" fmla="*/ 83 h 526"/>
                <a:gd name="T20" fmla="*/ 28 w 428"/>
                <a:gd name="T21" fmla="*/ 114 h 526"/>
                <a:gd name="T22" fmla="*/ 23 w 428"/>
                <a:gd name="T23" fmla="*/ 146 h 526"/>
                <a:gd name="T24" fmla="*/ 18 w 428"/>
                <a:gd name="T25" fmla="*/ 263 h 526"/>
                <a:gd name="T26" fmla="*/ 13 w 428"/>
                <a:gd name="T27" fmla="*/ 263 h 526"/>
                <a:gd name="T28" fmla="*/ 8 w 428"/>
                <a:gd name="T29" fmla="*/ 262 h 526"/>
                <a:gd name="T30" fmla="*/ 3 w 428"/>
                <a:gd name="T31" fmla="*/ 260 h 526"/>
                <a:gd name="T32" fmla="*/ 1 w 428"/>
                <a:gd name="T33" fmla="*/ 259 h 526"/>
                <a:gd name="T34" fmla="*/ 0 w 428"/>
                <a:gd name="T35" fmla="*/ 206 h 526"/>
                <a:gd name="T36" fmla="*/ 3 w 428"/>
                <a:gd name="T37" fmla="*/ 153 h 526"/>
                <a:gd name="T38" fmla="*/ 15 w 428"/>
                <a:gd name="T39" fmla="*/ 102 h 526"/>
                <a:gd name="T40" fmla="*/ 38 w 428"/>
                <a:gd name="T41" fmla="*/ 57 h 526"/>
                <a:gd name="T42" fmla="*/ 54 w 428"/>
                <a:gd name="T43" fmla="*/ 47 h 526"/>
                <a:gd name="T44" fmla="*/ 72 w 428"/>
                <a:gd name="T45" fmla="*/ 38 h 526"/>
                <a:gd name="T46" fmla="*/ 90 w 428"/>
                <a:gd name="T47" fmla="*/ 30 h 526"/>
                <a:gd name="T48" fmla="*/ 108 w 428"/>
                <a:gd name="T49" fmla="*/ 24 h 526"/>
                <a:gd name="T50" fmla="*/ 126 w 428"/>
                <a:gd name="T51" fmla="*/ 18 h 526"/>
                <a:gd name="T52" fmla="*/ 146 w 428"/>
                <a:gd name="T53" fmla="*/ 12 h 526"/>
                <a:gd name="T54" fmla="*/ 165 w 428"/>
                <a:gd name="T55" fmla="*/ 8 h 526"/>
                <a:gd name="T56" fmla="*/ 184 w 428"/>
                <a:gd name="T57" fmla="*/ 3 h 526"/>
                <a:gd name="T58" fmla="*/ 191 w 428"/>
                <a:gd name="T59" fmla="*/ 2 h 526"/>
                <a:gd name="T60" fmla="*/ 199 w 428"/>
                <a:gd name="T61" fmla="*/ 1 h 526"/>
                <a:gd name="T62" fmla="*/ 207 w 428"/>
                <a:gd name="T63" fmla="*/ 1 h 526"/>
                <a:gd name="T64" fmla="*/ 214 w 428"/>
                <a:gd name="T65" fmla="*/ 0 h 5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28"/>
                <a:gd name="T100" fmla="*/ 0 h 526"/>
                <a:gd name="T101" fmla="*/ 428 w 428"/>
                <a:gd name="T102" fmla="*/ 526 h 52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28" h="526">
                  <a:moveTo>
                    <a:pt x="428" y="0"/>
                  </a:moveTo>
                  <a:lnTo>
                    <a:pt x="407" y="5"/>
                  </a:lnTo>
                  <a:lnTo>
                    <a:pt x="388" y="11"/>
                  </a:lnTo>
                  <a:lnTo>
                    <a:pt x="368" y="17"/>
                  </a:lnTo>
                  <a:lnTo>
                    <a:pt x="349" y="23"/>
                  </a:lnTo>
                  <a:lnTo>
                    <a:pt x="330" y="28"/>
                  </a:lnTo>
                  <a:lnTo>
                    <a:pt x="312" y="34"/>
                  </a:lnTo>
                  <a:lnTo>
                    <a:pt x="295" y="41"/>
                  </a:lnTo>
                  <a:lnTo>
                    <a:pt x="276" y="47"/>
                  </a:lnTo>
                  <a:lnTo>
                    <a:pt x="259" y="53"/>
                  </a:lnTo>
                  <a:lnTo>
                    <a:pt x="242" y="60"/>
                  </a:lnTo>
                  <a:lnTo>
                    <a:pt x="225" y="65"/>
                  </a:lnTo>
                  <a:lnTo>
                    <a:pt x="208" y="71"/>
                  </a:lnTo>
                  <a:lnTo>
                    <a:pt x="191" y="78"/>
                  </a:lnTo>
                  <a:lnTo>
                    <a:pt x="175" y="84"/>
                  </a:lnTo>
                  <a:lnTo>
                    <a:pt x="157" y="91"/>
                  </a:lnTo>
                  <a:lnTo>
                    <a:pt x="141" y="96"/>
                  </a:lnTo>
                  <a:lnTo>
                    <a:pt x="115" y="116"/>
                  </a:lnTo>
                  <a:lnTo>
                    <a:pt x="94" y="140"/>
                  </a:lnTo>
                  <a:lnTo>
                    <a:pt x="78" y="167"/>
                  </a:lnTo>
                  <a:lnTo>
                    <a:pt x="66" y="197"/>
                  </a:lnTo>
                  <a:lnTo>
                    <a:pt x="57" y="228"/>
                  </a:lnTo>
                  <a:lnTo>
                    <a:pt x="50" y="260"/>
                  </a:lnTo>
                  <a:lnTo>
                    <a:pt x="45" y="292"/>
                  </a:lnTo>
                  <a:lnTo>
                    <a:pt x="39" y="323"/>
                  </a:lnTo>
                  <a:lnTo>
                    <a:pt x="35" y="525"/>
                  </a:lnTo>
                  <a:lnTo>
                    <a:pt x="32" y="526"/>
                  </a:lnTo>
                  <a:lnTo>
                    <a:pt x="27" y="526"/>
                  </a:lnTo>
                  <a:lnTo>
                    <a:pt x="22" y="525"/>
                  </a:lnTo>
                  <a:lnTo>
                    <a:pt x="16" y="524"/>
                  </a:lnTo>
                  <a:lnTo>
                    <a:pt x="10" y="522"/>
                  </a:lnTo>
                  <a:lnTo>
                    <a:pt x="5" y="520"/>
                  </a:lnTo>
                  <a:lnTo>
                    <a:pt x="2" y="518"/>
                  </a:lnTo>
                  <a:lnTo>
                    <a:pt x="1" y="518"/>
                  </a:lnTo>
                  <a:lnTo>
                    <a:pt x="0" y="465"/>
                  </a:lnTo>
                  <a:lnTo>
                    <a:pt x="0" y="412"/>
                  </a:lnTo>
                  <a:lnTo>
                    <a:pt x="2" y="358"/>
                  </a:lnTo>
                  <a:lnTo>
                    <a:pt x="7" y="306"/>
                  </a:lnTo>
                  <a:lnTo>
                    <a:pt x="16" y="254"/>
                  </a:lnTo>
                  <a:lnTo>
                    <a:pt x="30" y="205"/>
                  </a:lnTo>
                  <a:lnTo>
                    <a:pt x="49" y="159"/>
                  </a:lnTo>
                  <a:lnTo>
                    <a:pt x="76" y="115"/>
                  </a:lnTo>
                  <a:lnTo>
                    <a:pt x="92" y="105"/>
                  </a:lnTo>
                  <a:lnTo>
                    <a:pt x="109" y="94"/>
                  </a:lnTo>
                  <a:lnTo>
                    <a:pt x="126" y="85"/>
                  </a:lnTo>
                  <a:lnTo>
                    <a:pt x="144" y="77"/>
                  </a:lnTo>
                  <a:lnTo>
                    <a:pt x="161" y="69"/>
                  </a:lnTo>
                  <a:lnTo>
                    <a:pt x="179" y="61"/>
                  </a:lnTo>
                  <a:lnTo>
                    <a:pt x="198" y="54"/>
                  </a:lnTo>
                  <a:lnTo>
                    <a:pt x="216" y="48"/>
                  </a:lnTo>
                  <a:lnTo>
                    <a:pt x="235" y="41"/>
                  </a:lnTo>
                  <a:lnTo>
                    <a:pt x="253" y="37"/>
                  </a:lnTo>
                  <a:lnTo>
                    <a:pt x="272" y="31"/>
                  </a:lnTo>
                  <a:lnTo>
                    <a:pt x="291" y="25"/>
                  </a:lnTo>
                  <a:lnTo>
                    <a:pt x="310" y="20"/>
                  </a:lnTo>
                  <a:lnTo>
                    <a:pt x="329" y="16"/>
                  </a:lnTo>
                  <a:lnTo>
                    <a:pt x="348" y="11"/>
                  </a:lnTo>
                  <a:lnTo>
                    <a:pt x="367" y="7"/>
                  </a:lnTo>
                  <a:lnTo>
                    <a:pt x="375" y="5"/>
                  </a:lnTo>
                  <a:lnTo>
                    <a:pt x="382" y="4"/>
                  </a:lnTo>
                  <a:lnTo>
                    <a:pt x="390" y="3"/>
                  </a:lnTo>
                  <a:lnTo>
                    <a:pt x="398" y="3"/>
                  </a:lnTo>
                  <a:lnTo>
                    <a:pt x="405" y="2"/>
                  </a:lnTo>
                  <a:lnTo>
                    <a:pt x="413" y="1"/>
                  </a:lnTo>
                  <a:lnTo>
                    <a:pt x="420" y="1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0" name="Freeform 107"/>
            <p:cNvSpPr>
              <a:spLocks/>
            </p:cNvSpPr>
            <p:nvPr/>
          </p:nvSpPr>
          <p:spPr bwMode="auto">
            <a:xfrm>
              <a:off x="3293" y="3347"/>
              <a:ext cx="64" cy="331"/>
            </a:xfrm>
            <a:custGeom>
              <a:avLst/>
              <a:gdLst>
                <a:gd name="T0" fmla="*/ 0 w 128"/>
                <a:gd name="T1" fmla="*/ 331 h 661"/>
                <a:gd name="T2" fmla="*/ 37 w 128"/>
                <a:gd name="T3" fmla="*/ 108 h 661"/>
                <a:gd name="T4" fmla="*/ 56 w 128"/>
                <a:gd name="T5" fmla="*/ 3 h 661"/>
                <a:gd name="T6" fmla="*/ 57 w 128"/>
                <a:gd name="T7" fmla="*/ 1 h 661"/>
                <a:gd name="T8" fmla="*/ 59 w 128"/>
                <a:gd name="T9" fmla="*/ 0 h 661"/>
                <a:gd name="T10" fmla="*/ 62 w 128"/>
                <a:gd name="T11" fmla="*/ 0 h 661"/>
                <a:gd name="T12" fmla="*/ 64 w 128"/>
                <a:gd name="T13" fmla="*/ 0 h 661"/>
                <a:gd name="T14" fmla="*/ 46 w 128"/>
                <a:gd name="T15" fmla="*/ 111 h 661"/>
                <a:gd name="T16" fmla="*/ 10 w 128"/>
                <a:gd name="T17" fmla="*/ 331 h 661"/>
                <a:gd name="T18" fmla="*/ 0 w 128"/>
                <a:gd name="T19" fmla="*/ 331 h 6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8"/>
                <a:gd name="T31" fmla="*/ 0 h 661"/>
                <a:gd name="T32" fmla="*/ 128 w 128"/>
                <a:gd name="T33" fmla="*/ 661 h 66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8" h="661">
                  <a:moveTo>
                    <a:pt x="0" y="661"/>
                  </a:moveTo>
                  <a:lnTo>
                    <a:pt x="74" y="215"/>
                  </a:lnTo>
                  <a:lnTo>
                    <a:pt x="113" y="6"/>
                  </a:lnTo>
                  <a:lnTo>
                    <a:pt x="114" y="1"/>
                  </a:lnTo>
                  <a:lnTo>
                    <a:pt x="118" y="0"/>
                  </a:lnTo>
                  <a:lnTo>
                    <a:pt x="124" y="0"/>
                  </a:lnTo>
                  <a:lnTo>
                    <a:pt x="128" y="0"/>
                  </a:lnTo>
                  <a:lnTo>
                    <a:pt x="92" y="222"/>
                  </a:lnTo>
                  <a:lnTo>
                    <a:pt x="20" y="661"/>
                  </a:lnTo>
                  <a:lnTo>
                    <a:pt x="0" y="6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1" name="Freeform 108"/>
            <p:cNvSpPr>
              <a:spLocks/>
            </p:cNvSpPr>
            <p:nvPr/>
          </p:nvSpPr>
          <p:spPr bwMode="auto">
            <a:xfrm>
              <a:off x="2649" y="2775"/>
              <a:ext cx="44" cy="198"/>
            </a:xfrm>
            <a:custGeom>
              <a:avLst/>
              <a:gdLst>
                <a:gd name="T0" fmla="*/ 44 w 88"/>
                <a:gd name="T1" fmla="*/ 197 h 395"/>
                <a:gd name="T2" fmla="*/ 40 w 88"/>
                <a:gd name="T3" fmla="*/ 0 h 395"/>
                <a:gd name="T4" fmla="*/ 0 w 88"/>
                <a:gd name="T5" fmla="*/ 1 h 395"/>
                <a:gd name="T6" fmla="*/ 5 w 88"/>
                <a:gd name="T7" fmla="*/ 198 h 395"/>
                <a:gd name="T8" fmla="*/ 44 w 88"/>
                <a:gd name="T9" fmla="*/ 197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395"/>
                <a:gd name="T17" fmla="*/ 88 w 88"/>
                <a:gd name="T18" fmla="*/ 395 h 3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395">
                  <a:moveTo>
                    <a:pt x="88" y="394"/>
                  </a:moveTo>
                  <a:lnTo>
                    <a:pt x="79" y="0"/>
                  </a:lnTo>
                  <a:lnTo>
                    <a:pt x="0" y="1"/>
                  </a:lnTo>
                  <a:lnTo>
                    <a:pt x="9" y="395"/>
                  </a:lnTo>
                  <a:lnTo>
                    <a:pt x="88" y="394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2" name="Freeform 109"/>
            <p:cNvSpPr>
              <a:spLocks/>
            </p:cNvSpPr>
            <p:nvPr/>
          </p:nvSpPr>
          <p:spPr bwMode="auto">
            <a:xfrm>
              <a:off x="2705" y="2698"/>
              <a:ext cx="45" cy="273"/>
            </a:xfrm>
            <a:custGeom>
              <a:avLst/>
              <a:gdLst>
                <a:gd name="T0" fmla="*/ 45 w 90"/>
                <a:gd name="T1" fmla="*/ 272 h 545"/>
                <a:gd name="T2" fmla="*/ 40 w 90"/>
                <a:gd name="T3" fmla="*/ 0 h 545"/>
                <a:gd name="T4" fmla="*/ 0 w 90"/>
                <a:gd name="T5" fmla="*/ 1 h 545"/>
                <a:gd name="T6" fmla="*/ 5 w 90"/>
                <a:gd name="T7" fmla="*/ 273 h 545"/>
                <a:gd name="T8" fmla="*/ 45 w 90"/>
                <a:gd name="T9" fmla="*/ 272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545"/>
                <a:gd name="T17" fmla="*/ 90 w 90"/>
                <a:gd name="T18" fmla="*/ 545 h 5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545">
                  <a:moveTo>
                    <a:pt x="90" y="543"/>
                  </a:moveTo>
                  <a:lnTo>
                    <a:pt x="80" y="0"/>
                  </a:lnTo>
                  <a:lnTo>
                    <a:pt x="0" y="2"/>
                  </a:lnTo>
                  <a:lnTo>
                    <a:pt x="9" y="545"/>
                  </a:lnTo>
                  <a:lnTo>
                    <a:pt x="90" y="543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3" name="Freeform 110"/>
            <p:cNvSpPr>
              <a:spLocks/>
            </p:cNvSpPr>
            <p:nvPr/>
          </p:nvSpPr>
          <p:spPr bwMode="auto">
            <a:xfrm>
              <a:off x="2760" y="2743"/>
              <a:ext cx="45" cy="225"/>
            </a:xfrm>
            <a:custGeom>
              <a:avLst/>
              <a:gdLst>
                <a:gd name="T0" fmla="*/ 45 w 90"/>
                <a:gd name="T1" fmla="*/ 224 h 450"/>
                <a:gd name="T2" fmla="*/ 40 w 90"/>
                <a:gd name="T3" fmla="*/ 0 h 450"/>
                <a:gd name="T4" fmla="*/ 0 w 90"/>
                <a:gd name="T5" fmla="*/ 2 h 450"/>
                <a:gd name="T6" fmla="*/ 5 w 90"/>
                <a:gd name="T7" fmla="*/ 225 h 450"/>
                <a:gd name="T8" fmla="*/ 45 w 90"/>
                <a:gd name="T9" fmla="*/ 224 h 4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450"/>
                <a:gd name="T17" fmla="*/ 90 w 90"/>
                <a:gd name="T18" fmla="*/ 450 h 4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450">
                  <a:moveTo>
                    <a:pt x="90" y="448"/>
                  </a:moveTo>
                  <a:lnTo>
                    <a:pt x="79" y="0"/>
                  </a:lnTo>
                  <a:lnTo>
                    <a:pt x="0" y="3"/>
                  </a:lnTo>
                  <a:lnTo>
                    <a:pt x="9" y="450"/>
                  </a:lnTo>
                  <a:lnTo>
                    <a:pt x="90" y="448"/>
                  </a:lnTo>
                  <a:close/>
                </a:path>
              </a:pathLst>
            </a:custGeom>
            <a:solidFill>
              <a:srgbClr val="9E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3564" name="Rectangle 156"/>
          <p:cNvSpPr>
            <a:spLocks noChangeArrowheads="1"/>
          </p:cNvSpPr>
          <p:nvPr/>
        </p:nvSpPr>
        <p:spPr bwMode="auto">
          <a:xfrm>
            <a:off x="1158875" y="3998913"/>
            <a:ext cx="7607300" cy="261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ძირითად სამუშაოს ასრულეს სერვერი. სამუშაო სადგურები დაბალი სიმძლავრის შეიძლება იყვნენ</a:t>
            </a:r>
            <a:endParaRPr lang="ru-RU" sz="16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მარტივია მოდერნიზაცია (მხოლოდ სერვერი)</a:t>
            </a:r>
            <a:endParaRPr lang="ru-RU" sz="16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ქსელში მოძრაობენ მხოლოდ საჭირო მონაცემები</a:t>
            </a:r>
            <a:endParaRPr lang="ru-RU" sz="16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დაცვა და უფლებების განაწილება ხდება სერვერზე (მაღალია არასანქცირებული შეღწევისაგან დაცვა)</a:t>
            </a:r>
            <a:endParaRPr lang="ru-RU" sz="16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წვდომის განაწილება (დავალებების რიგითობა)</a:t>
            </a:r>
            <a:endParaRPr lang="ru-RU" sz="1600">
              <a:latin typeface="Arial" charset="0"/>
            </a:endParaRPr>
          </a:p>
        </p:txBody>
      </p:sp>
      <p:grpSp>
        <p:nvGrpSpPr>
          <p:cNvPr id="6" name="Group 157"/>
          <p:cNvGrpSpPr>
            <a:grpSpLocks noChangeAspect="1"/>
          </p:cNvGrpSpPr>
          <p:nvPr/>
        </p:nvGrpSpPr>
        <p:grpSpPr bwMode="auto">
          <a:xfrm>
            <a:off x="627063" y="4219575"/>
            <a:ext cx="385762" cy="385763"/>
            <a:chOff x="2816" y="2458"/>
            <a:chExt cx="1728" cy="1728"/>
          </a:xfrm>
        </p:grpSpPr>
        <p:sp>
          <p:nvSpPr>
            <p:cNvPr id="9245" name="Oval 158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7" name="Group 159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9248" name="Rectangle 160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9249" name="Rectangle 161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9247" name="Freeform 162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163"/>
          <p:cNvGrpSpPr>
            <a:grpSpLocks noChangeAspect="1"/>
          </p:cNvGrpSpPr>
          <p:nvPr/>
        </p:nvGrpSpPr>
        <p:grpSpPr bwMode="auto">
          <a:xfrm>
            <a:off x="638175" y="5969000"/>
            <a:ext cx="395288" cy="395288"/>
            <a:chOff x="552" y="2523"/>
            <a:chExt cx="1728" cy="1728"/>
          </a:xfrm>
        </p:grpSpPr>
        <p:sp>
          <p:nvSpPr>
            <p:cNvPr id="9243" name="Oval 164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9244" name="Rectangle 165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73574" name="Rectangle 166"/>
          <p:cNvSpPr>
            <a:spLocks noChangeArrowheads="1"/>
          </p:cNvSpPr>
          <p:nvPr/>
        </p:nvSpPr>
        <p:spPr bwMode="auto">
          <a:xfrm>
            <a:off x="2041525" y="1724025"/>
            <a:ext cx="2139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a-GE" b="1">
                <a:solidFill>
                  <a:srgbClr val="FF0000"/>
                </a:solidFill>
                <a:latin typeface="Arial" charset="0"/>
              </a:rPr>
              <a:t>მოთხოვნა</a:t>
            </a:r>
            <a:r>
              <a:rPr lang="ru-RU" b="1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Arial" charset="0"/>
              </a:rPr>
              <a:t>SQL</a:t>
            </a:r>
            <a:r>
              <a:rPr lang="ka-GE" b="1">
                <a:solidFill>
                  <a:srgbClr val="FF0000"/>
                </a:solidFill>
                <a:latin typeface="Arial" charset="0"/>
              </a:rPr>
              <a:t>-ზე</a:t>
            </a:r>
            <a:endParaRPr lang="ru-RU" b="1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73575" name="Rectangle 167"/>
          <p:cNvSpPr>
            <a:spLocks noChangeArrowheads="1"/>
          </p:cNvSpPr>
          <p:nvPr/>
        </p:nvSpPr>
        <p:spPr bwMode="auto">
          <a:xfrm>
            <a:off x="3541713" y="2344738"/>
            <a:ext cx="9255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a-GE" b="1">
                <a:solidFill>
                  <a:srgbClr val="FF0000"/>
                </a:solidFill>
                <a:latin typeface="Arial" charset="0"/>
              </a:rPr>
              <a:t>პასუხი</a:t>
            </a:r>
            <a:endParaRPr lang="ru-RU" b="1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73576" name="Freeform 168"/>
          <p:cNvSpPr>
            <a:spLocks/>
          </p:cNvSpPr>
          <p:nvPr/>
        </p:nvSpPr>
        <p:spPr bwMode="auto">
          <a:xfrm rot="-241696">
            <a:off x="3402013" y="2122488"/>
            <a:ext cx="565150" cy="225425"/>
          </a:xfrm>
          <a:custGeom>
            <a:avLst/>
            <a:gdLst>
              <a:gd name="T0" fmla="*/ 0 w 356"/>
              <a:gd name="T1" fmla="*/ 225425 h 142"/>
              <a:gd name="T2" fmla="*/ 150812 w 356"/>
              <a:gd name="T3" fmla="*/ 84137 h 142"/>
              <a:gd name="T4" fmla="*/ 376237 w 356"/>
              <a:gd name="T5" fmla="*/ 19050 h 142"/>
              <a:gd name="T6" fmla="*/ 565150 w 356"/>
              <a:gd name="T7" fmla="*/ 0 h 142"/>
              <a:gd name="T8" fmla="*/ 0 60000 65536"/>
              <a:gd name="T9" fmla="*/ 0 60000 65536"/>
              <a:gd name="T10" fmla="*/ 0 60000 65536"/>
              <a:gd name="T11" fmla="*/ 0 60000 65536"/>
              <a:gd name="T12" fmla="*/ 0 w 356"/>
              <a:gd name="T13" fmla="*/ 0 h 142"/>
              <a:gd name="T14" fmla="*/ 356 w 356"/>
              <a:gd name="T15" fmla="*/ 142 h 1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6" h="142">
                <a:moveTo>
                  <a:pt x="0" y="142"/>
                </a:moveTo>
                <a:cubicBezTo>
                  <a:pt x="28" y="108"/>
                  <a:pt x="56" y="75"/>
                  <a:pt x="95" y="53"/>
                </a:cubicBezTo>
                <a:cubicBezTo>
                  <a:pt x="134" y="31"/>
                  <a:pt x="194" y="21"/>
                  <a:pt x="237" y="12"/>
                </a:cubicBezTo>
                <a:cubicBezTo>
                  <a:pt x="280" y="3"/>
                  <a:pt x="318" y="1"/>
                  <a:pt x="356" y="0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ru-RU"/>
          </a:p>
        </p:txBody>
      </p:sp>
      <p:sp>
        <p:nvSpPr>
          <p:cNvPr id="273577" name="Freeform 169"/>
          <p:cNvSpPr>
            <a:spLocks/>
          </p:cNvSpPr>
          <p:nvPr/>
        </p:nvSpPr>
        <p:spPr bwMode="auto">
          <a:xfrm rot="-241696">
            <a:off x="3505200" y="2282825"/>
            <a:ext cx="565150" cy="225425"/>
          </a:xfrm>
          <a:custGeom>
            <a:avLst/>
            <a:gdLst>
              <a:gd name="T0" fmla="*/ 0 w 356"/>
              <a:gd name="T1" fmla="*/ 225425 h 142"/>
              <a:gd name="T2" fmla="*/ 150812 w 356"/>
              <a:gd name="T3" fmla="*/ 84137 h 142"/>
              <a:gd name="T4" fmla="*/ 376237 w 356"/>
              <a:gd name="T5" fmla="*/ 19050 h 142"/>
              <a:gd name="T6" fmla="*/ 565150 w 356"/>
              <a:gd name="T7" fmla="*/ 0 h 142"/>
              <a:gd name="T8" fmla="*/ 0 60000 65536"/>
              <a:gd name="T9" fmla="*/ 0 60000 65536"/>
              <a:gd name="T10" fmla="*/ 0 60000 65536"/>
              <a:gd name="T11" fmla="*/ 0 60000 65536"/>
              <a:gd name="T12" fmla="*/ 0 w 356"/>
              <a:gd name="T13" fmla="*/ 0 h 142"/>
              <a:gd name="T14" fmla="*/ 356 w 356"/>
              <a:gd name="T15" fmla="*/ 142 h 1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6" h="142">
                <a:moveTo>
                  <a:pt x="0" y="142"/>
                </a:moveTo>
                <a:cubicBezTo>
                  <a:pt x="28" y="108"/>
                  <a:pt x="56" y="75"/>
                  <a:pt x="95" y="53"/>
                </a:cubicBezTo>
                <a:cubicBezTo>
                  <a:pt x="134" y="31"/>
                  <a:pt x="194" y="21"/>
                  <a:pt x="237" y="12"/>
                </a:cubicBezTo>
                <a:cubicBezTo>
                  <a:pt x="280" y="3"/>
                  <a:pt x="318" y="1"/>
                  <a:pt x="356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 type="triangle" w="lg" len="lg"/>
            <a:tailEnd type="none" w="lg" len="lg"/>
          </a:ln>
        </p:spPr>
        <p:txBody>
          <a:bodyPr/>
          <a:lstStyle/>
          <a:p>
            <a:endParaRPr lang="ru-RU"/>
          </a:p>
        </p:txBody>
      </p:sp>
      <p:grpSp>
        <p:nvGrpSpPr>
          <p:cNvPr id="9" name="Group 175"/>
          <p:cNvGrpSpPr>
            <a:grpSpLocks/>
          </p:cNvGrpSpPr>
          <p:nvPr/>
        </p:nvGrpSpPr>
        <p:grpSpPr bwMode="auto">
          <a:xfrm>
            <a:off x="4914900" y="871538"/>
            <a:ext cx="2949575" cy="1012825"/>
            <a:chOff x="3096" y="549"/>
            <a:chExt cx="1858" cy="638"/>
          </a:xfrm>
        </p:grpSpPr>
        <p:sp>
          <p:nvSpPr>
            <p:cNvPr id="9241" name="Rectangle 170"/>
            <p:cNvSpPr>
              <a:spLocks noChangeArrowheads="1"/>
            </p:cNvSpPr>
            <p:nvPr/>
          </p:nvSpPr>
          <p:spPr bwMode="auto">
            <a:xfrm>
              <a:off x="3096" y="554"/>
              <a:ext cx="1125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მბმს-სერვერი</a:t>
              </a:r>
              <a:r>
                <a:rPr lang="en-US" b="1">
                  <a:latin typeface="Arial" charset="0"/>
                </a:rPr>
                <a:t>:</a:t>
              </a:r>
            </a:p>
            <a:p>
              <a:pPr marL="358775" lvl="1" indent="-179388">
                <a:buFontTx/>
                <a:buChar char="•"/>
              </a:pPr>
              <a:r>
                <a:rPr lang="en-US" sz="1400">
                  <a:latin typeface="Arial" charset="0"/>
                </a:rPr>
                <a:t>MS SQL Server</a:t>
              </a:r>
            </a:p>
            <a:p>
              <a:pPr marL="358775" lvl="1" indent="-179388">
                <a:buFontTx/>
                <a:buChar char="•"/>
              </a:pPr>
              <a:r>
                <a:rPr lang="en-US" sz="1400">
                  <a:latin typeface="Arial" charset="0"/>
                </a:rPr>
                <a:t>Oracle</a:t>
              </a:r>
            </a:p>
            <a:p>
              <a:pPr marL="358775" lvl="1" indent="-179388">
                <a:buFontTx/>
                <a:buChar char="•"/>
              </a:pPr>
              <a:r>
                <a:rPr lang="en-US" sz="1400">
                  <a:latin typeface="Arial" charset="0"/>
                </a:rPr>
                <a:t>MySQL</a:t>
              </a:r>
              <a:endParaRPr lang="ru-RU" sz="1400">
                <a:latin typeface="Arial" charset="0"/>
              </a:endParaRPr>
            </a:p>
          </p:txBody>
        </p:sp>
        <p:sp>
          <p:nvSpPr>
            <p:cNvPr id="9242" name="Rectangle 171"/>
            <p:cNvSpPr>
              <a:spLocks noChangeArrowheads="1"/>
            </p:cNvSpPr>
            <p:nvPr/>
          </p:nvSpPr>
          <p:spPr bwMode="auto">
            <a:xfrm>
              <a:off x="4147" y="549"/>
              <a:ext cx="807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b="1">
                <a:latin typeface="Arial" charset="0"/>
              </a:endParaRPr>
            </a:p>
            <a:p>
              <a:pPr marL="358775" lvl="1" indent="-179388">
                <a:buFontTx/>
                <a:buChar char="•"/>
              </a:pPr>
              <a:r>
                <a:rPr lang="en-US" sz="1400">
                  <a:latin typeface="Arial" charset="0"/>
                </a:rPr>
                <a:t>Interbase</a:t>
              </a:r>
            </a:p>
            <a:p>
              <a:pPr marL="358775" lvl="1" indent="-179388">
                <a:buFontTx/>
                <a:buChar char="•"/>
              </a:pPr>
              <a:r>
                <a:rPr lang="en-US" sz="1400">
                  <a:latin typeface="Arial" charset="0"/>
                </a:rPr>
                <a:t>SyBase</a:t>
              </a:r>
            </a:p>
            <a:p>
              <a:pPr marL="358775" lvl="1" indent="-179388"/>
              <a:endParaRPr lang="ru-RU" sz="1400">
                <a:latin typeface="Arial" charset="0"/>
              </a:endParaRPr>
            </a:p>
          </p:txBody>
        </p:sp>
      </p:grpSp>
      <p:sp>
        <p:nvSpPr>
          <p:cNvPr id="273580" name="Rectangle 172"/>
          <p:cNvSpPr>
            <a:spLocks noChangeArrowheads="1"/>
          </p:cNvSpPr>
          <p:nvPr/>
        </p:nvSpPr>
        <p:spPr bwMode="auto">
          <a:xfrm>
            <a:off x="276225" y="3635375"/>
            <a:ext cx="86233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342900" indent="-342900"/>
            <a:r>
              <a:rPr lang="en-US" sz="2000" b="1">
                <a:solidFill>
                  <a:srgbClr val="FF0000"/>
                </a:solidFill>
                <a:latin typeface="Arial" charset="0"/>
              </a:rPr>
              <a:t>SQL </a:t>
            </a:r>
            <a:r>
              <a:rPr lang="en-US" sz="2000">
                <a:solidFill>
                  <a:srgbClr val="FF0000"/>
                </a:solidFill>
                <a:latin typeface="Arial" charset="0"/>
              </a:rPr>
              <a:t>(</a:t>
            </a:r>
            <a:r>
              <a:rPr lang="en-US" sz="2000" b="1" i="1">
                <a:solidFill>
                  <a:srgbClr val="FF0000"/>
                </a:solidFill>
                <a:latin typeface="Arial" charset="0"/>
              </a:rPr>
              <a:t>Structured Query Language</a:t>
            </a:r>
            <a:r>
              <a:rPr lang="en-US" sz="2000" u="sng">
                <a:solidFill>
                  <a:srgbClr val="FF0000"/>
                </a:solidFill>
                <a:latin typeface="Arial" charset="0"/>
              </a:rPr>
              <a:t>)</a:t>
            </a:r>
            <a:r>
              <a:rPr lang="en-US" sz="2000" i="1">
                <a:latin typeface="Arial" charset="0"/>
              </a:rPr>
              <a:t> – </a:t>
            </a:r>
            <a:r>
              <a:rPr lang="ka-GE" sz="2000" i="1">
                <a:latin typeface="Arial" charset="0"/>
              </a:rPr>
              <a:t>სტრუქტურული მოთხოვნების ენა</a:t>
            </a:r>
            <a:endParaRPr lang="ru-RU" sz="2000">
              <a:latin typeface="Arial" charset="0"/>
            </a:endParaRPr>
          </a:p>
        </p:txBody>
      </p:sp>
      <p:sp>
        <p:nvSpPr>
          <p:cNvPr id="273581" name="Rectangle 173"/>
          <p:cNvSpPr>
            <a:spLocks noChangeArrowheads="1"/>
          </p:cNvSpPr>
          <p:nvPr/>
        </p:nvSpPr>
        <p:spPr bwMode="auto">
          <a:xfrm>
            <a:off x="1068388" y="5829300"/>
            <a:ext cx="7261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გამართვის სირთულე</a:t>
            </a:r>
            <a:endParaRPr lang="ru-RU" sz="160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sz="1600">
                <a:latin typeface="Arial" charset="0"/>
              </a:rPr>
              <a:t>პროგრამული უზრუნველყოფის მაღალი ღირებულება (ათასობით აშშ დოლარი)</a:t>
            </a:r>
            <a:endParaRPr lang="ru-RU" sz="16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7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7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73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73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3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73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73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73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73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554" grpId="0" animBg="1"/>
      <p:bldP spid="273555" grpId="0" animBg="1"/>
      <p:bldP spid="273556" grpId="0" animBg="1"/>
      <p:bldP spid="273560" grpId="0"/>
      <p:bldP spid="273561" grpId="0"/>
      <p:bldP spid="273562" grpId="0"/>
      <p:bldP spid="273564" grpId="0" build="p"/>
      <p:bldP spid="273574" grpId="0"/>
      <p:bldP spid="273575" grpId="0"/>
      <p:bldP spid="273576" grpId="0" animBg="1"/>
      <p:bldP spid="273577" grpId="0" animBg="1"/>
      <p:bldP spid="273580" grpId="0"/>
      <p:bldP spid="27358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4" name="Rectangle 4"/>
          <p:cNvSpPr>
            <a:spLocks noGrp="1" noChangeArrowheads="1"/>
          </p:cNvSpPr>
          <p:nvPr>
            <p:ph type="subTitle" idx="4294967295"/>
          </p:nvPr>
        </p:nvSpPr>
        <p:spPr>
          <a:xfrm>
            <a:off x="674688" y="2971800"/>
            <a:ext cx="7661275" cy="382588"/>
          </a:xfrm>
        </p:spPr>
        <p:txBody>
          <a:bodyPr anchor="b">
            <a:noAutofit/>
          </a:bodyPr>
          <a:lstStyle/>
          <a:p>
            <a:pPr marL="0" indent="0" algn="ctr" eaLnBrk="1" hangingPunct="1">
              <a:buFont typeface="Wingdings" pitchFamily="2" charset="2"/>
              <a:buNone/>
              <a:defRPr/>
            </a:pPr>
            <a:r>
              <a:rPr lang="ka-GE" sz="4000" b="1">
                <a:solidFill>
                  <a:srgbClr val="443329"/>
                </a:solidFill>
              </a:rPr>
              <a:t>მონაცემთა ბაზები</a:t>
            </a:r>
            <a:endParaRPr lang="ru-RU" sz="4000" b="1">
              <a:solidFill>
                <a:srgbClr val="44332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59052B31-542F-46AB-9CA6-39CCED280916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9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1267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მონაცემთა ბაზების ტიპები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75465" name="Rectangle 9"/>
          <p:cNvSpPr>
            <a:spLocks noChangeArrowheads="1"/>
          </p:cNvSpPr>
          <p:nvPr/>
        </p:nvSpPr>
        <p:spPr bwMode="auto">
          <a:xfrm>
            <a:off x="282575" y="889000"/>
            <a:ext cx="8667750" cy="5635625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263525" indent="-263525">
              <a:buFontTx/>
              <a:buChar char="•"/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ცხრილური მონაცემთა ბაზები</a:t>
            </a:r>
            <a:r>
              <a:rPr lang="ru-RU" sz="2400">
                <a:solidFill>
                  <a:srgbClr val="FF0000"/>
                </a:solidFill>
                <a:latin typeface="Arial" charset="0"/>
              </a:rPr>
              <a:t> </a:t>
            </a:r>
            <a:br>
              <a:rPr lang="ru-RU" sz="2400">
                <a:solidFill>
                  <a:srgbClr val="FF0000"/>
                </a:solidFill>
                <a:latin typeface="Arial" charset="0"/>
              </a:rPr>
            </a:br>
            <a:r>
              <a:rPr lang="ru-RU" sz="2400">
                <a:latin typeface="Arial" charset="0"/>
              </a:rPr>
              <a:t>   </a:t>
            </a:r>
            <a:r>
              <a:rPr lang="ka-GE" sz="2000">
                <a:latin typeface="Arial" charset="0"/>
              </a:rPr>
              <a:t>მონაცემები ერთი ცხრილის სახით</a:t>
            </a:r>
          </a:p>
          <a:p>
            <a:pPr marL="263525" indent="-263525"/>
            <a:endParaRPr lang="ru-RU" sz="2000">
              <a:latin typeface="Arial" charset="0"/>
            </a:endParaRPr>
          </a:p>
          <a:p>
            <a:pPr marL="263525" indent="-263525">
              <a:spcBef>
                <a:spcPct val="50000"/>
              </a:spcBef>
              <a:buFontTx/>
              <a:buChar char="•"/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ქსელური მონაცემთა ბაზები</a:t>
            </a:r>
            <a:r>
              <a:rPr lang="ru-RU" sz="2400">
                <a:solidFill>
                  <a:srgbClr val="FF0000"/>
                </a:solidFill>
                <a:latin typeface="Arial" charset="0"/>
              </a:rPr>
              <a:t/>
            </a:r>
            <a:br>
              <a:rPr lang="ru-RU" sz="2400">
                <a:solidFill>
                  <a:srgbClr val="FF0000"/>
                </a:solidFill>
                <a:latin typeface="Arial" charset="0"/>
              </a:rPr>
            </a:br>
            <a:r>
              <a:rPr lang="ru-RU" sz="2400">
                <a:latin typeface="Arial" charset="0"/>
              </a:rPr>
              <a:t>    </a:t>
            </a:r>
            <a:r>
              <a:rPr lang="ka-GE" sz="2000">
                <a:latin typeface="Arial" charset="0"/>
              </a:rPr>
              <a:t>კვანძების ერთობლივობა, სადა</a:t>
            </a:r>
            <a:r>
              <a:rPr lang="en-US" sz="2000">
                <a:latin typeface="Arial" charset="0"/>
              </a:rPr>
              <a:t>ც</a:t>
            </a:r>
            <a:r>
              <a:rPr lang="ka-GE" sz="2000">
                <a:latin typeface="Arial" charset="0"/>
              </a:rPr>
              <a:t> ყოველი ყოველთან შეიძლება იყოს  დაკავშირებული</a:t>
            </a:r>
            <a:r>
              <a:rPr lang="ru-RU" sz="2400">
                <a:latin typeface="Arial" charset="0"/>
              </a:rPr>
              <a:t> </a:t>
            </a:r>
            <a:endParaRPr lang="ka-GE" sz="2400">
              <a:latin typeface="Arial" charset="0"/>
            </a:endParaRPr>
          </a:p>
          <a:p>
            <a:pPr marL="263525" indent="-263525">
              <a:spcBef>
                <a:spcPct val="50000"/>
              </a:spcBef>
              <a:buFontTx/>
              <a:buChar char="•"/>
            </a:pPr>
            <a:endParaRPr lang="ru-RU" sz="2400">
              <a:latin typeface="Arial" charset="0"/>
            </a:endParaRPr>
          </a:p>
          <a:p>
            <a:pPr marL="263525" indent="-263525">
              <a:spcBef>
                <a:spcPct val="50000"/>
              </a:spcBef>
              <a:buFontTx/>
              <a:buChar char="•"/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იერარქიული მონაცემთა ბაზები</a:t>
            </a:r>
            <a:r>
              <a:rPr lang="ru-RU" sz="2400" b="1">
                <a:solidFill>
                  <a:schemeClr val="accent2"/>
                </a:solidFill>
                <a:latin typeface="Arial" charset="0"/>
              </a:rPr>
              <a:t/>
            </a:r>
            <a:br>
              <a:rPr lang="ru-RU" sz="2400" b="1">
                <a:solidFill>
                  <a:schemeClr val="accent2"/>
                </a:solidFill>
                <a:latin typeface="Arial" charset="0"/>
              </a:rPr>
            </a:br>
            <a:r>
              <a:rPr lang="ru-RU" sz="2400" b="1">
                <a:solidFill>
                  <a:schemeClr val="accent2"/>
                </a:solidFill>
                <a:latin typeface="Arial" charset="0"/>
              </a:rPr>
              <a:t>    </a:t>
            </a:r>
            <a:r>
              <a:rPr lang="ka-GE" sz="2000" b="1">
                <a:latin typeface="Arial" charset="0"/>
              </a:rPr>
              <a:t>მბ წარმოდგენილია მრავალდონიანი სტრუქტურის სახით</a:t>
            </a:r>
            <a:r>
              <a:rPr lang="ka-GE" sz="2000" b="1">
                <a:solidFill>
                  <a:schemeClr val="accent2"/>
                </a:solidFill>
                <a:latin typeface="Arial" charset="0"/>
              </a:rPr>
              <a:t>.</a:t>
            </a:r>
          </a:p>
          <a:p>
            <a:pPr marL="263525" indent="-263525">
              <a:spcBef>
                <a:spcPct val="50000"/>
              </a:spcBef>
              <a:buFontTx/>
              <a:buChar char="•"/>
            </a:pPr>
            <a:endParaRPr lang="ru-RU" sz="2000">
              <a:latin typeface="Arial" charset="0"/>
            </a:endParaRPr>
          </a:p>
          <a:p>
            <a:pPr marL="263525" indent="-263525">
              <a:spcBef>
                <a:spcPct val="50000"/>
              </a:spcBef>
              <a:buFontTx/>
              <a:buChar char="•"/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რელაციური მონაცემთა ბაზები</a:t>
            </a:r>
            <a:r>
              <a:rPr lang="ru-RU" sz="2400" b="1">
                <a:solidFill>
                  <a:srgbClr val="FF0000"/>
                </a:solidFill>
                <a:latin typeface="Arial" charset="0"/>
              </a:rPr>
              <a:t> (99,9%)</a:t>
            </a:r>
            <a:br>
              <a:rPr lang="ru-RU" sz="2400" b="1">
                <a:solidFill>
                  <a:srgbClr val="FF0000"/>
                </a:solidFill>
                <a:latin typeface="Arial" charset="0"/>
              </a:rPr>
            </a:br>
            <a:r>
              <a:rPr lang="ru-RU" sz="2400">
                <a:latin typeface="Arial" charset="0"/>
              </a:rPr>
              <a:t>    </a:t>
            </a:r>
            <a:r>
              <a:rPr lang="ka-GE" sz="2000">
                <a:latin typeface="Arial" charset="0"/>
              </a:rPr>
              <a:t>ურთიერთდაკავშირებული ცხრილების ერთობლივობა</a:t>
            </a:r>
            <a:endParaRPr lang="ru-RU" sz="2000">
              <a:latin typeface="Arial" charset="0"/>
            </a:endParaRPr>
          </a:p>
          <a:p>
            <a:pPr marL="263525" indent="-263525">
              <a:buFontTx/>
              <a:buChar char="•"/>
            </a:pPr>
            <a:endParaRPr lang="ru-RU" sz="28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5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54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54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54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5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E8D329B1-F437-4DCC-B3B2-8D3D7F83595E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10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2291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ცხრილური მონაცემთა ბაზები</a:t>
            </a:r>
            <a:endParaRPr lang="ru-RU" sz="3000" b="1">
              <a:latin typeface="Arial" charset="0"/>
            </a:endParaRPr>
          </a:p>
        </p:txBody>
      </p:sp>
      <p:graphicFrame>
        <p:nvGraphicFramePr>
          <p:cNvPr id="277784" name="Group 280"/>
          <p:cNvGraphicFramePr>
            <a:graphicFrameLocks noGrp="1"/>
          </p:cNvGraphicFramePr>
          <p:nvPr/>
        </p:nvGraphicFramePr>
        <p:xfrm>
          <a:off x="1830388" y="3178175"/>
          <a:ext cx="7023100" cy="2028508"/>
        </p:xfrm>
        <a:graphic>
          <a:graphicData uri="http://schemas.openxmlformats.org/drawingml/2006/table">
            <a:tbl>
              <a:tblPr/>
              <a:tblGrid>
                <a:gridCol w="1319212"/>
                <a:gridCol w="1049338"/>
                <a:gridCol w="3167062"/>
                <a:gridCol w="1487488"/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გვარი</a:t>
                      </a:r>
                      <a:endParaRPr kumimoji="0" 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სახელი</a:t>
                      </a:r>
                      <a:endParaRPr kumimoji="0" 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მისამართი</a:t>
                      </a:r>
                      <a:endParaRPr kumimoji="0" 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ტელეფონი</a:t>
                      </a:r>
                      <a:endParaRPr kumimoji="0" lang="ru-RU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ბლიაძე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ნელი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თამარ მეფის 15, კორპ5, ბინა56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5-75-75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კაპანაძე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ლია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აღმაშენებლის 34, კორპ 6, ბინა32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9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6-76-76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7687" name="Rectangle 183"/>
          <p:cNvSpPr>
            <a:spLocks noChangeArrowheads="1"/>
          </p:cNvSpPr>
          <p:nvPr/>
        </p:nvSpPr>
        <p:spPr bwMode="auto">
          <a:xfrm>
            <a:off x="369888" y="844550"/>
            <a:ext cx="3617912" cy="1768475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ka-GE" sz="2000" b="1">
                <a:solidFill>
                  <a:srgbClr val="FF0000"/>
                </a:solidFill>
                <a:latin typeface="Arial" charset="0"/>
              </a:rPr>
              <a:t>მოდელი</a:t>
            </a:r>
            <a:r>
              <a:rPr lang="ru-RU" sz="2000">
                <a:solidFill>
                  <a:srgbClr val="FF0000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– </a:t>
            </a:r>
            <a:r>
              <a:rPr lang="ka-GE" sz="2000">
                <a:latin typeface="Arial" charset="0"/>
              </a:rPr>
              <a:t>კართოთეკა</a:t>
            </a:r>
            <a:endParaRPr lang="ru-RU" sz="200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მაგალითები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:</a:t>
            </a:r>
          </a:p>
          <a:p>
            <a:pPr marL="358775" lvl="1" indent="-179388">
              <a:buFontTx/>
              <a:buChar char="•"/>
            </a:pPr>
            <a:r>
              <a:rPr lang="ka-GE" sz="2000">
                <a:latin typeface="Arial" charset="0"/>
              </a:rPr>
              <a:t>უბის წიგნაკი</a:t>
            </a:r>
            <a:endParaRPr lang="ru-RU" sz="2000">
              <a:latin typeface="Arial" charset="0"/>
            </a:endParaRPr>
          </a:p>
          <a:p>
            <a:pPr marL="358775" lvl="1" indent="-179388">
              <a:buFontTx/>
              <a:buChar char="•"/>
            </a:pPr>
            <a:r>
              <a:rPr lang="ka-GE" sz="2000">
                <a:latin typeface="Arial" charset="0"/>
              </a:rPr>
              <a:t>საბიბლიოთეკო კატალოგი</a:t>
            </a:r>
            <a:endParaRPr lang="ru-RU" sz="2000">
              <a:latin typeface="Arial" charset="0"/>
            </a:endParaRPr>
          </a:p>
        </p:txBody>
      </p:sp>
      <p:grpSp>
        <p:nvGrpSpPr>
          <p:cNvPr id="2" name="Group 261"/>
          <p:cNvGrpSpPr>
            <a:grpSpLocks/>
          </p:cNvGrpSpPr>
          <p:nvPr/>
        </p:nvGrpSpPr>
        <p:grpSpPr bwMode="auto">
          <a:xfrm>
            <a:off x="4214813" y="960438"/>
            <a:ext cx="4024312" cy="1243012"/>
            <a:chOff x="2655" y="605"/>
            <a:chExt cx="2535" cy="783"/>
          </a:xfrm>
        </p:grpSpPr>
        <p:sp>
          <p:nvSpPr>
            <p:cNvPr id="12357" name="AutoShape 182"/>
            <p:cNvSpPr>
              <a:spLocks noChangeArrowheads="1"/>
            </p:cNvSpPr>
            <p:nvPr/>
          </p:nvSpPr>
          <p:spPr bwMode="auto">
            <a:xfrm>
              <a:off x="2655" y="605"/>
              <a:ext cx="2535" cy="783"/>
            </a:xfrm>
            <a:prstGeom prst="flowChartMultidocumen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12358" name="Rectangle 184"/>
            <p:cNvSpPr>
              <a:spLocks noChangeArrowheads="1"/>
            </p:cNvSpPr>
            <p:nvPr/>
          </p:nvSpPr>
          <p:spPr bwMode="auto">
            <a:xfrm>
              <a:off x="2734" y="791"/>
              <a:ext cx="1758" cy="5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r>
                <a:rPr lang="ka-GE" b="1">
                  <a:latin typeface="Arial" charset="0"/>
                </a:rPr>
                <a:t>უზნაძე პეტრე</a:t>
              </a:r>
              <a:r>
                <a:rPr lang="ru-RU">
                  <a:latin typeface="Arial" charset="0"/>
                </a:rPr>
                <a:t/>
              </a:r>
              <a:br>
                <a:rPr lang="ru-RU">
                  <a:latin typeface="Arial" charset="0"/>
                </a:rPr>
              </a:br>
              <a:r>
                <a:rPr lang="ka-GE">
                  <a:latin typeface="Arial" charset="0"/>
                </a:rPr>
                <a:t>ყაზბეგის 5, ბინა 34,ტელ</a:t>
              </a:r>
              <a:endParaRPr lang="ru-RU">
                <a:latin typeface="Arial" charset="0"/>
              </a:endParaRPr>
            </a:p>
            <a:p>
              <a:r>
                <a:rPr lang="ru-RU">
                  <a:latin typeface="Arial" charset="0"/>
                </a:rPr>
                <a:t>75-75-75</a:t>
              </a:r>
            </a:p>
          </p:txBody>
        </p:sp>
      </p:grpSp>
      <p:grpSp>
        <p:nvGrpSpPr>
          <p:cNvPr id="3" name="Group 263"/>
          <p:cNvGrpSpPr>
            <a:grpSpLocks/>
          </p:cNvGrpSpPr>
          <p:nvPr/>
        </p:nvGrpSpPr>
        <p:grpSpPr bwMode="auto">
          <a:xfrm>
            <a:off x="173038" y="2903538"/>
            <a:ext cx="1647825" cy="1509712"/>
            <a:chOff x="190" y="1829"/>
            <a:chExt cx="957" cy="748"/>
          </a:xfrm>
        </p:grpSpPr>
        <p:sp>
          <p:nvSpPr>
            <p:cNvPr id="277690" name="AutoShape 186"/>
            <p:cNvSpPr>
              <a:spLocks noChangeArrowheads="1"/>
            </p:cNvSpPr>
            <p:nvPr/>
          </p:nvSpPr>
          <p:spPr bwMode="auto">
            <a:xfrm>
              <a:off x="190" y="1829"/>
              <a:ext cx="843" cy="285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12700">
              <a:noFill/>
              <a:round/>
              <a:headEnd/>
              <a:tailEnd type="none" w="lg" len="lg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a-GE" sz="2000" b="1">
                  <a:latin typeface="Arial" charset="0"/>
                </a:rPr>
                <a:t>ჩანაწერები</a:t>
              </a:r>
              <a:endParaRPr lang="ru-RU" sz="2000" b="1">
                <a:latin typeface="Arial" charset="0"/>
              </a:endParaRPr>
            </a:p>
          </p:txBody>
        </p:sp>
        <p:sp>
          <p:nvSpPr>
            <p:cNvPr id="12355" name="Line 191"/>
            <p:cNvSpPr>
              <a:spLocks noChangeShapeType="1"/>
            </p:cNvSpPr>
            <p:nvPr/>
          </p:nvSpPr>
          <p:spPr bwMode="auto">
            <a:xfrm>
              <a:off x="600" y="2120"/>
              <a:ext cx="547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56" name="Line 192"/>
            <p:cNvSpPr>
              <a:spLocks noChangeShapeType="1"/>
            </p:cNvSpPr>
            <p:nvPr/>
          </p:nvSpPr>
          <p:spPr bwMode="auto">
            <a:xfrm>
              <a:off x="612" y="2120"/>
              <a:ext cx="535" cy="4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" name="Group 193"/>
          <p:cNvGrpSpPr>
            <a:grpSpLocks noChangeAspect="1"/>
          </p:cNvGrpSpPr>
          <p:nvPr/>
        </p:nvGrpSpPr>
        <p:grpSpPr bwMode="auto">
          <a:xfrm>
            <a:off x="655638" y="4821238"/>
            <a:ext cx="385762" cy="385762"/>
            <a:chOff x="2816" y="2458"/>
            <a:chExt cx="1728" cy="1728"/>
          </a:xfrm>
        </p:grpSpPr>
        <p:sp>
          <p:nvSpPr>
            <p:cNvPr id="12349" name="Oval 194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5" name="Group 195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12352" name="Rectangle 196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12353" name="Rectangle 197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12351" name="Freeform 198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" name="Group 199"/>
          <p:cNvGrpSpPr>
            <a:grpSpLocks noChangeAspect="1"/>
          </p:cNvGrpSpPr>
          <p:nvPr/>
        </p:nvGrpSpPr>
        <p:grpSpPr bwMode="auto">
          <a:xfrm>
            <a:off x="646113" y="5459413"/>
            <a:ext cx="395287" cy="395287"/>
            <a:chOff x="552" y="2523"/>
            <a:chExt cx="1728" cy="1728"/>
          </a:xfrm>
        </p:grpSpPr>
        <p:sp>
          <p:nvSpPr>
            <p:cNvPr id="12347" name="Oval 200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12348" name="Rectangle 201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77706" name="Rectangle 202"/>
          <p:cNvSpPr>
            <a:spLocks noChangeArrowheads="1"/>
          </p:cNvSpPr>
          <p:nvPr/>
        </p:nvSpPr>
        <p:spPr bwMode="auto">
          <a:xfrm>
            <a:off x="1189038" y="4835525"/>
            <a:ext cx="7261225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>
                <a:latin typeface="Arial" charset="0"/>
              </a:rPr>
              <a:t>მარტივი სტრუქტურა</a:t>
            </a:r>
            <a:endParaRPr lang="ru-RU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>
                <a:latin typeface="Arial" charset="0"/>
              </a:rPr>
              <a:t>მბ-ის ყველა დანარჩენი ტიპები იყენებენ ცხრილებს</a:t>
            </a:r>
            <a:endParaRPr lang="ru-RU">
              <a:latin typeface="Arial" charset="0"/>
            </a:endParaRPr>
          </a:p>
        </p:txBody>
      </p:sp>
      <p:sp>
        <p:nvSpPr>
          <p:cNvPr id="277707" name="Rectangle 203"/>
          <p:cNvSpPr>
            <a:spLocks noChangeArrowheads="1"/>
          </p:cNvSpPr>
          <p:nvPr/>
        </p:nvSpPr>
        <p:spPr bwMode="auto">
          <a:xfrm>
            <a:off x="1206500" y="5446713"/>
            <a:ext cx="71850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ka-GE">
                <a:latin typeface="Arial" charset="0"/>
              </a:rPr>
              <a:t>ხშირ შემთხვევებში-მონაცემების დუბლირება</a:t>
            </a:r>
            <a:r>
              <a:rPr lang="ru-RU">
                <a:latin typeface="Arial" charset="0"/>
              </a:rPr>
              <a:t>:</a:t>
            </a:r>
          </a:p>
        </p:txBody>
      </p:sp>
      <p:grpSp>
        <p:nvGrpSpPr>
          <p:cNvPr id="7" name="Group 262"/>
          <p:cNvGrpSpPr>
            <a:grpSpLocks/>
          </p:cNvGrpSpPr>
          <p:nvPr/>
        </p:nvGrpSpPr>
        <p:grpSpPr bwMode="auto">
          <a:xfrm>
            <a:off x="2725738" y="2384425"/>
            <a:ext cx="5240337" cy="773113"/>
            <a:chOff x="1717" y="1502"/>
            <a:chExt cx="3301" cy="487"/>
          </a:xfrm>
        </p:grpSpPr>
        <p:sp>
          <p:nvSpPr>
            <p:cNvPr id="12342" name="Line 187"/>
            <p:cNvSpPr>
              <a:spLocks noChangeShapeType="1"/>
            </p:cNvSpPr>
            <p:nvPr/>
          </p:nvSpPr>
          <p:spPr bwMode="auto">
            <a:xfrm flipH="1">
              <a:off x="1717" y="1681"/>
              <a:ext cx="1686" cy="3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43" name="Line 188"/>
            <p:cNvSpPr>
              <a:spLocks noChangeShapeType="1"/>
            </p:cNvSpPr>
            <p:nvPr/>
          </p:nvSpPr>
          <p:spPr bwMode="auto">
            <a:xfrm>
              <a:off x="3552" y="1698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44" name="Line 189"/>
            <p:cNvSpPr>
              <a:spLocks noChangeShapeType="1"/>
            </p:cNvSpPr>
            <p:nvPr/>
          </p:nvSpPr>
          <p:spPr bwMode="auto">
            <a:xfrm flipH="1">
              <a:off x="2310" y="1758"/>
              <a:ext cx="1128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45" name="Line 190"/>
            <p:cNvSpPr>
              <a:spLocks noChangeShapeType="1"/>
            </p:cNvSpPr>
            <p:nvPr/>
          </p:nvSpPr>
          <p:spPr bwMode="auto">
            <a:xfrm>
              <a:off x="3694" y="1722"/>
              <a:ext cx="1324" cy="2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89" name="AutoShape 185"/>
            <p:cNvSpPr>
              <a:spLocks noChangeArrowheads="1"/>
            </p:cNvSpPr>
            <p:nvPr/>
          </p:nvSpPr>
          <p:spPr bwMode="auto">
            <a:xfrm>
              <a:off x="2839" y="1502"/>
              <a:ext cx="1223" cy="285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12700">
              <a:noFill/>
              <a:round/>
              <a:headEnd/>
              <a:tailEnd type="none" w="lg" len="lg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a-GE" sz="2400" b="1">
                  <a:latin typeface="Arial" charset="0"/>
                </a:rPr>
                <a:t>ველები</a:t>
              </a:r>
              <a:endParaRPr lang="ru-RU" sz="2400" b="1">
                <a:latin typeface="Arial" charset="0"/>
              </a:endParaRPr>
            </a:p>
          </p:txBody>
        </p:sp>
      </p:grpSp>
      <p:graphicFrame>
        <p:nvGraphicFramePr>
          <p:cNvPr id="277785" name="Group 281"/>
          <p:cNvGraphicFramePr>
            <a:graphicFrameLocks noGrp="1"/>
          </p:cNvGraphicFramePr>
          <p:nvPr/>
        </p:nvGraphicFramePr>
        <p:xfrm>
          <a:off x="2233613" y="5859463"/>
          <a:ext cx="6604000" cy="914400"/>
        </p:xfrm>
        <a:graphic>
          <a:graphicData uri="http://schemas.openxmlformats.org/drawingml/2006/table">
            <a:tbl>
              <a:tblPr/>
              <a:tblGrid>
                <a:gridCol w="1520825"/>
                <a:gridCol w="3867150"/>
                <a:gridCol w="1216025"/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ა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ხომერიკი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მონაცემთა ბაზების საფუძვლები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20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 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გვ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ა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ხომერიკი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B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მონაცემთა ბაზების მართვის სისტემები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12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0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 </a:t>
                      </a:r>
                      <a:r>
                        <a:rPr kumimoji="0" lang="ka-GE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გვ</a:t>
                      </a:r>
                      <a:r>
                        <a:rPr kumimoji="0" lang="ru-R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7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7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687" grpId="0" autoUpdateAnimBg="0"/>
      <p:bldP spid="277706" grpId="0" autoUpdateAnimBg="0"/>
      <p:bldP spid="2777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DE2B06A4-075A-488D-B892-EEB14619BF48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11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3315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ცხრილური მონაცემთა ბაზები</a:t>
            </a:r>
            <a:endParaRPr lang="ru-RU" sz="3000" b="1">
              <a:latin typeface="Arial" charset="0"/>
            </a:endParaRPr>
          </a:p>
        </p:txBody>
      </p:sp>
      <p:sp>
        <p:nvSpPr>
          <p:cNvPr id="281604" name="Rectangle 4"/>
          <p:cNvSpPr>
            <a:spLocks noChangeArrowheads="1"/>
          </p:cNvSpPr>
          <p:nvPr/>
        </p:nvSpPr>
        <p:spPr bwMode="auto">
          <a:xfrm>
            <a:off x="398463" y="895350"/>
            <a:ext cx="8424862" cy="5795963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263525" indent="-263525">
              <a:spcBef>
                <a:spcPct val="20000"/>
              </a:spcBef>
              <a:buFontTx/>
              <a:buAutoNum type="arabicPeriod"/>
            </a:pPr>
            <a:r>
              <a:rPr lang="ka-GE" b="1">
                <a:latin typeface="Arial" charset="0"/>
              </a:rPr>
              <a:t>ველების რაოდენობა განისაზღვრება დამპროექტებლის მიერ და მომხმარებელს არ შეუძლია მათი შეცვლა</a:t>
            </a:r>
            <a:r>
              <a:rPr lang="ru-RU">
                <a:latin typeface="Arial" charset="0"/>
              </a:rPr>
              <a:t>.</a:t>
            </a:r>
          </a:p>
          <a:p>
            <a:pPr marL="263525" indent="-263525">
              <a:spcBef>
                <a:spcPct val="20000"/>
              </a:spcBef>
              <a:buFontTx/>
              <a:buAutoNum type="arabicPeriod"/>
            </a:pPr>
            <a:r>
              <a:rPr lang="ka-GE" b="1">
                <a:latin typeface="Arial" charset="0"/>
              </a:rPr>
              <a:t>ნებისმიერ ველს უნდა გააჩნდეს უნიკალური სახელი</a:t>
            </a:r>
            <a:r>
              <a:rPr lang="ru-RU">
                <a:latin typeface="Arial" charset="0"/>
              </a:rPr>
              <a:t>.</a:t>
            </a:r>
          </a:p>
          <a:p>
            <a:pPr marL="263525" indent="-263525">
              <a:spcBef>
                <a:spcPct val="50000"/>
              </a:spcBef>
              <a:buFontTx/>
              <a:buAutoNum type="arabicPeriod"/>
            </a:pPr>
            <a:r>
              <a:rPr lang="ka-GE" b="1">
                <a:latin typeface="Arial" charset="0"/>
              </a:rPr>
              <a:t>ველებს შეიძლება გააჩნდეთ სხვადასხვა ტიპები:</a:t>
            </a:r>
            <a:r>
              <a:rPr lang="ru-RU">
                <a:latin typeface="Arial" charset="0"/>
              </a:rPr>
              <a:t> </a:t>
            </a: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ტექსტური სტრიქონი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სიგრძე</a:t>
            </a:r>
            <a:r>
              <a:rPr lang="ru-RU">
                <a:latin typeface="Arial" charset="0"/>
              </a:rPr>
              <a:t> 255</a:t>
            </a:r>
            <a:r>
              <a:rPr lang="ka-GE">
                <a:latin typeface="Arial" charset="0"/>
              </a:rPr>
              <a:t>-მდე სიმბოლო</a:t>
            </a:r>
            <a:r>
              <a:rPr lang="ru-RU">
                <a:latin typeface="Arial" charset="0"/>
              </a:rPr>
              <a:t>) </a:t>
            </a: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ნამდვილი რიცხვები </a:t>
            </a:r>
            <a:r>
              <a:rPr lang="ru-RU">
                <a:latin typeface="Arial" charset="0"/>
              </a:rPr>
              <a:t>(</a:t>
            </a:r>
            <a:r>
              <a:rPr lang="ka-GE">
                <a:latin typeface="Arial" charset="0"/>
              </a:rPr>
              <a:t>მ.შ. წილადი ნაწილითაც</a:t>
            </a:r>
            <a:r>
              <a:rPr lang="ru-RU">
                <a:latin typeface="Arial" charset="0"/>
              </a:rPr>
              <a:t>) </a:t>
            </a: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მთელი რიცხვი</a:t>
            </a:r>
            <a:r>
              <a:rPr lang="ru-RU">
                <a:latin typeface="Arial" charset="0"/>
              </a:rPr>
              <a:t> </a:t>
            </a:r>
            <a:r>
              <a:rPr lang="ka-GE">
                <a:latin typeface="Arial" charset="0"/>
              </a:rPr>
              <a:t>(მაგ.  5,10,300,1500, ...) </a:t>
            </a:r>
            <a:endParaRPr lang="ru-RU">
              <a:latin typeface="Arial" charset="0"/>
            </a:endParaRP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ფულადი თანხა (მაგ.100ლარი, 50აშშ დოლარი, 500 რუბლი)</a:t>
            </a:r>
            <a:endParaRPr lang="ru-RU">
              <a:latin typeface="Arial" charset="0"/>
            </a:endParaRP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თარითი, დრო, თარიღი და დრო</a:t>
            </a:r>
            <a:r>
              <a:rPr lang="ru-RU">
                <a:latin typeface="Arial" charset="0"/>
              </a:rPr>
              <a:t> </a:t>
            </a:r>
            <a:r>
              <a:rPr lang="ka-GE">
                <a:latin typeface="Arial" charset="0"/>
              </a:rPr>
              <a:t>(მაგ.20.04.2009; 15:55; 10თებ1998.11:56:34)</a:t>
            </a:r>
            <a:endParaRPr lang="ru-RU">
              <a:latin typeface="Arial" charset="0"/>
            </a:endParaRP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ლოგიკური ველი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ჭეშმარიტი და მცდარი,”კი” ან ”არა”</a:t>
            </a:r>
            <a:r>
              <a:rPr lang="ru-RU">
                <a:latin typeface="Arial" charset="0"/>
              </a:rPr>
              <a:t>) </a:t>
            </a: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მრავალსტრიქონიანი ტექსტი</a:t>
            </a:r>
            <a:r>
              <a:rPr lang="ru-RU">
                <a:latin typeface="Arial" charset="0"/>
              </a:rPr>
              <a:t> (МЕМО)</a:t>
            </a:r>
          </a:p>
          <a:p>
            <a:pPr marL="715963" lvl="1" indent="-177800">
              <a:spcBef>
                <a:spcPct val="20000"/>
              </a:spcBef>
              <a:buFontTx/>
              <a:buChar char="•"/>
            </a:pPr>
            <a:r>
              <a:rPr lang="ka-GE">
                <a:latin typeface="Arial" charset="0"/>
              </a:rPr>
              <a:t>გამოსახულება</a:t>
            </a:r>
            <a:r>
              <a:rPr lang="ru-RU">
                <a:latin typeface="Arial" charset="0"/>
              </a:rPr>
              <a:t>,</a:t>
            </a:r>
            <a:r>
              <a:rPr lang="ka-GE">
                <a:latin typeface="Arial" charset="0"/>
              </a:rPr>
              <a:t>ბგერა ან სხვა ობიექტი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ობიექტი</a:t>
            </a:r>
            <a:r>
              <a:rPr lang="ru-RU">
                <a:latin typeface="Arial" charset="0"/>
              </a:rPr>
              <a:t> </a:t>
            </a:r>
            <a:r>
              <a:rPr lang="en-US">
                <a:latin typeface="Arial" charset="0"/>
              </a:rPr>
              <a:t>OLE</a:t>
            </a:r>
            <a:r>
              <a:rPr lang="ru-RU">
                <a:latin typeface="Arial" charset="0"/>
              </a:rPr>
              <a:t>)</a:t>
            </a:r>
          </a:p>
          <a:p>
            <a:pPr marL="263525" indent="-263525">
              <a:spcBef>
                <a:spcPct val="50000"/>
              </a:spcBef>
              <a:buFontTx/>
              <a:buAutoNum type="arabicPeriod"/>
            </a:pPr>
            <a:r>
              <a:rPr lang="ka-GE" b="1">
                <a:latin typeface="Arial" charset="0"/>
              </a:rPr>
              <a:t>ველები შეიძლება იყვნენ  ან არ იყვნენ შესავსებად აუცილებელნი </a:t>
            </a:r>
            <a:r>
              <a:rPr lang="en-US" sz="1200" b="1">
                <a:latin typeface="Arial" charset="0"/>
              </a:rPr>
              <a:t>Noll; Not Noll</a:t>
            </a:r>
            <a:endParaRPr lang="ru-RU" sz="1200" b="1">
              <a:latin typeface="Arial" charset="0"/>
            </a:endParaRPr>
          </a:p>
          <a:p>
            <a:pPr marL="263525" indent="-263525">
              <a:spcBef>
                <a:spcPct val="50000"/>
              </a:spcBef>
              <a:buFontTx/>
              <a:buAutoNum type="arabicPeriod"/>
            </a:pPr>
            <a:r>
              <a:rPr lang="ka-GE" b="1">
                <a:latin typeface="Arial" charset="0"/>
              </a:rPr>
              <a:t>ცხრილი შეიძლება შეიცავდეს ნებისმიერი რაოდენობის ჩანაწერს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ეს რაოდენობა შეზღუდულია მხოლოდ დისკოს მოცულობით)</a:t>
            </a:r>
            <a:r>
              <a:rPr lang="ru-RU">
                <a:latin typeface="Arial" charset="0"/>
              </a:rPr>
              <a:t>;</a:t>
            </a:r>
            <a:r>
              <a:rPr lang="ka-GE">
                <a:latin typeface="Arial" charset="0"/>
              </a:rPr>
              <a:t> შესაძლებელია ჩანაწერების დამატეა, წაშლა, რედაქტირება, დახარისხება, ძებნა</a:t>
            </a:r>
            <a:endParaRPr lang="ru-RU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81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81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1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1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1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816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16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16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3C6FC983-17E9-4831-BD05-97F951160A66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12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4339" name="Line 2"/>
          <p:cNvSpPr>
            <a:spLocks noChangeShapeType="1"/>
          </p:cNvSpPr>
          <p:nvPr/>
        </p:nvSpPr>
        <p:spPr bwMode="auto">
          <a:xfrm>
            <a:off x="376238" y="795338"/>
            <a:ext cx="819943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გასაღები ველი</a:t>
            </a:r>
            <a:r>
              <a:rPr lang="ru-RU" sz="3000" b="1">
                <a:latin typeface="Arial" charset="0"/>
              </a:rPr>
              <a:t> (</a:t>
            </a:r>
            <a:r>
              <a:rPr lang="ka-GE" sz="3000" b="1">
                <a:latin typeface="Arial" charset="0"/>
              </a:rPr>
              <a:t>ცხრილის გასაღები)</a:t>
            </a:r>
            <a:endParaRPr lang="ru-RU" sz="3000" b="1">
              <a:latin typeface="Arial" charset="0"/>
            </a:endParaRPr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398463" y="895350"/>
            <a:ext cx="8308975" cy="1716088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263525" indent="-263525">
              <a:spcBef>
                <a:spcPct val="2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გასაღები ველი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 (</a:t>
            </a:r>
            <a:r>
              <a:rPr lang="ka-GE" sz="2000" b="1">
                <a:solidFill>
                  <a:srgbClr val="FF0000"/>
                </a:solidFill>
                <a:latin typeface="Arial" charset="0"/>
              </a:rPr>
              <a:t>გასაღები</a:t>
            </a:r>
            <a:r>
              <a:rPr lang="ru-RU" sz="2000" b="1">
                <a:solidFill>
                  <a:srgbClr val="FF0000"/>
                </a:solidFill>
                <a:latin typeface="Arial" charset="0"/>
              </a:rPr>
              <a:t>)</a:t>
            </a:r>
            <a:r>
              <a:rPr lang="ru-RU" sz="2000">
                <a:latin typeface="Arial" charset="0"/>
              </a:rPr>
              <a:t> – </a:t>
            </a:r>
            <a:r>
              <a:rPr lang="ka-GE" sz="2000">
                <a:latin typeface="Arial" charset="0"/>
              </a:rPr>
              <a:t>ეს არის ველი</a:t>
            </a:r>
            <a:r>
              <a:rPr lang="ru-RU" sz="2000">
                <a:latin typeface="Arial" charset="0"/>
              </a:rPr>
              <a:t> (</a:t>
            </a:r>
            <a:r>
              <a:rPr lang="ka-GE" sz="2000">
                <a:latin typeface="Arial" charset="0"/>
              </a:rPr>
              <a:t>ან ველების კომბინაცია)</a:t>
            </a:r>
            <a:r>
              <a:rPr lang="ru-RU" sz="2000">
                <a:latin typeface="Arial" charset="0"/>
              </a:rPr>
              <a:t>, </a:t>
            </a:r>
            <a:r>
              <a:rPr lang="ka-GE" sz="2000">
                <a:latin typeface="Arial" charset="0"/>
              </a:rPr>
              <a:t>რომელიც ცალსახად განსაზღვრავს ჩანაწერს</a:t>
            </a:r>
            <a:r>
              <a:rPr lang="ru-RU" sz="2000">
                <a:latin typeface="Arial" charset="0"/>
              </a:rPr>
              <a:t>.</a:t>
            </a:r>
            <a:endParaRPr lang="en-US" sz="2000">
              <a:latin typeface="Arial" charset="0"/>
            </a:endParaRPr>
          </a:p>
          <a:p>
            <a:pPr marL="263525" indent="-263525">
              <a:spcBef>
                <a:spcPct val="20000"/>
              </a:spcBef>
            </a:pPr>
            <a:r>
              <a:rPr lang="en-US" sz="2000">
                <a:latin typeface="Arial" charset="0"/>
              </a:rPr>
              <a:t>  </a:t>
            </a:r>
            <a:r>
              <a:rPr lang="ka-GE" sz="2000">
                <a:latin typeface="Arial" charset="0"/>
              </a:rPr>
              <a:t>ცხრილში არ შეიძლება იყოს ერთი და იმავე გასაღები ველის მნიშვნელობის  მქონე ორი ჩანაწერი</a:t>
            </a:r>
            <a:r>
              <a:rPr lang="en-US" sz="2400">
                <a:latin typeface="Arial" charset="0"/>
              </a:rPr>
              <a:t> </a:t>
            </a:r>
            <a:endParaRPr lang="ru-RU" sz="2400">
              <a:latin typeface="Arial" charset="0"/>
            </a:endParaRP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>
            <a:off x="331788" y="2624138"/>
            <a:ext cx="8529637" cy="3995737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ka-GE" sz="2000" b="1" dirty="0">
                <a:solidFill>
                  <a:srgbClr val="FF0000"/>
                </a:solidFill>
                <a:latin typeface="Arial" charset="0"/>
              </a:rPr>
              <a:t>შეიძლება თუ არა ეს მონაცემები წარმოადგენდნენ გასაღებს</a:t>
            </a:r>
            <a:r>
              <a:rPr lang="ka-GE" sz="2000" b="1" dirty="0">
                <a:solidFill>
                  <a:schemeClr val="accent2"/>
                </a:solidFill>
                <a:latin typeface="Arial" charset="0"/>
              </a:rPr>
              <a:t>?</a:t>
            </a:r>
            <a:endParaRPr lang="en-US" sz="2000" b="1" dirty="0">
              <a:solidFill>
                <a:schemeClr val="accent2"/>
              </a:solidFill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გვარი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სახელი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პასპორტის ნომერი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სახლის </a:t>
            </a:r>
            <a:r>
              <a:rPr lang="ka-GE" sz="2000" dirty="0" smtClean="0">
                <a:latin typeface="Arial" charset="0"/>
              </a:rPr>
              <a:t>ნომერი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მანქანის სარეგისტრაციო ნომერი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ქალაქი სადაც ვცხოვრობთ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სამუშაოს შესრულების თარიღი</a:t>
            </a:r>
            <a:endParaRPr lang="ru-RU" sz="2000" dirty="0">
              <a:latin typeface="Arial" charset="0"/>
            </a:endParaRPr>
          </a:p>
          <a:p>
            <a:pPr marL="452438" lvl="1" indent="-273050">
              <a:spcBef>
                <a:spcPct val="20000"/>
              </a:spcBef>
              <a:buFontTx/>
              <a:buChar char="•"/>
            </a:pPr>
            <a:r>
              <a:rPr lang="ka-GE" sz="2000" dirty="0">
                <a:latin typeface="Arial" charset="0"/>
              </a:rPr>
              <a:t>მანქანის მარკა</a:t>
            </a:r>
            <a:endParaRPr lang="ru-RU" sz="2000" dirty="0">
              <a:latin typeface="Arial" charset="0"/>
            </a:endParaRPr>
          </a:p>
        </p:txBody>
      </p:sp>
      <p:sp>
        <p:nvSpPr>
          <p:cNvPr id="283659" name="Oval 11"/>
          <p:cNvSpPr>
            <a:spLocks noChangeArrowheads="1"/>
          </p:cNvSpPr>
          <p:nvPr/>
        </p:nvSpPr>
        <p:spPr bwMode="auto">
          <a:xfrm>
            <a:off x="4846638" y="6191250"/>
            <a:ext cx="385762" cy="385763"/>
          </a:xfrm>
          <a:prstGeom prst="ellipse">
            <a:avLst/>
          </a:prstGeom>
          <a:solidFill>
            <a:schemeClr val="accent2"/>
          </a:solidFill>
          <a:ln w="25400">
            <a:noFill/>
            <a:round/>
            <a:headEnd/>
            <a:tailEnd type="none" w="med" len="lg"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Arial" charset="0"/>
              </a:rPr>
              <a:t>?</a:t>
            </a:r>
            <a:endParaRPr lang="ru-RU" b="1">
              <a:solidFill>
                <a:schemeClr val="bg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3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3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3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3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3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3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3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3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83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  <p:bldP spid="283653" grpId="0" build="p" bldLvl="2"/>
      <p:bldP spid="2836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73F59AFE-8C47-4F0B-8CC1-230B65469846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13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536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ქსელური მონაცემთა ბაზა</a:t>
            </a:r>
            <a:endParaRPr lang="ru-RU" sz="3000" b="1">
              <a:latin typeface="Arial" charset="0"/>
            </a:endParaRPr>
          </a:p>
        </p:txBody>
      </p:sp>
      <p:sp>
        <p:nvSpPr>
          <p:cNvPr id="279557" name="Rectangle 5"/>
          <p:cNvSpPr>
            <a:spLocks noChangeArrowheads="1"/>
          </p:cNvSpPr>
          <p:nvPr/>
        </p:nvSpPr>
        <p:spPr bwMode="auto">
          <a:xfrm>
            <a:off x="384175" y="881063"/>
            <a:ext cx="8442325" cy="8318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000" b="1">
                <a:solidFill>
                  <a:srgbClr val="FF0000"/>
                </a:solidFill>
                <a:latin typeface="Arial" charset="0"/>
              </a:rPr>
              <a:t>ქსელური მბ</a:t>
            </a:r>
            <a:r>
              <a:rPr lang="ru-RU" sz="2000" b="1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ru-RU" sz="2000">
                <a:latin typeface="Arial" charset="0"/>
              </a:rPr>
              <a:t>- </a:t>
            </a:r>
            <a:r>
              <a:rPr lang="ka-GE" sz="2000">
                <a:latin typeface="Arial" charset="0"/>
              </a:rPr>
              <a:t>ეს არის კვანძების ერთობლივობა, რომელშიც ყოველი შეიძლება დაკავშირებული იყოს ყოველთან</a:t>
            </a:r>
            <a:r>
              <a:rPr lang="ka-GE" sz="2400">
                <a:latin typeface="Arial" charset="0"/>
              </a:rPr>
              <a:t>.</a:t>
            </a:r>
            <a:endParaRPr lang="ru-RU" sz="2400">
              <a:latin typeface="Arial" charset="0"/>
            </a:endParaRP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041525" y="1774825"/>
            <a:ext cx="4387850" cy="2127250"/>
            <a:chOff x="1297" y="1222"/>
            <a:chExt cx="2977" cy="1443"/>
          </a:xfrm>
        </p:grpSpPr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1297" y="1725"/>
              <a:ext cx="2977" cy="437"/>
              <a:chOff x="1131" y="1707"/>
              <a:chExt cx="2977" cy="437"/>
            </a:xfrm>
          </p:grpSpPr>
          <p:sp>
            <p:nvSpPr>
              <p:cNvPr id="15391" name="Oval 7"/>
              <p:cNvSpPr>
                <a:spLocks noChangeArrowheads="1"/>
              </p:cNvSpPr>
              <p:nvPr/>
            </p:nvSpPr>
            <p:spPr bwMode="auto">
              <a:xfrm>
                <a:off x="3671" y="1707"/>
                <a:ext cx="437" cy="437"/>
              </a:xfrm>
              <a:prstGeom prst="ellipse">
                <a:avLst/>
              </a:prstGeom>
              <a:solidFill>
                <a:srgbClr val="F3F3F3"/>
              </a:solidFill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pPr algn="ctr"/>
                <a:r>
                  <a:rPr lang="ru-RU" sz="3200" b="1">
                    <a:latin typeface="Arial" charset="0"/>
                  </a:rPr>
                  <a:t>Б</a:t>
                </a:r>
              </a:p>
            </p:txBody>
          </p:sp>
          <p:sp>
            <p:nvSpPr>
              <p:cNvPr id="15392" name="Oval 8"/>
              <p:cNvSpPr>
                <a:spLocks noChangeArrowheads="1"/>
              </p:cNvSpPr>
              <p:nvPr/>
            </p:nvSpPr>
            <p:spPr bwMode="auto">
              <a:xfrm>
                <a:off x="1131" y="1707"/>
                <a:ext cx="437" cy="437"/>
              </a:xfrm>
              <a:prstGeom prst="ellipse">
                <a:avLst/>
              </a:prstGeom>
              <a:solidFill>
                <a:srgbClr val="F3F3F3"/>
              </a:solidFill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pPr algn="ctr"/>
                <a:r>
                  <a:rPr lang="ru-RU" sz="3200" b="1">
                    <a:latin typeface="Arial" charset="0"/>
                  </a:rPr>
                  <a:t>Г</a:t>
                </a:r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566" y="1222"/>
              <a:ext cx="438" cy="1443"/>
              <a:chOff x="2380" y="1263"/>
              <a:chExt cx="438" cy="1443"/>
            </a:xfrm>
          </p:grpSpPr>
          <p:sp>
            <p:nvSpPr>
              <p:cNvPr id="15389" name="Oval 6"/>
              <p:cNvSpPr>
                <a:spLocks noChangeArrowheads="1"/>
              </p:cNvSpPr>
              <p:nvPr/>
            </p:nvSpPr>
            <p:spPr bwMode="auto">
              <a:xfrm>
                <a:off x="2380" y="1263"/>
                <a:ext cx="437" cy="437"/>
              </a:xfrm>
              <a:prstGeom prst="ellipse">
                <a:avLst/>
              </a:prstGeom>
              <a:solidFill>
                <a:srgbClr val="F3F3F3"/>
              </a:solidFill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pPr algn="ctr"/>
                <a:r>
                  <a:rPr lang="ru-RU" sz="3200" b="1">
                    <a:latin typeface="Arial" charset="0"/>
                  </a:rPr>
                  <a:t>А</a:t>
                </a:r>
              </a:p>
            </p:txBody>
          </p:sp>
          <p:sp>
            <p:nvSpPr>
              <p:cNvPr id="15390" name="Oval 9"/>
              <p:cNvSpPr>
                <a:spLocks noChangeArrowheads="1"/>
              </p:cNvSpPr>
              <p:nvPr/>
            </p:nvSpPr>
            <p:spPr bwMode="auto">
              <a:xfrm>
                <a:off x="2381" y="2269"/>
                <a:ext cx="437" cy="437"/>
              </a:xfrm>
              <a:prstGeom prst="ellipse">
                <a:avLst/>
              </a:prstGeom>
              <a:solidFill>
                <a:srgbClr val="F3F3F3"/>
              </a:solidFill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/>
              <a:p>
                <a:pPr algn="ctr"/>
                <a:r>
                  <a:rPr lang="ru-RU" sz="3200" b="1">
                    <a:latin typeface="Arial" charset="0"/>
                  </a:rPr>
                  <a:t>В</a:t>
                </a:r>
              </a:p>
            </p:txBody>
          </p:sp>
        </p:grpSp>
        <p:sp>
          <p:nvSpPr>
            <p:cNvPr id="15383" name="Line 12"/>
            <p:cNvSpPr>
              <a:spLocks noChangeShapeType="1"/>
            </p:cNvSpPr>
            <p:nvPr/>
          </p:nvSpPr>
          <p:spPr bwMode="auto">
            <a:xfrm flipV="1">
              <a:off x="1707" y="1520"/>
              <a:ext cx="861" cy="3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84" name="Line 13"/>
            <p:cNvSpPr>
              <a:spLocks noChangeShapeType="1"/>
            </p:cNvSpPr>
            <p:nvPr/>
          </p:nvSpPr>
          <p:spPr bwMode="auto">
            <a:xfrm>
              <a:off x="1711" y="2031"/>
              <a:ext cx="869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85" name="Line 14"/>
            <p:cNvSpPr>
              <a:spLocks noChangeShapeType="1"/>
            </p:cNvSpPr>
            <p:nvPr/>
          </p:nvSpPr>
          <p:spPr bwMode="auto">
            <a:xfrm>
              <a:off x="1739" y="1951"/>
              <a:ext cx="209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86" name="Line 17"/>
            <p:cNvSpPr>
              <a:spLocks noChangeShapeType="1"/>
            </p:cNvSpPr>
            <p:nvPr/>
          </p:nvSpPr>
          <p:spPr bwMode="auto">
            <a:xfrm flipH="1" flipV="1">
              <a:off x="2784" y="1660"/>
              <a:ext cx="3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87" name="Line 18"/>
            <p:cNvSpPr>
              <a:spLocks noChangeShapeType="1"/>
            </p:cNvSpPr>
            <p:nvPr/>
          </p:nvSpPr>
          <p:spPr bwMode="auto">
            <a:xfrm flipV="1">
              <a:off x="2999" y="2088"/>
              <a:ext cx="897" cy="3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388" name="Line 19"/>
            <p:cNvSpPr>
              <a:spLocks noChangeShapeType="1"/>
            </p:cNvSpPr>
            <p:nvPr/>
          </p:nvSpPr>
          <p:spPr bwMode="auto">
            <a:xfrm flipH="1" flipV="1">
              <a:off x="2984" y="1532"/>
              <a:ext cx="863" cy="3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5" name="Group 20"/>
          <p:cNvGrpSpPr>
            <a:grpSpLocks noChangeAspect="1"/>
          </p:cNvGrpSpPr>
          <p:nvPr/>
        </p:nvGrpSpPr>
        <p:grpSpPr bwMode="auto">
          <a:xfrm>
            <a:off x="833438" y="4075113"/>
            <a:ext cx="385762" cy="385762"/>
            <a:chOff x="2816" y="2458"/>
            <a:chExt cx="1728" cy="1728"/>
          </a:xfrm>
        </p:grpSpPr>
        <p:sp>
          <p:nvSpPr>
            <p:cNvPr id="15376" name="Oval 21"/>
            <p:cNvSpPr>
              <a:spLocks noChangeAspect="1" noChangeArrowheads="1"/>
            </p:cNvSpPr>
            <p:nvPr/>
          </p:nvSpPr>
          <p:spPr bwMode="auto">
            <a:xfrm>
              <a:off x="2816" y="2458"/>
              <a:ext cx="1728" cy="1728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grpSp>
          <p:nvGrpSpPr>
            <p:cNvPr id="6" name="Group 22"/>
            <p:cNvGrpSpPr>
              <a:grpSpLocks noChangeAspect="1"/>
            </p:cNvGrpSpPr>
            <p:nvPr/>
          </p:nvGrpSpPr>
          <p:grpSpPr bwMode="auto">
            <a:xfrm>
              <a:off x="3051" y="2667"/>
              <a:ext cx="1299" cy="1299"/>
              <a:chOff x="3051" y="2667"/>
              <a:chExt cx="1299" cy="1299"/>
            </a:xfrm>
          </p:grpSpPr>
          <p:sp>
            <p:nvSpPr>
              <p:cNvPr id="15379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3051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  <p:sp>
            <p:nvSpPr>
              <p:cNvPr id="15380" name="Rectangle 24"/>
              <p:cNvSpPr>
                <a:spLocks noChangeAspect="1" noChangeArrowheads="1"/>
              </p:cNvSpPr>
              <p:nvPr/>
            </p:nvSpPr>
            <p:spPr bwMode="auto">
              <a:xfrm rot="-5400000">
                <a:off x="3057" y="3105"/>
                <a:ext cx="1299" cy="423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u-RU" b="1">
                  <a:latin typeface="Arial" charset="0"/>
                </a:endParaRPr>
              </a:p>
            </p:txBody>
          </p:sp>
        </p:grpSp>
        <p:sp>
          <p:nvSpPr>
            <p:cNvPr id="15378" name="Freeform 25"/>
            <p:cNvSpPr>
              <a:spLocks noChangeAspect="1"/>
            </p:cNvSpPr>
            <p:nvPr/>
          </p:nvSpPr>
          <p:spPr bwMode="auto">
            <a:xfrm>
              <a:off x="3048" y="2664"/>
              <a:ext cx="1302" cy="1299"/>
            </a:xfrm>
            <a:custGeom>
              <a:avLst/>
              <a:gdLst>
                <a:gd name="T0" fmla="*/ 3 w 1302"/>
                <a:gd name="T1" fmla="*/ 438 h 1299"/>
                <a:gd name="T2" fmla="*/ 444 w 1302"/>
                <a:gd name="T3" fmla="*/ 438 h 1299"/>
                <a:gd name="T4" fmla="*/ 444 w 1302"/>
                <a:gd name="T5" fmla="*/ 0 h 1299"/>
                <a:gd name="T6" fmla="*/ 870 w 1302"/>
                <a:gd name="T7" fmla="*/ 0 h 1299"/>
                <a:gd name="T8" fmla="*/ 870 w 1302"/>
                <a:gd name="T9" fmla="*/ 441 h 1299"/>
                <a:gd name="T10" fmla="*/ 1302 w 1302"/>
                <a:gd name="T11" fmla="*/ 441 h 1299"/>
                <a:gd name="T12" fmla="*/ 1302 w 1302"/>
                <a:gd name="T13" fmla="*/ 864 h 1299"/>
                <a:gd name="T14" fmla="*/ 870 w 1302"/>
                <a:gd name="T15" fmla="*/ 864 h 1299"/>
                <a:gd name="T16" fmla="*/ 870 w 1302"/>
                <a:gd name="T17" fmla="*/ 1299 h 1299"/>
                <a:gd name="T18" fmla="*/ 447 w 1302"/>
                <a:gd name="T19" fmla="*/ 1299 h 1299"/>
                <a:gd name="T20" fmla="*/ 447 w 1302"/>
                <a:gd name="T21" fmla="*/ 867 h 1299"/>
                <a:gd name="T22" fmla="*/ 0 w 1302"/>
                <a:gd name="T23" fmla="*/ 867 h 1299"/>
                <a:gd name="T24" fmla="*/ 3 w 1302"/>
                <a:gd name="T25" fmla="*/ 438 h 129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02"/>
                <a:gd name="T40" fmla="*/ 0 h 1299"/>
                <a:gd name="T41" fmla="*/ 1302 w 1302"/>
                <a:gd name="T42" fmla="*/ 1299 h 129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02" h="1299">
                  <a:moveTo>
                    <a:pt x="3" y="438"/>
                  </a:moveTo>
                  <a:lnTo>
                    <a:pt x="444" y="438"/>
                  </a:lnTo>
                  <a:lnTo>
                    <a:pt x="444" y="0"/>
                  </a:lnTo>
                  <a:lnTo>
                    <a:pt x="870" y="0"/>
                  </a:lnTo>
                  <a:lnTo>
                    <a:pt x="870" y="441"/>
                  </a:lnTo>
                  <a:lnTo>
                    <a:pt x="1302" y="441"/>
                  </a:lnTo>
                  <a:lnTo>
                    <a:pt x="1302" y="864"/>
                  </a:lnTo>
                  <a:lnTo>
                    <a:pt x="870" y="864"/>
                  </a:lnTo>
                  <a:lnTo>
                    <a:pt x="870" y="1299"/>
                  </a:lnTo>
                  <a:lnTo>
                    <a:pt x="447" y="1299"/>
                  </a:lnTo>
                  <a:lnTo>
                    <a:pt x="447" y="867"/>
                  </a:lnTo>
                  <a:lnTo>
                    <a:pt x="0" y="867"/>
                  </a:lnTo>
                  <a:lnTo>
                    <a:pt x="3" y="4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7" name="Group 26"/>
          <p:cNvGrpSpPr>
            <a:grpSpLocks noChangeAspect="1"/>
          </p:cNvGrpSpPr>
          <p:nvPr/>
        </p:nvGrpSpPr>
        <p:grpSpPr bwMode="auto">
          <a:xfrm>
            <a:off x="823913" y="4713288"/>
            <a:ext cx="395287" cy="395287"/>
            <a:chOff x="552" y="2523"/>
            <a:chExt cx="1728" cy="1728"/>
          </a:xfrm>
        </p:grpSpPr>
        <p:sp>
          <p:nvSpPr>
            <p:cNvPr id="15374" name="Oval 27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15375" name="Rectangle 28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79581" name="Rectangle 29"/>
          <p:cNvSpPr>
            <a:spLocks noChangeArrowheads="1"/>
          </p:cNvSpPr>
          <p:nvPr/>
        </p:nvSpPr>
        <p:spPr bwMode="auto">
          <a:xfrm>
            <a:off x="1366838" y="4089400"/>
            <a:ext cx="7261225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ka-GE" sz="2000">
                <a:latin typeface="Arial" charset="0"/>
              </a:rPr>
              <a:t>სრულად ასახავს გარკვეული ამოცანების სტრუქტურას</a:t>
            </a:r>
            <a:r>
              <a:rPr lang="en-US" sz="2000">
                <a:latin typeface="Arial" charset="0"/>
              </a:rPr>
              <a:t> (</a:t>
            </a:r>
            <a:r>
              <a:rPr lang="ka-GE" sz="2000">
                <a:latin typeface="Arial" charset="0"/>
              </a:rPr>
              <a:t>მაგალითად ქსელური დაგეგმარება ეკონომიკაში)</a:t>
            </a:r>
            <a:endParaRPr lang="ru-RU" sz="2000">
              <a:latin typeface="Arial" charset="0"/>
            </a:endParaRPr>
          </a:p>
        </p:txBody>
      </p:sp>
      <p:sp>
        <p:nvSpPr>
          <p:cNvPr id="279582" name="Rectangle 30"/>
          <p:cNvSpPr>
            <a:spLocks noChangeArrowheads="1"/>
          </p:cNvSpPr>
          <p:nvPr/>
        </p:nvSpPr>
        <p:spPr bwMode="auto">
          <a:xfrm>
            <a:off x="1365250" y="4805363"/>
            <a:ext cx="7129463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>
                <a:latin typeface="Arial" charset="0"/>
              </a:rPr>
              <a:t>რთულია ყველა კავშირების შესახებ ინფორმაციის შენახვა და მათი მოძებნა</a:t>
            </a:r>
            <a:endParaRPr lang="ru-RU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>
                <a:latin typeface="Arial" charset="0"/>
              </a:rPr>
              <a:t>სტრუქტურის სირთულე (ჩახლართულობა)</a:t>
            </a:r>
            <a:endParaRPr lang="ru-RU">
              <a:latin typeface="Arial" charset="0"/>
            </a:endParaRPr>
          </a:p>
        </p:txBody>
      </p: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781050" y="5619750"/>
            <a:ext cx="7793038" cy="946150"/>
            <a:chOff x="448" y="3616"/>
            <a:chExt cx="4909" cy="418"/>
          </a:xfrm>
        </p:grpSpPr>
        <p:sp>
          <p:nvSpPr>
            <p:cNvPr id="279584" name="Text Box 32"/>
            <p:cNvSpPr txBox="1">
              <a:spLocks noChangeArrowheads="1"/>
            </p:cNvSpPr>
            <p:nvPr/>
          </p:nvSpPr>
          <p:spPr bwMode="auto">
            <a:xfrm>
              <a:off x="742" y="3683"/>
              <a:ext cx="4615" cy="337"/>
            </a:xfrm>
            <a:prstGeom prst="rect">
              <a:avLst/>
            </a:prstGeom>
            <a:solidFill>
              <a:srgbClr val="D1D1FF"/>
            </a:solidFill>
            <a:ln w="25400">
              <a:noFill/>
              <a:miter lim="800000"/>
              <a:headEnd/>
              <a:tailEnd/>
            </a:ln>
            <a:effectLst>
              <a:outerShdw dist="85194" dir="1593903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ru-RU" sz="2400" b="1">
                  <a:latin typeface="Arial" charset="0"/>
                </a:rPr>
                <a:t>    </a:t>
              </a:r>
              <a:r>
                <a:rPr lang="ka-GE" sz="2000" b="1">
                  <a:latin typeface="Arial" charset="0"/>
                </a:rPr>
                <a:t>შესაძლებელია ცხრილების სახით შენახვა, მაგრამ მონაცემების დუბლირებით</a:t>
              </a:r>
              <a:endParaRPr lang="ru-RU" sz="2000" b="1">
                <a:latin typeface="Arial" charset="0"/>
              </a:endParaRPr>
            </a:p>
          </p:txBody>
        </p:sp>
        <p:sp>
          <p:nvSpPr>
            <p:cNvPr id="279585" name="Oval 33"/>
            <p:cNvSpPr>
              <a:spLocks noChangeArrowheads="1"/>
            </p:cNvSpPr>
            <p:nvPr/>
          </p:nvSpPr>
          <p:spPr bwMode="auto">
            <a:xfrm>
              <a:off x="448" y="3616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ru-RU" sz="4400" b="1">
                  <a:solidFill>
                    <a:schemeClr val="bg1"/>
                  </a:solidFill>
                  <a:latin typeface="Arial Black" pitchFamily="34" charset="0"/>
                </a:rPr>
                <a:t>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7" grpId="0"/>
      <p:bldP spid="279581" grpId="0"/>
      <p:bldP spid="27958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86314ABC-9942-4483-A6DE-810E06DFB057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14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6387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იერარქიული მონაცემთა ბაზა</a:t>
            </a:r>
            <a:endParaRPr lang="ru-RU" sz="3000" b="1">
              <a:latin typeface="Arial" charset="0"/>
            </a:endParaRPr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384175" y="881063"/>
            <a:ext cx="8442325" cy="831850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იერარქიული მბ-ეს არის მრავალდონიანი სტრუქტურის სახით წარმოდგენილი მონაცემების ერთობლივობა</a:t>
            </a:r>
            <a:endParaRPr lang="ru-RU" sz="24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393700" y="1709738"/>
            <a:ext cx="8442325" cy="4556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400" b="1">
                <a:solidFill>
                  <a:schemeClr val="accent2"/>
                </a:solidFill>
                <a:latin typeface="Arial" charset="0"/>
              </a:rPr>
              <a:t>პრაის-ლისტი</a:t>
            </a:r>
            <a:r>
              <a:rPr lang="ru-RU" sz="2400" b="1">
                <a:solidFill>
                  <a:schemeClr val="accent2"/>
                </a:solidFill>
                <a:latin typeface="Arial" charset="0"/>
              </a:rPr>
              <a:t>:</a:t>
            </a:r>
            <a:endParaRPr lang="ru-RU" sz="2400">
              <a:latin typeface="Arial" charset="0"/>
            </a:endParaRPr>
          </a:p>
        </p:txBody>
      </p:sp>
      <p:sp>
        <p:nvSpPr>
          <p:cNvPr id="285702" name="Rectangle 6"/>
          <p:cNvSpPr>
            <a:spLocks noChangeArrowheads="1"/>
          </p:cNvSpPr>
          <p:nvPr/>
        </p:nvSpPr>
        <p:spPr bwMode="auto">
          <a:xfrm>
            <a:off x="465138" y="2293938"/>
            <a:ext cx="2427287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გამყიდველი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დონე1</a:t>
            </a:r>
            <a:r>
              <a:rPr lang="ru-RU">
                <a:latin typeface="Arial" charset="0"/>
              </a:rPr>
              <a:t>)</a:t>
            </a:r>
          </a:p>
        </p:txBody>
      </p:sp>
      <p:sp>
        <p:nvSpPr>
          <p:cNvPr id="285703" name="Rectangle 7"/>
          <p:cNvSpPr>
            <a:spLocks noChangeArrowheads="1"/>
          </p:cNvSpPr>
          <p:nvPr/>
        </p:nvSpPr>
        <p:spPr bwMode="auto">
          <a:xfrm>
            <a:off x="465138" y="3209925"/>
            <a:ext cx="2209800" cy="366713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საქონელი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დონე</a:t>
            </a:r>
            <a:r>
              <a:rPr lang="ru-RU">
                <a:latin typeface="Arial" charset="0"/>
              </a:rPr>
              <a:t> 2)</a:t>
            </a:r>
          </a:p>
        </p:txBody>
      </p:sp>
      <p:sp>
        <p:nvSpPr>
          <p:cNvPr id="285704" name="Rectangle 8"/>
          <p:cNvSpPr>
            <a:spLocks noChangeArrowheads="1"/>
          </p:cNvSpPr>
          <p:nvPr/>
        </p:nvSpPr>
        <p:spPr bwMode="auto">
          <a:xfrm>
            <a:off x="465138" y="5043488"/>
            <a:ext cx="2089150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მოდელი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დონე</a:t>
            </a:r>
            <a:r>
              <a:rPr lang="ru-RU">
                <a:latin typeface="Arial" charset="0"/>
              </a:rPr>
              <a:t> 4)</a:t>
            </a:r>
          </a:p>
        </p:txBody>
      </p:sp>
      <p:sp>
        <p:nvSpPr>
          <p:cNvPr id="285705" name="Rectangle 9"/>
          <p:cNvSpPr>
            <a:spLocks noChangeArrowheads="1"/>
          </p:cNvSpPr>
          <p:nvPr/>
        </p:nvSpPr>
        <p:spPr bwMode="auto">
          <a:xfrm>
            <a:off x="465138" y="5961063"/>
            <a:ext cx="1662112" cy="36671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ფასი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დონე</a:t>
            </a:r>
            <a:r>
              <a:rPr lang="ru-RU">
                <a:latin typeface="Arial" charset="0"/>
              </a:rPr>
              <a:t> 5)</a:t>
            </a:r>
          </a:p>
        </p:txBody>
      </p:sp>
      <p:sp>
        <p:nvSpPr>
          <p:cNvPr id="285706" name="Rectangle 10"/>
          <p:cNvSpPr>
            <a:spLocks noChangeArrowheads="1"/>
          </p:cNvSpPr>
          <p:nvPr/>
        </p:nvSpPr>
        <p:spPr bwMode="auto">
          <a:xfrm>
            <a:off x="465138" y="4127500"/>
            <a:ext cx="2541587" cy="366713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ka-GE" b="1">
                <a:latin typeface="Arial" charset="0"/>
              </a:rPr>
              <a:t>მწარმოებელი</a:t>
            </a:r>
            <a:r>
              <a:rPr lang="ru-RU">
                <a:latin typeface="Arial" charset="0"/>
              </a:rPr>
              <a:t> (</a:t>
            </a:r>
            <a:r>
              <a:rPr lang="ka-GE">
                <a:latin typeface="Arial" charset="0"/>
              </a:rPr>
              <a:t>დონე3</a:t>
            </a:r>
            <a:r>
              <a:rPr lang="ru-RU">
                <a:latin typeface="Arial" charset="0"/>
              </a:rPr>
              <a:t>)</a:t>
            </a:r>
          </a:p>
        </p:txBody>
      </p:sp>
      <p:sp>
        <p:nvSpPr>
          <p:cNvPr id="285707" name="Rectangle 11"/>
          <p:cNvSpPr>
            <a:spLocks noChangeArrowheads="1"/>
          </p:cNvSpPr>
          <p:nvPr/>
        </p:nvSpPr>
        <p:spPr bwMode="auto">
          <a:xfrm>
            <a:off x="3789363" y="5938838"/>
            <a:ext cx="763587" cy="385762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Arial" charset="0"/>
              </a:rPr>
              <a:t>$</a:t>
            </a:r>
            <a:r>
              <a:rPr lang="ru-RU" b="1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b="1">
                <a:solidFill>
                  <a:schemeClr val="bg1"/>
                </a:solidFill>
                <a:latin typeface="Arial" charset="0"/>
              </a:rPr>
              <a:t>06</a:t>
            </a:r>
            <a:endParaRPr lang="ru-RU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08" name="Rectangle 12"/>
          <p:cNvSpPr>
            <a:spLocks noChangeArrowheads="1"/>
          </p:cNvSpPr>
          <p:nvPr/>
        </p:nvSpPr>
        <p:spPr bwMode="auto">
          <a:xfrm>
            <a:off x="4995863" y="5938838"/>
            <a:ext cx="763587" cy="385762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Arial" charset="0"/>
              </a:rPr>
              <a:t>$</a:t>
            </a:r>
            <a:r>
              <a:rPr lang="ru-RU" b="1">
                <a:solidFill>
                  <a:schemeClr val="bg1"/>
                </a:solidFill>
                <a:latin typeface="Arial" charset="0"/>
              </a:rPr>
              <a:t>312</a:t>
            </a:r>
          </a:p>
        </p:txBody>
      </p:sp>
      <p:sp>
        <p:nvSpPr>
          <p:cNvPr id="285709" name="Rectangle 13"/>
          <p:cNvSpPr>
            <a:spLocks noChangeArrowheads="1"/>
          </p:cNvSpPr>
          <p:nvPr/>
        </p:nvSpPr>
        <p:spPr bwMode="auto">
          <a:xfrm>
            <a:off x="3789363" y="5041900"/>
            <a:ext cx="763587" cy="385763"/>
          </a:xfrm>
          <a:prstGeom prst="rect">
            <a:avLst/>
          </a:prstGeom>
          <a:solidFill>
            <a:srgbClr val="3333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Arial" charset="0"/>
              </a:rPr>
              <a:t>S93</a:t>
            </a:r>
            <a:endParaRPr lang="ru-RU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10" name="Rectangle 14"/>
          <p:cNvSpPr>
            <a:spLocks noChangeArrowheads="1"/>
          </p:cNvSpPr>
          <p:nvPr/>
        </p:nvSpPr>
        <p:spPr bwMode="auto">
          <a:xfrm>
            <a:off x="4995863" y="5041900"/>
            <a:ext cx="763587" cy="385763"/>
          </a:xfrm>
          <a:prstGeom prst="rect">
            <a:avLst/>
          </a:prstGeom>
          <a:solidFill>
            <a:srgbClr val="3333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Arial" charset="0"/>
              </a:rPr>
              <a:t>X93B</a:t>
            </a:r>
            <a:endParaRPr lang="ru-RU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11" name="Rectangle 15"/>
          <p:cNvSpPr>
            <a:spLocks noChangeArrowheads="1"/>
          </p:cNvSpPr>
          <p:nvPr/>
        </p:nvSpPr>
        <p:spPr bwMode="auto">
          <a:xfrm>
            <a:off x="4402138" y="4089400"/>
            <a:ext cx="763587" cy="385763"/>
          </a:xfrm>
          <a:prstGeom prst="rect">
            <a:avLst/>
          </a:prstGeom>
          <a:solidFill>
            <a:srgbClr val="4B76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latin typeface="Arial" charset="0"/>
              </a:rPr>
              <a:t>Sony</a:t>
            </a:r>
            <a:endParaRPr lang="ru-RU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12" name="Rectangle 16"/>
          <p:cNvSpPr>
            <a:spLocks noChangeArrowheads="1"/>
          </p:cNvSpPr>
          <p:nvPr/>
        </p:nvSpPr>
        <p:spPr bwMode="auto">
          <a:xfrm>
            <a:off x="5838825" y="4089400"/>
            <a:ext cx="1187450" cy="385763"/>
          </a:xfrm>
          <a:prstGeom prst="rect">
            <a:avLst/>
          </a:prstGeom>
          <a:solidFill>
            <a:srgbClr val="4B76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latin typeface="Arial" charset="0"/>
              </a:rPr>
              <a:t>Phillips</a:t>
            </a:r>
            <a:endParaRPr lang="ru-RU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13" name="Rectangle 17"/>
          <p:cNvSpPr>
            <a:spLocks noChangeArrowheads="1"/>
          </p:cNvSpPr>
          <p:nvPr/>
        </p:nvSpPr>
        <p:spPr bwMode="auto">
          <a:xfrm>
            <a:off x="7699375" y="4089400"/>
            <a:ext cx="1187450" cy="385763"/>
          </a:xfrm>
          <a:prstGeom prst="rect">
            <a:avLst/>
          </a:prstGeom>
          <a:solidFill>
            <a:srgbClr val="4B76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latin typeface="Arial" charset="0"/>
              </a:rPr>
              <a:t>Samsung</a:t>
            </a:r>
            <a:endParaRPr lang="ru-RU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85716" name="Rectangle 20"/>
          <p:cNvSpPr>
            <a:spLocks noChangeArrowheads="1"/>
          </p:cNvSpPr>
          <p:nvPr/>
        </p:nvSpPr>
        <p:spPr bwMode="auto">
          <a:xfrm>
            <a:off x="5627688" y="3201988"/>
            <a:ext cx="1319212" cy="347662"/>
          </a:xfrm>
          <a:prstGeom prst="rect">
            <a:avLst/>
          </a:prstGeom>
          <a:solidFill>
            <a:srgbClr val="99CC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a-GE">
                <a:latin typeface="Arial" charset="0"/>
              </a:rPr>
              <a:t>მონიტორები</a:t>
            </a:r>
            <a:endParaRPr lang="ru-RU">
              <a:latin typeface="Arial" charset="0"/>
            </a:endParaRPr>
          </a:p>
        </p:txBody>
      </p:sp>
      <p:sp>
        <p:nvSpPr>
          <p:cNvPr id="285717" name="Rectangle 21"/>
          <p:cNvSpPr>
            <a:spLocks noChangeArrowheads="1"/>
          </p:cNvSpPr>
          <p:nvPr/>
        </p:nvSpPr>
        <p:spPr bwMode="auto">
          <a:xfrm>
            <a:off x="7542213" y="3203575"/>
            <a:ext cx="1319212" cy="347663"/>
          </a:xfrm>
          <a:prstGeom prst="rect">
            <a:avLst/>
          </a:prstGeom>
          <a:solidFill>
            <a:srgbClr val="99CC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a-GE">
                <a:latin typeface="Arial" charset="0"/>
              </a:rPr>
              <a:t>პრინტერები</a:t>
            </a:r>
            <a:endParaRPr lang="ru-RU">
              <a:latin typeface="Arial" charset="0"/>
            </a:endParaRPr>
          </a:p>
        </p:txBody>
      </p:sp>
      <p:sp>
        <p:nvSpPr>
          <p:cNvPr id="285718" name="Rectangle 22"/>
          <p:cNvSpPr>
            <a:spLocks noChangeArrowheads="1"/>
          </p:cNvSpPr>
          <p:nvPr/>
        </p:nvSpPr>
        <p:spPr bwMode="auto">
          <a:xfrm>
            <a:off x="6503988" y="2279650"/>
            <a:ext cx="1319212" cy="347663"/>
          </a:xfrm>
          <a:prstGeom prst="rect">
            <a:avLst/>
          </a:prstGeom>
          <a:solidFill>
            <a:srgbClr val="CCECFF"/>
          </a:solidFill>
          <a:ln w="12700">
            <a:noFill/>
            <a:miter lim="800000"/>
            <a:headEnd/>
            <a:tailEnd type="none" w="lg" len="lg"/>
          </a:ln>
          <a:effectLst>
            <a:outerShdw dist="71842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a-GE">
                <a:latin typeface="Arial" charset="0"/>
              </a:rPr>
              <a:t>ფურცელაძე</a:t>
            </a:r>
            <a:endParaRPr lang="ru-RU">
              <a:latin typeface="Arial" charset="0"/>
            </a:endParaRPr>
          </a:p>
        </p:txBody>
      </p:sp>
      <p:sp>
        <p:nvSpPr>
          <p:cNvPr id="285719" name="Line 23"/>
          <p:cNvSpPr>
            <a:spLocks noChangeShapeType="1"/>
          </p:cNvSpPr>
          <p:nvPr/>
        </p:nvSpPr>
        <p:spPr bwMode="auto">
          <a:xfrm flipH="1">
            <a:off x="6351588" y="2625725"/>
            <a:ext cx="835025" cy="56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0" name="Line 24"/>
          <p:cNvSpPr>
            <a:spLocks noChangeShapeType="1"/>
          </p:cNvSpPr>
          <p:nvPr/>
        </p:nvSpPr>
        <p:spPr bwMode="auto">
          <a:xfrm>
            <a:off x="7191375" y="2628900"/>
            <a:ext cx="952500" cy="576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1" name="Line 25"/>
          <p:cNvSpPr>
            <a:spLocks noChangeShapeType="1"/>
          </p:cNvSpPr>
          <p:nvPr/>
        </p:nvSpPr>
        <p:spPr bwMode="auto">
          <a:xfrm flipH="1">
            <a:off x="4791075" y="3552825"/>
            <a:ext cx="1438275" cy="538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2" name="Line 26"/>
          <p:cNvSpPr>
            <a:spLocks noChangeShapeType="1"/>
          </p:cNvSpPr>
          <p:nvPr/>
        </p:nvSpPr>
        <p:spPr bwMode="auto">
          <a:xfrm>
            <a:off x="6234113" y="3552825"/>
            <a:ext cx="0" cy="538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3" name="Line 27"/>
          <p:cNvSpPr>
            <a:spLocks noChangeShapeType="1"/>
          </p:cNvSpPr>
          <p:nvPr/>
        </p:nvSpPr>
        <p:spPr bwMode="auto">
          <a:xfrm>
            <a:off x="6234113" y="3557588"/>
            <a:ext cx="18288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4" name="Line 28"/>
          <p:cNvSpPr>
            <a:spLocks noChangeShapeType="1"/>
          </p:cNvSpPr>
          <p:nvPr/>
        </p:nvSpPr>
        <p:spPr bwMode="auto">
          <a:xfrm flipH="1">
            <a:off x="4157663" y="4481513"/>
            <a:ext cx="604837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5" name="Line 29"/>
          <p:cNvSpPr>
            <a:spLocks noChangeShapeType="1"/>
          </p:cNvSpPr>
          <p:nvPr/>
        </p:nvSpPr>
        <p:spPr bwMode="auto">
          <a:xfrm>
            <a:off x="4776788" y="4486275"/>
            <a:ext cx="600075" cy="552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6" name="Line 30"/>
          <p:cNvSpPr>
            <a:spLocks noChangeShapeType="1"/>
          </p:cNvSpPr>
          <p:nvPr/>
        </p:nvSpPr>
        <p:spPr bwMode="auto">
          <a:xfrm>
            <a:off x="5376863" y="5429250"/>
            <a:ext cx="0" cy="509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7" name="Line 31"/>
          <p:cNvSpPr>
            <a:spLocks noChangeShapeType="1"/>
          </p:cNvSpPr>
          <p:nvPr/>
        </p:nvSpPr>
        <p:spPr bwMode="auto">
          <a:xfrm>
            <a:off x="4143375" y="5429250"/>
            <a:ext cx="0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8" name="Line 32"/>
          <p:cNvSpPr>
            <a:spLocks noChangeShapeType="1"/>
          </p:cNvSpPr>
          <p:nvPr/>
        </p:nvSpPr>
        <p:spPr bwMode="auto">
          <a:xfrm flipH="1">
            <a:off x="6084888" y="4481513"/>
            <a:ext cx="315912" cy="547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29" name="Line 33"/>
          <p:cNvSpPr>
            <a:spLocks noChangeShapeType="1"/>
          </p:cNvSpPr>
          <p:nvPr/>
        </p:nvSpPr>
        <p:spPr bwMode="auto">
          <a:xfrm>
            <a:off x="6415088" y="4491038"/>
            <a:ext cx="307975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30" name="Line 34"/>
          <p:cNvSpPr>
            <a:spLocks noChangeShapeType="1"/>
          </p:cNvSpPr>
          <p:nvPr/>
        </p:nvSpPr>
        <p:spPr bwMode="auto">
          <a:xfrm>
            <a:off x="6405563" y="4481513"/>
            <a:ext cx="0" cy="519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34" name="Line 38"/>
          <p:cNvSpPr>
            <a:spLocks noChangeShapeType="1"/>
          </p:cNvSpPr>
          <p:nvPr/>
        </p:nvSpPr>
        <p:spPr bwMode="auto">
          <a:xfrm flipH="1">
            <a:off x="8051800" y="4486275"/>
            <a:ext cx="315913" cy="5476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35" name="Line 39"/>
          <p:cNvSpPr>
            <a:spLocks noChangeShapeType="1"/>
          </p:cNvSpPr>
          <p:nvPr/>
        </p:nvSpPr>
        <p:spPr bwMode="auto">
          <a:xfrm>
            <a:off x="8377238" y="4491038"/>
            <a:ext cx="307975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36" name="Line 40"/>
          <p:cNvSpPr>
            <a:spLocks noChangeShapeType="1"/>
          </p:cNvSpPr>
          <p:nvPr/>
        </p:nvSpPr>
        <p:spPr bwMode="auto">
          <a:xfrm>
            <a:off x="8372475" y="4486275"/>
            <a:ext cx="0" cy="519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0" name="Line 44"/>
          <p:cNvSpPr>
            <a:spLocks noChangeShapeType="1"/>
          </p:cNvSpPr>
          <p:nvPr/>
        </p:nvSpPr>
        <p:spPr bwMode="auto">
          <a:xfrm>
            <a:off x="8234363" y="3562350"/>
            <a:ext cx="342900" cy="419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1" name="Line 45"/>
          <p:cNvSpPr>
            <a:spLocks noChangeShapeType="1"/>
          </p:cNvSpPr>
          <p:nvPr/>
        </p:nvSpPr>
        <p:spPr bwMode="auto">
          <a:xfrm>
            <a:off x="8258175" y="3567113"/>
            <a:ext cx="727075" cy="419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2" name="Line 46"/>
          <p:cNvSpPr>
            <a:spLocks noChangeShapeType="1"/>
          </p:cNvSpPr>
          <p:nvPr/>
        </p:nvSpPr>
        <p:spPr bwMode="auto">
          <a:xfrm>
            <a:off x="8291513" y="3567113"/>
            <a:ext cx="709612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6" name="Line 50"/>
          <p:cNvSpPr>
            <a:spLocks noChangeShapeType="1"/>
          </p:cNvSpPr>
          <p:nvPr/>
        </p:nvSpPr>
        <p:spPr bwMode="auto">
          <a:xfrm>
            <a:off x="592138" y="2620963"/>
            <a:ext cx="58912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7" name="Line 51"/>
          <p:cNvSpPr>
            <a:spLocks noChangeShapeType="1"/>
          </p:cNvSpPr>
          <p:nvPr/>
        </p:nvSpPr>
        <p:spPr bwMode="auto">
          <a:xfrm>
            <a:off x="582613" y="3554413"/>
            <a:ext cx="49672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8" name="Line 52"/>
          <p:cNvSpPr>
            <a:spLocks noChangeShapeType="1"/>
          </p:cNvSpPr>
          <p:nvPr/>
        </p:nvSpPr>
        <p:spPr bwMode="auto">
          <a:xfrm>
            <a:off x="582613" y="4459288"/>
            <a:ext cx="37607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49" name="Line 53"/>
          <p:cNvSpPr>
            <a:spLocks noChangeShapeType="1"/>
          </p:cNvSpPr>
          <p:nvPr/>
        </p:nvSpPr>
        <p:spPr bwMode="auto">
          <a:xfrm>
            <a:off x="554038" y="5400675"/>
            <a:ext cx="314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  <p:sp>
        <p:nvSpPr>
          <p:cNvPr id="285750" name="Line 54"/>
          <p:cNvSpPr>
            <a:spLocks noChangeShapeType="1"/>
          </p:cNvSpPr>
          <p:nvPr/>
        </p:nvSpPr>
        <p:spPr bwMode="auto">
          <a:xfrm>
            <a:off x="554038" y="6305550"/>
            <a:ext cx="314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8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8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8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8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8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8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8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8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8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8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8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8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8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8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8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28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8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28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8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8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8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8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8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8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  <p:bldP spid="285701" grpId="0"/>
      <p:bldP spid="285702" grpId="0"/>
      <p:bldP spid="285703" grpId="0"/>
      <p:bldP spid="285704" grpId="0"/>
      <p:bldP spid="285705" grpId="0"/>
      <p:bldP spid="285706" grpId="0"/>
      <p:bldP spid="285707" grpId="0" animBg="1"/>
      <p:bldP spid="285708" grpId="0" animBg="1"/>
      <p:bldP spid="285709" grpId="0" animBg="1"/>
      <p:bldP spid="285710" grpId="0" animBg="1"/>
      <p:bldP spid="285711" grpId="0" animBg="1"/>
      <p:bldP spid="285712" grpId="0" animBg="1"/>
      <p:bldP spid="285713" grpId="0" animBg="1"/>
      <p:bldP spid="285716" grpId="0" animBg="1"/>
      <p:bldP spid="285717" grpId="0" animBg="1"/>
      <p:bldP spid="285718" grpId="0" animBg="1"/>
      <p:bldP spid="285719" grpId="0" animBg="1"/>
      <p:bldP spid="285720" grpId="0" animBg="1"/>
      <p:bldP spid="285721" grpId="0" animBg="1"/>
      <p:bldP spid="285722" grpId="0" animBg="1"/>
      <p:bldP spid="285723" grpId="0" animBg="1"/>
      <p:bldP spid="285724" grpId="0" animBg="1"/>
      <p:bldP spid="285725" grpId="0" animBg="1"/>
      <p:bldP spid="285726" grpId="0" animBg="1"/>
      <p:bldP spid="285727" grpId="0" animBg="1"/>
      <p:bldP spid="285728" grpId="0" animBg="1"/>
      <p:bldP spid="285729" grpId="0" animBg="1"/>
      <p:bldP spid="285730" grpId="0" animBg="1"/>
      <p:bldP spid="285734" grpId="0" animBg="1"/>
      <p:bldP spid="285735" grpId="0" animBg="1"/>
      <p:bldP spid="285736" grpId="0" animBg="1"/>
      <p:bldP spid="285740" grpId="0" animBg="1"/>
      <p:bldP spid="285741" grpId="0" animBg="1"/>
      <p:bldP spid="285742" grpId="0" animBg="1"/>
      <p:bldP spid="285746" grpId="0" animBg="1"/>
      <p:bldP spid="285747" grpId="0" animBg="1"/>
      <p:bldP spid="285748" grpId="0" animBg="1"/>
      <p:bldP spid="285749" grpId="0" animBg="1"/>
      <p:bldP spid="2857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3"/>
          <p:cNvSpPr txBox="1">
            <a:spLocks noGrp="1"/>
          </p:cNvSpPr>
          <p:nvPr/>
        </p:nvSpPr>
        <p:spPr>
          <a:xfrm>
            <a:off x="8229600" y="6477000"/>
            <a:ext cx="762000" cy="244475"/>
          </a:xfrm>
          <a:prstGeom prst="rect">
            <a:avLst/>
          </a:prstGeom>
          <a:noFill/>
        </p:spPr>
        <p:txBody>
          <a:bodyPr/>
          <a:lstStyle/>
          <a:p>
            <a:pPr algn="r">
              <a:defRPr/>
            </a:pPr>
            <a:fld id="{9D1FEB58-33D1-4D63-8FE8-CEE6BA760A66}" type="slidenum">
              <a:rPr lang="ru-RU" sz="1200" b="1">
                <a:solidFill>
                  <a:schemeClr val="accent1">
                    <a:shade val="75000"/>
                  </a:schemeClr>
                </a:solidFill>
                <a:latin typeface="Arial" charset="0"/>
              </a:rPr>
              <a:pPr algn="r">
                <a:defRPr/>
              </a:pPr>
              <a:t>15</a:t>
            </a:fld>
            <a:endParaRPr lang="ru-RU" sz="1200" b="1">
              <a:solidFill>
                <a:schemeClr val="accent1">
                  <a:shade val="75000"/>
                </a:schemeClr>
              </a:solidFill>
              <a:latin typeface="Arial" charset="0"/>
            </a:endParaRPr>
          </a:p>
        </p:txBody>
      </p:sp>
      <p:sp>
        <p:nvSpPr>
          <p:cNvPr id="17411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81407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ka-GE" sz="3000" b="1">
                <a:latin typeface="Arial" charset="0"/>
              </a:rPr>
              <a:t>იერარქიული მონაცემთა ბაზები</a:t>
            </a:r>
            <a:endParaRPr lang="ru-RU" sz="3000" b="1">
              <a:latin typeface="Arial" charset="0"/>
            </a:endParaRP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384175" y="957263"/>
            <a:ext cx="8442325" cy="309562"/>
          </a:xfrm>
          <a:prstGeom prst="rect">
            <a:avLst/>
          </a:prstGeom>
          <a:noFill/>
          <a:ln w="12700">
            <a:noFill/>
            <a:miter lim="800000"/>
            <a:headEnd/>
            <a:tailEnd type="none" w="lg" len="lg"/>
          </a:ln>
        </p:spPr>
        <p:txBody>
          <a:bodyPr/>
          <a:lstStyle/>
          <a:p>
            <a:pPr marL="358775" indent="-358775">
              <a:spcBef>
                <a:spcPct val="50000"/>
              </a:spcBef>
            </a:pPr>
            <a:r>
              <a:rPr lang="ka-GE" sz="2400" b="1">
                <a:solidFill>
                  <a:srgbClr val="FF0000"/>
                </a:solidFill>
                <a:latin typeface="Arial" charset="0"/>
              </a:rPr>
              <a:t>ცხრილურ ფორმაზე დაყვანა:</a:t>
            </a:r>
            <a:endParaRPr lang="ru-RU" sz="2400">
              <a:solidFill>
                <a:srgbClr val="FF0000"/>
              </a:solidFill>
              <a:latin typeface="Arial" charset="0"/>
            </a:endParaRPr>
          </a:p>
        </p:txBody>
      </p:sp>
      <p:graphicFrame>
        <p:nvGraphicFramePr>
          <p:cNvPr id="287867" name="Group 123"/>
          <p:cNvGraphicFramePr>
            <a:graphicFrameLocks noGrp="1"/>
          </p:cNvGraphicFramePr>
          <p:nvPr/>
        </p:nvGraphicFramePr>
        <p:xfrm>
          <a:off x="569913" y="1438275"/>
          <a:ext cx="8174037" cy="2377440"/>
        </p:xfrm>
        <a:graphic>
          <a:graphicData uri="http://schemas.openxmlformats.org/drawingml/2006/table">
            <a:tbl>
              <a:tblPr/>
              <a:tblGrid>
                <a:gridCol w="1684337"/>
                <a:gridCol w="1481138"/>
                <a:gridCol w="1941512"/>
                <a:gridCol w="2187575"/>
                <a:gridCol w="879475"/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გამყიდველი</a:t>
                      </a:r>
                      <a:endParaRPr kumimoji="0" 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საქონელი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მწარმოებელი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მოდელი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</a:rPr>
                        <a:t>ფასი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ფურცელაძე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Sony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S93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$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ფურცელაძე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Sony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X93B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$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312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პურსელაზე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Phillips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190 B5 CG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$318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ფურცელაძე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ka-GE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მონიტორი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Samsung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SyncMaster 193P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</a:rPr>
                        <a:t>$452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/>
                        </a:rPr>
                        <a:t>…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101"/>
          <p:cNvGrpSpPr>
            <a:grpSpLocks noChangeAspect="1"/>
          </p:cNvGrpSpPr>
          <p:nvPr/>
        </p:nvGrpSpPr>
        <p:grpSpPr bwMode="auto">
          <a:xfrm>
            <a:off x="427038" y="4505325"/>
            <a:ext cx="395287" cy="395288"/>
            <a:chOff x="552" y="2523"/>
            <a:chExt cx="1728" cy="1728"/>
          </a:xfrm>
        </p:grpSpPr>
        <p:sp>
          <p:nvSpPr>
            <p:cNvPr id="17460" name="Oval 102"/>
            <p:cNvSpPr>
              <a:spLocks noChangeAspect="1" noChangeArrowheads="1"/>
            </p:cNvSpPr>
            <p:nvPr/>
          </p:nvSpPr>
          <p:spPr bwMode="auto">
            <a:xfrm>
              <a:off x="552" y="2523"/>
              <a:ext cx="1728" cy="172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  <p:sp>
          <p:nvSpPr>
            <p:cNvPr id="17461" name="Rectangle 103"/>
            <p:cNvSpPr>
              <a:spLocks noChangeAspect="1" noChangeArrowheads="1"/>
            </p:cNvSpPr>
            <p:nvPr/>
          </p:nvSpPr>
          <p:spPr bwMode="auto">
            <a:xfrm>
              <a:off x="774" y="3183"/>
              <a:ext cx="1299" cy="4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 b="1">
                <a:latin typeface="Arial" charset="0"/>
              </a:endParaRPr>
            </a:p>
          </p:txBody>
        </p:sp>
      </p:grpSp>
      <p:sp>
        <p:nvSpPr>
          <p:cNvPr id="287848" name="Rectangle 104"/>
          <p:cNvSpPr>
            <a:spLocks noChangeArrowheads="1"/>
          </p:cNvSpPr>
          <p:nvPr/>
        </p:nvSpPr>
        <p:spPr bwMode="auto">
          <a:xfrm>
            <a:off x="819150" y="4316413"/>
            <a:ext cx="7802563" cy="150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buFontTx/>
              <a:buAutoNum type="arabicParenR"/>
            </a:pPr>
            <a:r>
              <a:rPr lang="ka-GE" dirty="0">
                <a:latin typeface="Arial" charset="0"/>
              </a:rPr>
              <a:t>მონაცემების დუბლირება</a:t>
            </a:r>
            <a:endParaRPr lang="ru-RU" dirty="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dirty="0">
                <a:latin typeface="Arial" charset="0"/>
              </a:rPr>
              <a:t>არ არსებობს ოპერატორის შეცდომებიდან დაცვის მექანიზმი (ფურცელაძე-პურსელაზე), უკეთესი იქნებოდა სიიდან არჩევა</a:t>
            </a:r>
            <a:endParaRPr lang="ru-RU" dirty="0">
              <a:latin typeface="Arial" charset="0"/>
            </a:endParaRPr>
          </a:p>
          <a:p>
            <a:pPr marL="342900" indent="-342900">
              <a:buFontTx/>
              <a:buAutoNum type="arabicParenR"/>
            </a:pPr>
            <a:r>
              <a:rPr lang="ka-GE" dirty="0">
                <a:latin typeface="Arial" charset="0"/>
              </a:rPr>
              <a:t>ფირმის მისამართის შეცვლისას, საჭიროა მისი შეცვლა ყველა სტრიქონში</a:t>
            </a:r>
            <a:endParaRPr lang="ru-RU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7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7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84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25"/>
            <a:ext cx="9144000" cy="57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4877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714</Words>
  <Application>Microsoft Office PowerPoint</Application>
  <PresentationFormat>On-screen Show (4:3)</PresentationFormat>
  <Paragraphs>225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Kolkheti Mtavruli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მონაცემთა ბაზები. საინფორმაციო სისტემები</dc:title>
  <cp:lastModifiedBy>PC</cp:lastModifiedBy>
  <cp:revision>25</cp:revision>
  <dcterms:modified xsi:type="dcterms:W3CDTF">2021-09-11T13:29:21Z</dcterms:modified>
</cp:coreProperties>
</file>