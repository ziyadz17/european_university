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AmcrUkB3AZTXqkQnfMpLQLYck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16" y="133912"/>
            <a:ext cx="4536231" cy="67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930815" y="133912"/>
            <a:ext cx="6921447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Flatmate: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 person who shares a flat (apartment) with you.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Prosecution: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The side in an argument or court case that accuses someone of doing something wrong.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Graduate: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complete your studies at a university or college and receive a degree.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Partnership: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 relationship between two people who live, work, or do something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Constantly: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Happening continuously, repeatedly, or all the time without stopping.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Corridor: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 long, narrow passage inside a building with doors leading into rooms; a hallway.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Annoying: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Making you feel slightly angry, impatient, or bothered.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hurry: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Doing something very quickly because you do not have enough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put forward an idea, plan, or proposal for someone to consider.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shed: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 small outdoor building used for keeping tools, equipment, or bicycles safe.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Afford: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have enough money or resources to buy or pay for something.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Lonely: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Feeling sad because you are alone or isolated from others.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on well: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have a friendly and harmonious relationship with someone.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 up for (something):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agree to participate in, accept, or take part in a situation or arrangement.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Housemate: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 person who lives in the same house as you.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70" y="118858"/>
            <a:ext cx="2615877" cy="6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2997843" y="118858"/>
            <a:ext cx="7063152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Defence: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The side in an argument or court case that defends their actions and responds to accusations.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into the habit of: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start doing something regularly or automatically over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keep someone or something safe from harm, damage, or theft.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cool with (something):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accept, agree with, or not be bothered by a particular situation.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fee: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An amount of money paid regularly for storing items in a secure place.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Owned, used, or experienced by two or more people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up (space):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fill or occupy a particular amount of space or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become aware of something by seeing, hearing, or feeling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11" y="187081"/>
            <a:ext cx="2283558" cy="654821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2731477" y="187081"/>
            <a:ext cx="6903813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Jury: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 group of people chosen to listen to facts in a debate or trial and make a decision or judgement.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way: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Blocking a path or space, making it difficult for people to move freely.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Compromise: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An agreement in an argument where both sides give up a part of what they want.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Theft: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The crime of stealing something from a person or place.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Reasonable: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Fair, practical, sensible, or showing good judgement.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Treasured: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Highly valued, precious, or deeply loved.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Possession: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Something that you own or have with you.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Valuable: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Worth a lot of money, or extremely useful and important.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Perfect, most suitable, or satisfying all requirements.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Obstacle: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An object or problem that blocks your path or makes progress difficult.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Respect: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show care, consideration, and proper regard for someone's rights or property.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Mention: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speak or write about something briefly, without going into detail.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willing to (do something):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Ready, prepared, or happy to do something if required.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257908" y="363415"/>
            <a:ext cx="10106100" cy="3354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500"/>
              <a:buFont typeface="Arial"/>
              <a:buAutoNum type="arabicPeriod"/>
            </a:pPr>
            <a:r>
              <a:rPr b="1" lang="en-US" sz="2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Flatmate Dilemmas &amp; Living Spaces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Whose side are you on—Anais or Kojo?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why you think one flatmate's situation is more reasonable than the other's.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should the line be drawn regarding personal items in shared areas?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keeping a bicycle in a hallway different from storing large suitcases?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makes a "good flatmate"? How important is compromise when sharing a home with friends?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738554" y="504092"/>
            <a:ext cx="9651425" cy="2693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2. Belongings, Theft &amp; Safety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would you protect a valuable or treasured possession?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owned an expensive bicycle in a big city with high theft rates, where would you store it?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£60 a year a small price to pay for security, or should Kojo refuse to pay it on principle?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492369" y="527538"/>
            <a:ext cx="11242431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3. Conflict Resolution &amp; Communication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Did Anais handle the situation correctly?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she have raised the issue as soon as Kojo bought the bike, or was it fair to change her mind later when working from home?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reader opinion from the jury made the most sense to you?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you agree with Stephanie (split the fees), Gautham (ignore it for friendship), Mary (move the suitcases too), Joey (respect shared areas), or Sarah (put friendship first)?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would you solve this conflict if you were a neutral third flatmate living with them?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What fair compromise would you propose?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/>
        </p:nvSpPr>
        <p:spPr>
          <a:xfrm>
            <a:off x="117231" y="-11723"/>
            <a:ext cx="302640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Mind vs. Matter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-11277" y="973015"/>
            <a:ext cx="1220327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Mind (verb): To feel annoyed, bothered, or unhappy about something. Used for a person's feelings (e.g., "Do you mind...").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Matter (verb): To be important or significant. Used for things or situations (e.g., "It doesn't matter").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17231" y="1828800"/>
            <a:ext cx="40760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Remember vs. Remind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17231" y="2520462"/>
            <a:ext cx="1080058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Remember (verb): To bring a fact, event, or idea back into your own mind without outside help.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Remind (verb): To cause someone else to remember something (e.g., "remind someone to do something").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17231" y="3429000"/>
            <a:ext cx="270965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Rob vs. Steal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234678" y="4469525"/>
            <a:ext cx="11711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Rob (verb): To illegally take property from a person or place using force or threats. Focuses on the victim or location (e.g., "rob a bank / rob me").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Steal (verb): To take something that belongs to someone else without permission. Focuses on the object taken (e.g., "steal a bike").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281354" y="196948"/>
            <a:ext cx="11310424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Advise vs. Warn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Advise (verb): To give someone helpful suggestions or recommendations about what they should 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Warn (verb): To alert someone about potential danger, problems, or negative consequences before they happen.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Avoid vs. Prevent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Prevent (verb): To stop an event or action from happening at all.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Avoid (verb): To stay away from a person, place, or situation to stay safe or comfortable.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Borrow vs. Lend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Borrow (verb): To temporarily receive something from someone with the intention of returning it (Direction: Take from someone).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Lend (verb): To temporarily give something to someone expecting to get it back (Direction: Give to someone).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Win vs. Beat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Win (verb): To achieve victory in a game, competition, match, or prize (Object: game / medal / prize).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Beat (verb): To defeat an opponent or competing team in a game or context (Object: person / team / rival).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1390" y="190425"/>
            <a:ext cx="5840271" cy="650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57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 txBox="1"/>
          <p:nvPr/>
        </p:nvSpPr>
        <p:spPr>
          <a:xfrm>
            <a:off x="3151163" y="98474"/>
            <a:ext cx="877120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Paragraph 1: Introduction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the topic clearly without copying the prompt word-for-word.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brief context or contrast (e.g., 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some people believe …, others argue Y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Paragraph 2: Arguments FOR (The Positive Side)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2–3 clear points with explanations and real-world examples.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Paragraph 3: Arguments AGAINST (The Opposing Side)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the alternative viewpoint objectively.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Paragraph 4: Conclusion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Summarize the main points and give your balanced final opinion.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74086"/>
            <a:ext cx="5352366" cy="6268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2026-10-05T18:51:56Z</dcterms:created>
  <dc:creator>salome kharaishvili</dc:creator>
</cp:coreProperties>
</file>